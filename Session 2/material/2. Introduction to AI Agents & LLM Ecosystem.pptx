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75" r:id="rId5"/>
    <p:sldId id="259" r:id="rId6"/>
    <p:sldId id="274" r:id="rId7"/>
    <p:sldId id="272" r:id="rId8"/>
    <p:sldId id="288" r:id="rId9"/>
    <p:sldId id="270" r:id="rId10"/>
    <p:sldId id="283" r:id="rId11"/>
    <p:sldId id="282" r:id="rId12"/>
    <p:sldId id="284" r:id="rId13"/>
    <p:sldId id="285" r:id="rId14"/>
    <p:sldId id="279" r:id="rId15"/>
    <p:sldId id="298" r:id="rId16"/>
    <p:sldId id="257" r:id="rId17"/>
    <p:sldId id="292" r:id="rId18"/>
    <p:sldId id="290" r:id="rId19"/>
    <p:sldId id="293" r:id="rId20"/>
    <p:sldId id="296" r:id="rId21"/>
    <p:sldId id="289" r:id="rId22"/>
    <p:sldId id="299" r:id="rId23"/>
    <p:sldId id="265" r:id="rId24"/>
    <p:sldId id="258" r:id="rId25"/>
    <p:sldId id="287" r:id="rId26"/>
    <p:sldId id="294" r:id="rId27"/>
    <p:sldId id="260" r:id="rId28"/>
    <p:sldId id="297" r:id="rId29"/>
    <p:sldId id="286" r:id="rId30"/>
    <p:sldId id="277" r:id="rId31"/>
    <p:sldId id="271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3.xml"/><Relationship Id="rId8" Type="http://schemas.openxmlformats.org/officeDocument/2006/relationships/image" Target="../media/image11.png"/><Relationship Id="rId7" Type="http://schemas.openxmlformats.org/officeDocument/2006/relationships/tags" Target="../tags/tag2.xml"/><Relationship Id="rId6" Type="http://schemas.openxmlformats.org/officeDocument/2006/relationships/image" Target="../media/image10.png"/><Relationship Id="rId5" Type="http://schemas.openxmlformats.org/officeDocument/2006/relationships/tags" Target="../tags/tag1.xml"/><Relationship Id="rId4" Type="http://schemas.openxmlformats.org/officeDocument/2006/relationships/image" Target="../media/image9.png"/><Relationship Id="rId3" Type="http://schemas.openxmlformats.org/officeDocument/2006/relationships/image" Target="../media/image3.png"/><Relationship Id="rId28" Type="http://schemas.openxmlformats.org/officeDocument/2006/relationships/notesSlide" Target="../notesSlides/notesSlide2.xml"/><Relationship Id="rId27" Type="http://schemas.openxmlformats.org/officeDocument/2006/relationships/slideLayout" Target="../slideLayouts/slideLayout1.xml"/><Relationship Id="rId26" Type="http://schemas.openxmlformats.org/officeDocument/2006/relationships/tags" Target="../tags/tag16.xml"/><Relationship Id="rId25" Type="http://schemas.openxmlformats.org/officeDocument/2006/relationships/tags" Target="../tags/tag15.xml"/><Relationship Id="rId24" Type="http://schemas.openxmlformats.org/officeDocument/2006/relationships/tags" Target="../tags/tag14.xml"/><Relationship Id="rId23" Type="http://schemas.openxmlformats.org/officeDocument/2006/relationships/tags" Target="../tags/tag13.xml"/><Relationship Id="rId22" Type="http://schemas.openxmlformats.org/officeDocument/2006/relationships/tags" Target="../tags/tag12.xml"/><Relationship Id="rId21" Type="http://schemas.openxmlformats.org/officeDocument/2006/relationships/tags" Target="../tags/tag11.xml"/><Relationship Id="rId20" Type="http://schemas.openxmlformats.org/officeDocument/2006/relationships/tags" Target="../tags/tag10.xml"/><Relationship Id="rId2" Type="http://schemas.openxmlformats.org/officeDocument/2006/relationships/image" Target="../media/image2.png"/><Relationship Id="rId19" Type="http://schemas.openxmlformats.org/officeDocument/2006/relationships/tags" Target="../tags/tag9.xml"/><Relationship Id="rId18" Type="http://schemas.openxmlformats.org/officeDocument/2006/relationships/image" Target="../media/image15.png"/><Relationship Id="rId17" Type="http://schemas.openxmlformats.org/officeDocument/2006/relationships/image" Target="../media/image14.png"/><Relationship Id="rId16" Type="http://schemas.openxmlformats.org/officeDocument/2006/relationships/tags" Target="../tags/tag8.xml"/><Relationship Id="rId15" Type="http://schemas.openxmlformats.org/officeDocument/2006/relationships/tags" Target="../tags/tag7.xml"/><Relationship Id="rId14" Type="http://schemas.openxmlformats.org/officeDocument/2006/relationships/tags" Target="../tags/tag6.xml"/><Relationship Id="rId13" Type="http://schemas.openxmlformats.org/officeDocument/2006/relationships/image" Target="../media/image13.png"/><Relationship Id="rId12" Type="http://schemas.openxmlformats.org/officeDocument/2006/relationships/tags" Target="../tags/tag5.xml"/><Relationship Id="rId11" Type="http://schemas.openxmlformats.org/officeDocument/2006/relationships/image" Target="../media/image12.png"/><Relationship Id="rId10" Type="http://schemas.openxmlformats.org/officeDocument/2006/relationships/tags" Target="../tags/tag4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image" Target="../media/image19.png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9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7" Type="http://schemas.openxmlformats.org/officeDocument/2006/relationships/notesSlide" Target="../notesSlides/notesSlide3.x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26.png"/><Relationship Id="rId14" Type="http://schemas.openxmlformats.org/officeDocument/2006/relationships/image" Target="../media/image25.png"/><Relationship Id="rId13" Type="http://schemas.openxmlformats.org/officeDocument/2006/relationships/image" Target="../media/image24.png"/><Relationship Id="rId12" Type="http://schemas.openxmlformats.org/officeDocument/2006/relationships/image" Target="../media/image23.png"/><Relationship Id="rId11" Type="http://schemas.openxmlformats.org/officeDocument/2006/relationships/image" Target="../media/image22.png"/><Relationship Id="rId10" Type="http://schemas.openxmlformats.org/officeDocument/2006/relationships/image" Target="../media/image21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image" Target="../media/image19.png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9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7" Type="http://schemas.openxmlformats.org/officeDocument/2006/relationships/notesSlide" Target="../notesSlides/notesSlide4.x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26.png"/><Relationship Id="rId14" Type="http://schemas.openxmlformats.org/officeDocument/2006/relationships/image" Target="../media/image25.png"/><Relationship Id="rId13" Type="http://schemas.openxmlformats.org/officeDocument/2006/relationships/image" Target="../media/image24.png"/><Relationship Id="rId12" Type="http://schemas.openxmlformats.org/officeDocument/2006/relationships/image" Target="../media/image23.png"/><Relationship Id="rId11" Type="http://schemas.openxmlformats.org/officeDocument/2006/relationships/image" Target="../media/image22.png"/><Relationship Id="rId10" Type="http://schemas.openxmlformats.org/officeDocument/2006/relationships/image" Target="../media/image21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image" Target="../media/image19.png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9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7" Type="http://schemas.openxmlformats.org/officeDocument/2006/relationships/notesSlide" Target="../notesSlides/notesSlide5.x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26.png"/><Relationship Id="rId14" Type="http://schemas.openxmlformats.org/officeDocument/2006/relationships/image" Target="../media/image25.png"/><Relationship Id="rId13" Type="http://schemas.openxmlformats.org/officeDocument/2006/relationships/image" Target="../media/image24.png"/><Relationship Id="rId12" Type="http://schemas.openxmlformats.org/officeDocument/2006/relationships/image" Target="../media/image23.png"/><Relationship Id="rId11" Type="http://schemas.openxmlformats.org/officeDocument/2006/relationships/image" Target="../media/image22.png"/><Relationship Id="rId10" Type="http://schemas.openxmlformats.org/officeDocument/2006/relationships/image" Target="../media/image21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png"/><Relationship Id="rId8" Type="http://schemas.openxmlformats.org/officeDocument/2006/relationships/image" Target="../media/image30.png"/><Relationship Id="rId7" Type="http://schemas.openxmlformats.org/officeDocument/2006/relationships/image" Target="../media/image29.png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9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3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png"/><Relationship Id="rId8" Type="http://schemas.openxmlformats.org/officeDocument/2006/relationships/image" Target="../media/image30.png"/><Relationship Id="rId7" Type="http://schemas.openxmlformats.org/officeDocument/2006/relationships/image" Target="../media/image29.png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9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2" Type="http://schemas.openxmlformats.org/officeDocument/2006/relationships/notesSlide" Target="../notesSlides/notesSlide7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3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png"/><Relationship Id="rId8" Type="http://schemas.openxmlformats.org/officeDocument/2006/relationships/image" Target="../media/image30.png"/><Relationship Id="rId7" Type="http://schemas.openxmlformats.org/officeDocument/2006/relationships/image" Target="../media/image29.png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9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2" Type="http://schemas.openxmlformats.org/officeDocument/2006/relationships/notesSlide" Target="../notesSlides/notesSlide8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3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png"/><Relationship Id="rId8" Type="http://schemas.openxmlformats.org/officeDocument/2006/relationships/image" Target="../media/image30.png"/><Relationship Id="rId7" Type="http://schemas.openxmlformats.org/officeDocument/2006/relationships/image" Target="../media/image29.png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9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2" Type="http://schemas.openxmlformats.org/officeDocument/2006/relationships/notesSlide" Target="../notesSlides/notesSlide9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3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png"/><Relationship Id="rId8" Type="http://schemas.openxmlformats.org/officeDocument/2006/relationships/image" Target="../media/image30.png"/><Relationship Id="rId7" Type="http://schemas.openxmlformats.org/officeDocument/2006/relationships/image" Target="../media/image29.png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9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2" Type="http://schemas.openxmlformats.org/officeDocument/2006/relationships/notesSlide" Target="../notesSlides/notesSlide10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3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png"/><Relationship Id="rId8" Type="http://schemas.openxmlformats.org/officeDocument/2006/relationships/image" Target="../media/image30.png"/><Relationship Id="rId7" Type="http://schemas.openxmlformats.org/officeDocument/2006/relationships/image" Target="../media/image29.png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9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2" Type="http://schemas.openxmlformats.org/officeDocument/2006/relationships/notesSlide" Target="../notesSlides/notesSlide11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32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png"/><Relationship Id="rId8" Type="http://schemas.openxmlformats.org/officeDocument/2006/relationships/image" Target="../media/image30.png"/><Relationship Id="rId7" Type="http://schemas.openxmlformats.org/officeDocument/2006/relationships/image" Target="../media/image29.png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9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2" Type="http://schemas.openxmlformats.org/officeDocument/2006/relationships/notesSlide" Target="../notesSlides/notesSlide12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3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7.png"/><Relationship Id="rId8" Type="http://schemas.openxmlformats.org/officeDocument/2006/relationships/image" Target="../media/image36.png"/><Relationship Id="rId7" Type="http://schemas.openxmlformats.org/officeDocument/2006/relationships/image" Target="../media/image35.png"/><Relationship Id="rId6" Type="http://schemas.openxmlformats.org/officeDocument/2006/relationships/image" Target="../media/image22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3" Type="http://schemas.openxmlformats.org/officeDocument/2006/relationships/notesSlide" Target="../notesSlides/notesSlide13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39.png"/><Relationship Id="rId10" Type="http://schemas.openxmlformats.org/officeDocument/2006/relationships/image" Target="../media/image38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image" Target="../media/image43.png"/><Relationship Id="rId7" Type="http://schemas.openxmlformats.org/officeDocument/2006/relationships/image" Target="../media/image42.png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3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3" Type="http://schemas.openxmlformats.org/officeDocument/2006/relationships/notesSlide" Target="../notesSlides/notesSlide14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39.png"/><Relationship Id="rId10" Type="http://schemas.openxmlformats.org/officeDocument/2006/relationships/image" Target="../media/image37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image" Target="../media/image43.png"/><Relationship Id="rId7" Type="http://schemas.openxmlformats.org/officeDocument/2006/relationships/image" Target="../media/image42.png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3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3" Type="http://schemas.openxmlformats.org/officeDocument/2006/relationships/notesSlide" Target="../notesSlides/notesSlide15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39.png"/><Relationship Id="rId10" Type="http://schemas.openxmlformats.org/officeDocument/2006/relationships/image" Target="../media/image37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image" Target="../media/image43.png"/><Relationship Id="rId7" Type="http://schemas.openxmlformats.org/officeDocument/2006/relationships/image" Target="../media/image42.png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3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3" Type="http://schemas.openxmlformats.org/officeDocument/2006/relationships/notesSlide" Target="../notesSlides/notesSlide16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39.png"/><Relationship Id="rId10" Type="http://schemas.openxmlformats.org/officeDocument/2006/relationships/image" Target="../media/image37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image" Target="../media/image17.png"/><Relationship Id="rId7" Type="http://schemas.openxmlformats.org/officeDocument/2006/relationships/tags" Target="../tags/tag18.xml"/><Relationship Id="rId6" Type="http://schemas.openxmlformats.org/officeDocument/2006/relationships/image" Target="../media/image44.png"/><Relationship Id="rId51" Type="http://schemas.openxmlformats.org/officeDocument/2006/relationships/notesSlide" Target="../notesSlides/notesSlide17.xml"/><Relationship Id="rId50" Type="http://schemas.openxmlformats.org/officeDocument/2006/relationships/slideLayout" Target="../slideLayouts/slideLayout1.xml"/><Relationship Id="rId5" Type="http://schemas.openxmlformats.org/officeDocument/2006/relationships/tags" Target="../tags/tag17.xml"/><Relationship Id="rId49" Type="http://schemas.openxmlformats.org/officeDocument/2006/relationships/tags" Target="../tags/tag43.xml"/><Relationship Id="rId48" Type="http://schemas.openxmlformats.org/officeDocument/2006/relationships/tags" Target="../tags/tag42.xml"/><Relationship Id="rId47" Type="http://schemas.openxmlformats.org/officeDocument/2006/relationships/tags" Target="../tags/tag41.xml"/><Relationship Id="rId46" Type="http://schemas.openxmlformats.org/officeDocument/2006/relationships/tags" Target="../tags/tag40.xml"/><Relationship Id="rId45" Type="http://schemas.openxmlformats.org/officeDocument/2006/relationships/tags" Target="../tags/tag39.xml"/><Relationship Id="rId44" Type="http://schemas.openxmlformats.org/officeDocument/2006/relationships/tags" Target="../tags/tag38.xml"/><Relationship Id="rId43" Type="http://schemas.openxmlformats.org/officeDocument/2006/relationships/tags" Target="../tags/tag37.xml"/><Relationship Id="rId42" Type="http://schemas.openxmlformats.org/officeDocument/2006/relationships/tags" Target="../tags/tag36.xml"/><Relationship Id="rId41" Type="http://schemas.openxmlformats.org/officeDocument/2006/relationships/tags" Target="../tags/tag35.xml"/><Relationship Id="rId40" Type="http://schemas.openxmlformats.org/officeDocument/2006/relationships/image" Target="../media/image60.png"/><Relationship Id="rId4" Type="http://schemas.openxmlformats.org/officeDocument/2006/relationships/image" Target="../media/image9.png"/><Relationship Id="rId39" Type="http://schemas.openxmlformats.org/officeDocument/2006/relationships/tags" Target="../tags/tag34.xml"/><Relationship Id="rId38" Type="http://schemas.openxmlformats.org/officeDocument/2006/relationships/image" Target="../media/image59.png"/><Relationship Id="rId37" Type="http://schemas.openxmlformats.org/officeDocument/2006/relationships/tags" Target="../tags/tag33.xml"/><Relationship Id="rId36" Type="http://schemas.openxmlformats.org/officeDocument/2006/relationships/image" Target="../media/image58.png"/><Relationship Id="rId35" Type="http://schemas.openxmlformats.org/officeDocument/2006/relationships/tags" Target="../tags/tag32.xml"/><Relationship Id="rId34" Type="http://schemas.openxmlformats.org/officeDocument/2006/relationships/image" Target="../media/image57.png"/><Relationship Id="rId33" Type="http://schemas.openxmlformats.org/officeDocument/2006/relationships/image" Target="../media/image56.png"/><Relationship Id="rId32" Type="http://schemas.openxmlformats.org/officeDocument/2006/relationships/image" Target="../media/image55.png"/><Relationship Id="rId31" Type="http://schemas.openxmlformats.org/officeDocument/2006/relationships/tags" Target="../tags/tag31.xml"/><Relationship Id="rId30" Type="http://schemas.openxmlformats.org/officeDocument/2006/relationships/image" Target="../media/image54.png"/><Relationship Id="rId3" Type="http://schemas.openxmlformats.org/officeDocument/2006/relationships/image" Target="../media/image3.png"/><Relationship Id="rId29" Type="http://schemas.openxmlformats.org/officeDocument/2006/relationships/tags" Target="../tags/tag30.xml"/><Relationship Id="rId28" Type="http://schemas.openxmlformats.org/officeDocument/2006/relationships/image" Target="../media/image53.png"/><Relationship Id="rId27" Type="http://schemas.openxmlformats.org/officeDocument/2006/relationships/tags" Target="../tags/tag29.xml"/><Relationship Id="rId26" Type="http://schemas.openxmlformats.org/officeDocument/2006/relationships/tags" Target="../tags/tag28.xml"/><Relationship Id="rId25" Type="http://schemas.openxmlformats.org/officeDocument/2006/relationships/image" Target="../media/image52.png"/><Relationship Id="rId24" Type="http://schemas.openxmlformats.org/officeDocument/2006/relationships/tags" Target="../tags/tag27.xml"/><Relationship Id="rId23" Type="http://schemas.openxmlformats.org/officeDocument/2006/relationships/image" Target="../media/image51.png"/><Relationship Id="rId22" Type="http://schemas.openxmlformats.org/officeDocument/2006/relationships/tags" Target="../tags/tag26.xml"/><Relationship Id="rId21" Type="http://schemas.openxmlformats.org/officeDocument/2006/relationships/image" Target="../media/image50.png"/><Relationship Id="rId20" Type="http://schemas.openxmlformats.org/officeDocument/2006/relationships/tags" Target="../tags/tag25.xml"/><Relationship Id="rId2" Type="http://schemas.openxmlformats.org/officeDocument/2006/relationships/image" Target="../media/image2.png"/><Relationship Id="rId19" Type="http://schemas.openxmlformats.org/officeDocument/2006/relationships/image" Target="../media/image49.png"/><Relationship Id="rId18" Type="http://schemas.openxmlformats.org/officeDocument/2006/relationships/tags" Target="../tags/tag24.xml"/><Relationship Id="rId17" Type="http://schemas.openxmlformats.org/officeDocument/2006/relationships/tags" Target="../tags/tag23.xml"/><Relationship Id="rId16" Type="http://schemas.openxmlformats.org/officeDocument/2006/relationships/image" Target="../media/image48.png"/><Relationship Id="rId15" Type="http://schemas.openxmlformats.org/officeDocument/2006/relationships/tags" Target="../tags/tag22.xml"/><Relationship Id="rId14" Type="http://schemas.openxmlformats.org/officeDocument/2006/relationships/image" Target="../media/image47.png"/><Relationship Id="rId13" Type="http://schemas.openxmlformats.org/officeDocument/2006/relationships/tags" Target="../tags/tag21.xml"/><Relationship Id="rId12" Type="http://schemas.openxmlformats.org/officeDocument/2006/relationships/image" Target="../media/image46.png"/><Relationship Id="rId11" Type="http://schemas.openxmlformats.org/officeDocument/2006/relationships/tags" Target="../tags/tag20.xml"/><Relationship Id="rId10" Type="http://schemas.openxmlformats.org/officeDocument/2006/relationships/image" Target="../media/image45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image" Target="../media/image17.png"/><Relationship Id="rId7" Type="http://schemas.openxmlformats.org/officeDocument/2006/relationships/tags" Target="../tags/tag45.xml"/><Relationship Id="rId6" Type="http://schemas.openxmlformats.org/officeDocument/2006/relationships/image" Target="../media/image44.png"/><Relationship Id="rId51" Type="http://schemas.openxmlformats.org/officeDocument/2006/relationships/notesSlide" Target="../notesSlides/notesSlide18.xml"/><Relationship Id="rId50" Type="http://schemas.openxmlformats.org/officeDocument/2006/relationships/slideLayout" Target="../slideLayouts/slideLayout1.xml"/><Relationship Id="rId5" Type="http://schemas.openxmlformats.org/officeDocument/2006/relationships/tags" Target="../tags/tag44.xml"/><Relationship Id="rId49" Type="http://schemas.openxmlformats.org/officeDocument/2006/relationships/tags" Target="../tags/tag70.xml"/><Relationship Id="rId48" Type="http://schemas.openxmlformats.org/officeDocument/2006/relationships/tags" Target="../tags/tag69.xml"/><Relationship Id="rId47" Type="http://schemas.openxmlformats.org/officeDocument/2006/relationships/tags" Target="../tags/tag68.xml"/><Relationship Id="rId46" Type="http://schemas.openxmlformats.org/officeDocument/2006/relationships/tags" Target="../tags/tag67.xml"/><Relationship Id="rId45" Type="http://schemas.openxmlformats.org/officeDocument/2006/relationships/tags" Target="../tags/tag66.xml"/><Relationship Id="rId44" Type="http://schemas.openxmlformats.org/officeDocument/2006/relationships/tags" Target="../tags/tag65.xml"/><Relationship Id="rId43" Type="http://schemas.openxmlformats.org/officeDocument/2006/relationships/tags" Target="../tags/tag64.xml"/><Relationship Id="rId42" Type="http://schemas.openxmlformats.org/officeDocument/2006/relationships/tags" Target="../tags/tag63.xml"/><Relationship Id="rId41" Type="http://schemas.openxmlformats.org/officeDocument/2006/relationships/tags" Target="../tags/tag62.xml"/><Relationship Id="rId40" Type="http://schemas.openxmlformats.org/officeDocument/2006/relationships/image" Target="../media/image60.png"/><Relationship Id="rId4" Type="http://schemas.openxmlformats.org/officeDocument/2006/relationships/image" Target="../media/image9.png"/><Relationship Id="rId39" Type="http://schemas.openxmlformats.org/officeDocument/2006/relationships/tags" Target="../tags/tag61.xml"/><Relationship Id="rId38" Type="http://schemas.openxmlformats.org/officeDocument/2006/relationships/image" Target="../media/image59.png"/><Relationship Id="rId37" Type="http://schemas.openxmlformats.org/officeDocument/2006/relationships/tags" Target="../tags/tag60.xml"/><Relationship Id="rId36" Type="http://schemas.openxmlformats.org/officeDocument/2006/relationships/image" Target="../media/image58.png"/><Relationship Id="rId35" Type="http://schemas.openxmlformats.org/officeDocument/2006/relationships/tags" Target="../tags/tag59.xml"/><Relationship Id="rId34" Type="http://schemas.openxmlformats.org/officeDocument/2006/relationships/image" Target="../media/image57.png"/><Relationship Id="rId33" Type="http://schemas.openxmlformats.org/officeDocument/2006/relationships/image" Target="../media/image56.png"/><Relationship Id="rId32" Type="http://schemas.openxmlformats.org/officeDocument/2006/relationships/image" Target="../media/image55.png"/><Relationship Id="rId31" Type="http://schemas.openxmlformats.org/officeDocument/2006/relationships/tags" Target="../tags/tag58.xml"/><Relationship Id="rId30" Type="http://schemas.openxmlformats.org/officeDocument/2006/relationships/image" Target="../media/image54.png"/><Relationship Id="rId3" Type="http://schemas.openxmlformats.org/officeDocument/2006/relationships/image" Target="../media/image3.png"/><Relationship Id="rId29" Type="http://schemas.openxmlformats.org/officeDocument/2006/relationships/tags" Target="../tags/tag57.xml"/><Relationship Id="rId28" Type="http://schemas.openxmlformats.org/officeDocument/2006/relationships/image" Target="../media/image53.png"/><Relationship Id="rId27" Type="http://schemas.openxmlformats.org/officeDocument/2006/relationships/tags" Target="../tags/tag56.xml"/><Relationship Id="rId26" Type="http://schemas.openxmlformats.org/officeDocument/2006/relationships/tags" Target="../tags/tag55.xml"/><Relationship Id="rId25" Type="http://schemas.openxmlformats.org/officeDocument/2006/relationships/image" Target="../media/image52.png"/><Relationship Id="rId24" Type="http://schemas.openxmlformats.org/officeDocument/2006/relationships/tags" Target="../tags/tag54.xml"/><Relationship Id="rId23" Type="http://schemas.openxmlformats.org/officeDocument/2006/relationships/image" Target="../media/image51.png"/><Relationship Id="rId22" Type="http://schemas.openxmlformats.org/officeDocument/2006/relationships/tags" Target="../tags/tag53.xml"/><Relationship Id="rId21" Type="http://schemas.openxmlformats.org/officeDocument/2006/relationships/image" Target="../media/image50.png"/><Relationship Id="rId20" Type="http://schemas.openxmlformats.org/officeDocument/2006/relationships/tags" Target="../tags/tag52.xml"/><Relationship Id="rId2" Type="http://schemas.openxmlformats.org/officeDocument/2006/relationships/image" Target="../media/image2.png"/><Relationship Id="rId19" Type="http://schemas.openxmlformats.org/officeDocument/2006/relationships/image" Target="../media/image49.png"/><Relationship Id="rId18" Type="http://schemas.openxmlformats.org/officeDocument/2006/relationships/tags" Target="../tags/tag51.xml"/><Relationship Id="rId17" Type="http://schemas.openxmlformats.org/officeDocument/2006/relationships/tags" Target="../tags/tag50.xml"/><Relationship Id="rId16" Type="http://schemas.openxmlformats.org/officeDocument/2006/relationships/image" Target="../media/image48.png"/><Relationship Id="rId15" Type="http://schemas.openxmlformats.org/officeDocument/2006/relationships/tags" Target="../tags/tag49.xml"/><Relationship Id="rId14" Type="http://schemas.openxmlformats.org/officeDocument/2006/relationships/image" Target="../media/image47.png"/><Relationship Id="rId13" Type="http://schemas.openxmlformats.org/officeDocument/2006/relationships/tags" Target="../tags/tag48.xml"/><Relationship Id="rId12" Type="http://schemas.openxmlformats.org/officeDocument/2006/relationships/image" Target="../media/image46.png"/><Relationship Id="rId11" Type="http://schemas.openxmlformats.org/officeDocument/2006/relationships/tags" Target="../tags/tag47.xml"/><Relationship Id="rId10" Type="http://schemas.openxmlformats.org/officeDocument/2006/relationships/image" Target="../media/image45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png"/><Relationship Id="rId8" Type="http://schemas.openxmlformats.org/officeDocument/2006/relationships/image" Target="../media/image30.png"/><Relationship Id="rId7" Type="http://schemas.openxmlformats.org/officeDocument/2006/relationships/image" Target="../media/image29.png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9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2" Type="http://schemas.openxmlformats.org/officeDocument/2006/relationships/notesSlide" Target="../notesSlides/notesSlide19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32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37.png"/><Relationship Id="rId8" Type="http://schemas.openxmlformats.org/officeDocument/2006/relationships/image" Target="../media/image36.png"/><Relationship Id="rId7" Type="http://schemas.openxmlformats.org/officeDocument/2006/relationships/image" Target="../media/image35.png"/><Relationship Id="rId6" Type="http://schemas.openxmlformats.org/officeDocument/2006/relationships/image" Target="../media/image22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3" Type="http://schemas.openxmlformats.org/officeDocument/2006/relationships/notesSlide" Target="../notesSlides/notesSlide20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39.png"/><Relationship Id="rId10" Type="http://schemas.openxmlformats.org/officeDocument/2006/relationships/image" Target="../media/image38.pn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5.png"/><Relationship Id="rId8" Type="http://schemas.openxmlformats.org/officeDocument/2006/relationships/image" Target="../media/image64.png"/><Relationship Id="rId7" Type="http://schemas.openxmlformats.org/officeDocument/2006/relationships/image" Target="../media/image63.png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9.png"/><Relationship Id="rId3" Type="http://schemas.openxmlformats.org/officeDocument/2006/relationships/image" Target="../media/image3.png"/><Relationship Id="rId25" Type="http://schemas.openxmlformats.org/officeDocument/2006/relationships/notesSlide" Target="../notesSlides/notesSlide21.xml"/><Relationship Id="rId24" Type="http://schemas.openxmlformats.org/officeDocument/2006/relationships/slideLayout" Target="../slideLayouts/slideLayout1.xml"/><Relationship Id="rId23" Type="http://schemas.openxmlformats.org/officeDocument/2006/relationships/image" Target="../media/image57.png"/><Relationship Id="rId22" Type="http://schemas.openxmlformats.org/officeDocument/2006/relationships/image" Target="../media/image56.png"/><Relationship Id="rId21" Type="http://schemas.openxmlformats.org/officeDocument/2006/relationships/image" Target="../media/image77.png"/><Relationship Id="rId20" Type="http://schemas.openxmlformats.org/officeDocument/2006/relationships/image" Target="../media/image76.png"/><Relationship Id="rId2" Type="http://schemas.openxmlformats.org/officeDocument/2006/relationships/image" Target="../media/image2.png"/><Relationship Id="rId19" Type="http://schemas.openxmlformats.org/officeDocument/2006/relationships/image" Target="../media/image75.png"/><Relationship Id="rId18" Type="http://schemas.openxmlformats.org/officeDocument/2006/relationships/image" Target="../media/image74.png"/><Relationship Id="rId17" Type="http://schemas.openxmlformats.org/officeDocument/2006/relationships/image" Target="../media/image73.png"/><Relationship Id="rId16" Type="http://schemas.openxmlformats.org/officeDocument/2006/relationships/image" Target="../media/image72.png"/><Relationship Id="rId15" Type="http://schemas.openxmlformats.org/officeDocument/2006/relationships/image" Target="../media/image71.png"/><Relationship Id="rId14" Type="http://schemas.openxmlformats.org/officeDocument/2006/relationships/image" Target="../media/image70.png"/><Relationship Id="rId13" Type="http://schemas.openxmlformats.org/officeDocument/2006/relationships/image" Target="../media/image69.png"/><Relationship Id="rId12" Type="http://schemas.openxmlformats.org/officeDocument/2006/relationships/image" Target="../media/image68.png"/><Relationship Id="rId11" Type="http://schemas.openxmlformats.org/officeDocument/2006/relationships/image" Target="../media/image67.png"/><Relationship Id="rId10" Type="http://schemas.openxmlformats.org/officeDocument/2006/relationships/image" Target="../media/image66.pn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7.png"/><Relationship Id="rId8" Type="http://schemas.openxmlformats.org/officeDocument/2006/relationships/image" Target="../media/image36.png"/><Relationship Id="rId7" Type="http://schemas.openxmlformats.org/officeDocument/2006/relationships/image" Target="../media/image35.png"/><Relationship Id="rId6" Type="http://schemas.openxmlformats.org/officeDocument/2006/relationships/image" Target="../media/image22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3" Type="http://schemas.openxmlformats.org/officeDocument/2006/relationships/notesSlide" Target="../notesSlides/notesSlide22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39.png"/><Relationship Id="rId10" Type="http://schemas.openxmlformats.org/officeDocument/2006/relationships/image" Target="../media/image38.png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image" Target="../media/image17.png"/><Relationship Id="rId7" Type="http://schemas.openxmlformats.org/officeDocument/2006/relationships/tags" Target="../tags/tag72.xml"/><Relationship Id="rId6" Type="http://schemas.openxmlformats.org/officeDocument/2006/relationships/image" Target="../media/image44.png"/><Relationship Id="rId51" Type="http://schemas.openxmlformats.org/officeDocument/2006/relationships/notesSlide" Target="../notesSlides/notesSlide23.xml"/><Relationship Id="rId50" Type="http://schemas.openxmlformats.org/officeDocument/2006/relationships/slideLayout" Target="../slideLayouts/slideLayout1.xml"/><Relationship Id="rId5" Type="http://schemas.openxmlformats.org/officeDocument/2006/relationships/tags" Target="../tags/tag71.xml"/><Relationship Id="rId49" Type="http://schemas.openxmlformats.org/officeDocument/2006/relationships/tags" Target="../tags/tag97.xml"/><Relationship Id="rId48" Type="http://schemas.openxmlformats.org/officeDocument/2006/relationships/tags" Target="../tags/tag96.xml"/><Relationship Id="rId47" Type="http://schemas.openxmlformats.org/officeDocument/2006/relationships/tags" Target="../tags/tag95.xml"/><Relationship Id="rId46" Type="http://schemas.openxmlformats.org/officeDocument/2006/relationships/tags" Target="../tags/tag94.xml"/><Relationship Id="rId45" Type="http://schemas.openxmlformats.org/officeDocument/2006/relationships/tags" Target="../tags/tag93.xml"/><Relationship Id="rId44" Type="http://schemas.openxmlformats.org/officeDocument/2006/relationships/tags" Target="../tags/tag92.xml"/><Relationship Id="rId43" Type="http://schemas.openxmlformats.org/officeDocument/2006/relationships/tags" Target="../tags/tag91.xml"/><Relationship Id="rId42" Type="http://schemas.openxmlformats.org/officeDocument/2006/relationships/tags" Target="../tags/tag90.xml"/><Relationship Id="rId41" Type="http://schemas.openxmlformats.org/officeDocument/2006/relationships/tags" Target="../tags/tag89.xml"/><Relationship Id="rId40" Type="http://schemas.openxmlformats.org/officeDocument/2006/relationships/image" Target="../media/image60.png"/><Relationship Id="rId4" Type="http://schemas.openxmlformats.org/officeDocument/2006/relationships/image" Target="../media/image9.png"/><Relationship Id="rId39" Type="http://schemas.openxmlformats.org/officeDocument/2006/relationships/tags" Target="../tags/tag88.xml"/><Relationship Id="rId38" Type="http://schemas.openxmlformats.org/officeDocument/2006/relationships/image" Target="../media/image59.png"/><Relationship Id="rId37" Type="http://schemas.openxmlformats.org/officeDocument/2006/relationships/tags" Target="../tags/tag87.xml"/><Relationship Id="rId36" Type="http://schemas.openxmlformats.org/officeDocument/2006/relationships/image" Target="../media/image58.png"/><Relationship Id="rId35" Type="http://schemas.openxmlformats.org/officeDocument/2006/relationships/tags" Target="../tags/tag86.xml"/><Relationship Id="rId34" Type="http://schemas.openxmlformats.org/officeDocument/2006/relationships/image" Target="../media/image57.png"/><Relationship Id="rId33" Type="http://schemas.openxmlformats.org/officeDocument/2006/relationships/image" Target="../media/image56.png"/><Relationship Id="rId32" Type="http://schemas.openxmlformats.org/officeDocument/2006/relationships/image" Target="../media/image55.png"/><Relationship Id="rId31" Type="http://schemas.openxmlformats.org/officeDocument/2006/relationships/tags" Target="../tags/tag85.xml"/><Relationship Id="rId30" Type="http://schemas.openxmlformats.org/officeDocument/2006/relationships/image" Target="../media/image54.png"/><Relationship Id="rId3" Type="http://schemas.openxmlformats.org/officeDocument/2006/relationships/image" Target="../media/image3.png"/><Relationship Id="rId29" Type="http://schemas.openxmlformats.org/officeDocument/2006/relationships/tags" Target="../tags/tag84.xml"/><Relationship Id="rId28" Type="http://schemas.openxmlformats.org/officeDocument/2006/relationships/image" Target="../media/image53.png"/><Relationship Id="rId27" Type="http://schemas.openxmlformats.org/officeDocument/2006/relationships/tags" Target="../tags/tag83.xml"/><Relationship Id="rId26" Type="http://schemas.openxmlformats.org/officeDocument/2006/relationships/tags" Target="../tags/tag82.xml"/><Relationship Id="rId25" Type="http://schemas.openxmlformats.org/officeDocument/2006/relationships/image" Target="../media/image52.png"/><Relationship Id="rId24" Type="http://schemas.openxmlformats.org/officeDocument/2006/relationships/tags" Target="../tags/tag81.xml"/><Relationship Id="rId23" Type="http://schemas.openxmlformats.org/officeDocument/2006/relationships/image" Target="../media/image51.png"/><Relationship Id="rId22" Type="http://schemas.openxmlformats.org/officeDocument/2006/relationships/tags" Target="../tags/tag80.xml"/><Relationship Id="rId21" Type="http://schemas.openxmlformats.org/officeDocument/2006/relationships/image" Target="../media/image50.png"/><Relationship Id="rId20" Type="http://schemas.openxmlformats.org/officeDocument/2006/relationships/tags" Target="../tags/tag79.xml"/><Relationship Id="rId2" Type="http://schemas.openxmlformats.org/officeDocument/2006/relationships/image" Target="../media/image2.png"/><Relationship Id="rId19" Type="http://schemas.openxmlformats.org/officeDocument/2006/relationships/image" Target="../media/image49.png"/><Relationship Id="rId18" Type="http://schemas.openxmlformats.org/officeDocument/2006/relationships/tags" Target="../tags/tag78.xml"/><Relationship Id="rId17" Type="http://schemas.openxmlformats.org/officeDocument/2006/relationships/tags" Target="../tags/tag77.xml"/><Relationship Id="rId16" Type="http://schemas.openxmlformats.org/officeDocument/2006/relationships/image" Target="../media/image48.png"/><Relationship Id="rId15" Type="http://schemas.openxmlformats.org/officeDocument/2006/relationships/tags" Target="../tags/tag76.xml"/><Relationship Id="rId14" Type="http://schemas.openxmlformats.org/officeDocument/2006/relationships/image" Target="../media/image47.png"/><Relationship Id="rId13" Type="http://schemas.openxmlformats.org/officeDocument/2006/relationships/tags" Target="../tags/tag75.xml"/><Relationship Id="rId12" Type="http://schemas.openxmlformats.org/officeDocument/2006/relationships/image" Target="../media/image46.png"/><Relationship Id="rId11" Type="http://schemas.openxmlformats.org/officeDocument/2006/relationships/tags" Target="../tags/tag74.xml"/><Relationship Id="rId10" Type="http://schemas.openxmlformats.org/officeDocument/2006/relationships/image" Target="../media/image45.pn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100.xml"/><Relationship Id="rId8" Type="http://schemas.openxmlformats.org/officeDocument/2006/relationships/image" Target="../media/image17.png"/><Relationship Id="rId7" Type="http://schemas.openxmlformats.org/officeDocument/2006/relationships/tags" Target="../tags/tag99.xml"/><Relationship Id="rId6" Type="http://schemas.openxmlformats.org/officeDocument/2006/relationships/image" Target="../media/image44.png"/><Relationship Id="rId51" Type="http://schemas.openxmlformats.org/officeDocument/2006/relationships/notesSlide" Target="../notesSlides/notesSlide24.xml"/><Relationship Id="rId50" Type="http://schemas.openxmlformats.org/officeDocument/2006/relationships/slideLayout" Target="../slideLayouts/slideLayout1.xml"/><Relationship Id="rId5" Type="http://schemas.openxmlformats.org/officeDocument/2006/relationships/tags" Target="../tags/tag98.xml"/><Relationship Id="rId49" Type="http://schemas.openxmlformats.org/officeDocument/2006/relationships/tags" Target="../tags/tag124.xml"/><Relationship Id="rId48" Type="http://schemas.openxmlformats.org/officeDocument/2006/relationships/tags" Target="../tags/tag123.xml"/><Relationship Id="rId47" Type="http://schemas.openxmlformats.org/officeDocument/2006/relationships/tags" Target="../tags/tag122.xml"/><Relationship Id="rId46" Type="http://schemas.openxmlformats.org/officeDocument/2006/relationships/tags" Target="../tags/tag121.xml"/><Relationship Id="rId45" Type="http://schemas.openxmlformats.org/officeDocument/2006/relationships/tags" Target="../tags/tag120.xml"/><Relationship Id="rId44" Type="http://schemas.openxmlformats.org/officeDocument/2006/relationships/tags" Target="../tags/tag119.xml"/><Relationship Id="rId43" Type="http://schemas.openxmlformats.org/officeDocument/2006/relationships/tags" Target="../tags/tag118.xml"/><Relationship Id="rId42" Type="http://schemas.openxmlformats.org/officeDocument/2006/relationships/tags" Target="../tags/tag117.xml"/><Relationship Id="rId41" Type="http://schemas.openxmlformats.org/officeDocument/2006/relationships/tags" Target="../tags/tag116.xml"/><Relationship Id="rId40" Type="http://schemas.openxmlformats.org/officeDocument/2006/relationships/image" Target="../media/image60.png"/><Relationship Id="rId4" Type="http://schemas.openxmlformats.org/officeDocument/2006/relationships/image" Target="../media/image9.png"/><Relationship Id="rId39" Type="http://schemas.openxmlformats.org/officeDocument/2006/relationships/tags" Target="../tags/tag115.xml"/><Relationship Id="rId38" Type="http://schemas.openxmlformats.org/officeDocument/2006/relationships/image" Target="../media/image59.png"/><Relationship Id="rId37" Type="http://schemas.openxmlformats.org/officeDocument/2006/relationships/tags" Target="../tags/tag114.xml"/><Relationship Id="rId36" Type="http://schemas.openxmlformats.org/officeDocument/2006/relationships/image" Target="../media/image58.png"/><Relationship Id="rId35" Type="http://schemas.openxmlformats.org/officeDocument/2006/relationships/tags" Target="../tags/tag113.xml"/><Relationship Id="rId34" Type="http://schemas.openxmlformats.org/officeDocument/2006/relationships/image" Target="../media/image57.png"/><Relationship Id="rId33" Type="http://schemas.openxmlformats.org/officeDocument/2006/relationships/image" Target="../media/image56.png"/><Relationship Id="rId32" Type="http://schemas.openxmlformats.org/officeDocument/2006/relationships/image" Target="../media/image55.png"/><Relationship Id="rId31" Type="http://schemas.openxmlformats.org/officeDocument/2006/relationships/tags" Target="../tags/tag112.xml"/><Relationship Id="rId30" Type="http://schemas.openxmlformats.org/officeDocument/2006/relationships/image" Target="../media/image54.png"/><Relationship Id="rId3" Type="http://schemas.openxmlformats.org/officeDocument/2006/relationships/image" Target="../media/image3.png"/><Relationship Id="rId29" Type="http://schemas.openxmlformats.org/officeDocument/2006/relationships/tags" Target="../tags/tag111.xml"/><Relationship Id="rId28" Type="http://schemas.openxmlformats.org/officeDocument/2006/relationships/image" Target="../media/image53.png"/><Relationship Id="rId27" Type="http://schemas.openxmlformats.org/officeDocument/2006/relationships/tags" Target="../tags/tag110.xml"/><Relationship Id="rId26" Type="http://schemas.openxmlformats.org/officeDocument/2006/relationships/tags" Target="../tags/tag109.xml"/><Relationship Id="rId25" Type="http://schemas.openxmlformats.org/officeDocument/2006/relationships/image" Target="../media/image52.png"/><Relationship Id="rId24" Type="http://schemas.openxmlformats.org/officeDocument/2006/relationships/tags" Target="../tags/tag108.xml"/><Relationship Id="rId23" Type="http://schemas.openxmlformats.org/officeDocument/2006/relationships/image" Target="../media/image51.png"/><Relationship Id="rId22" Type="http://schemas.openxmlformats.org/officeDocument/2006/relationships/tags" Target="../tags/tag107.xml"/><Relationship Id="rId21" Type="http://schemas.openxmlformats.org/officeDocument/2006/relationships/image" Target="../media/image50.png"/><Relationship Id="rId20" Type="http://schemas.openxmlformats.org/officeDocument/2006/relationships/tags" Target="../tags/tag106.xml"/><Relationship Id="rId2" Type="http://schemas.openxmlformats.org/officeDocument/2006/relationships/image" Target="../media/image2.png"/><Relationship Id="rId19" Type="http://schemas.openxmlformats.org/officeDocument/2006/relationships/image" Target="../media/image49.png"/><Relationship Id="rId18" Type="http://schemas.openxmlformats.org/officeDocument/2006/relationships/tags" Target="../tags/tag105.xml"/><Relationship Id="rId17" Type="http://schemas.openxmlformats.org/officeDocument/2006/relationships/tags" Target="../tags/tag104.xml"/><Relationship Id="rId16" Type="http://schemas.openxmlformats.org/officeDocument/2006/relationships/image" Target="../media/image48.png"/><Relationship Id="rId15" Type="http://schemas.openxmlformats.org/officeDocument/2006/relationships/tags" Target="../tags/tag103.xml"/><Relationship Id="rId14" Type="http://schemas.openxmlformats.org/officeDocument/2006/relationships/image" Target="../media/image47.png"/><Relationship Id="rId13" Type="http://schemas.openxmlformats.org/officeDocument/2006/relationships/tags" Target="../tags/tag102.xml"/><Relationship Id="rId12" Type="http://schemas.openxmlformats.org/officeDocument/2006/relationships/image" Target="../media/image46.png"/><Relationship Id="rId11" Type="http://schemas.openxmlformats.org/officeDocument/2006/relationships/tags" Target="../tags/tag101.xml"/><Relationship Id="rId10" Type="http://schemas.openxmlformats.org/officeDocument/2006/relationships/image" Target="../media/image45.png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png"/><Relationship Id="rId8" Type="http://schemas.openxmlformats.org/officeDocument/2006/relationships/image" Target="../media/image30.png"/><Relationship Id="rId7" Type="http://schemas.openxmlformats.org/officeDocument/2006/relationships/image" Target="../media/image29.png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9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2" Type="http://schemas.openxmlformats.org/officeDocument/2006/relationships/notesSlide" Target="../notesSlides/notesSlide25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32.png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image" Target="../media/image19.png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9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7" Type="http://schemas.openxmlformats.org/officeDocument/2006/relationships/notesSlide" Target="../notesSlides/notesSlide26.x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26.png"/><Relationship Id="rId14" Type="http://schemas.openxmlformats.org/officeDocument/2006/relationships/image" Target="../media/image25.png"/><Relationship Id="rId13" Type="http://schemas.openxmlformats.org/officeDocument/2006/relationships/image" Target="../media/image24.png"/><Relationship Id="rId12" Type="http://schemas.openxmlformats.org/officeDocument/2006/relationships/image" Target="../media/image23.png"/><Relationship Id="rId11" Type="http://schemas.openxmlformats.org/officeDocument/2006/relationships/image" Target="../media/image22.png"/><Relationship Id="rId10" Type="http://schemas.openxmlformats.org/officeDocument/2006/relationships/image" Target="../media/image21.png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127.xml"/><Relationship Id="rId8" Type="http://schemas.openxmlformats.org/officeDocument/2006/relationships/image" Target="../media/image17.png"/><Relationship Id="rId7" Type="http://schemas.openxmlformats.org/officeDocument/2006/relationships/tags" Target="../tags/tag126.xml"/><Relationship Id="rId6" Type="http://schemas.openxmlformats.org/officeDocument/2006/relationships/image" Target="../media/image44.png"/><Relationship Id="rId51" Type="http://schemas.openxmlformats.org/officeDocument/2006/relationships/notesSlide" Target="../notesSlides/notesSlide27.xml"/><Relationship Id="rId50" Type="http://schemas.openxmlformats.org/officeDocument/2006/relationships/slideLayout" Target="../slideLayouts/slideLayout1.xml"/><Relationship Id="rId5" Type="http://schemas.openxmlformats.org/officeDocument/2006/relationships/tags" Target="../tags/tag125.xml"/><Relationship Id="rId49" Type="http://schemas.openxmlformats.org/officeDocument/2006/relationships/tags" Target="../tags/tag151.xml"/><Relationship Id="rId48" Type="http://schemas.openxmlformats.org/officeDocument/2006/relationships/tags" Target="../tags/tag150.xml"/><Relationship Id="rId47" Type="http://schemas.openxmlformats.org/officeDocument/2006/relationships/tags" Target="../tags/tag149.xml"/><Relationship Id="rId46" Type="http://schemas.openxmlformats.org/officeDocument/2006/relationships/tags" Target="../tags/tag148.xml"/><Relationship Id="rId45" Type="http://schemas.openxmlformats.org/officeDocument/2006/relationships/tags" Target="../tags/tag147.xml"/><Relationship Id="rId44" Type="http://schemas.openxmlformats.org/officeDocument/2006/relationships/tags" Target="../tags/tag146.xml"/><Relationship Id="rId43" Type="http://schemas.openxmlformats.org/officeDocument/2006/relationships/tags" Target="../tags/tag145.xml"/><Relationship Id="rId42" Type="http://schemas.openxmlformats.org/officeDocument/2006/relationships/tags" Target="../tags/tag144.xml"/><Relationship Id="rId41" Type="http://schemas.openxmlformats.org/officeDocument/2006/relationships/tags" Target="../tags/tag143.xml"/><Relationship Id="rId40" Type="http://schemas.openxmlformats.org/officeDocument/2006/relationships/image" Target="../media/image60.png"/><Relationship Id="rId4" Type="http://schemas.openxmlformats.org/officeDocument/2006/relationships/image" Target="../media/image9.png"/><Relationship Id="rId39" Type="http://schemas.openxmlformats.org/officeDocument/2006/relationships/tags" Target="../tags/tag142.xml"/><Relationship Id="rId38" Type="http://schemas.openxmlformats.org/officeDocument/2006/relationships/image" Target="../media/image59.png"/><Relationship Id="rId37" Type="http://schemas.openxmlformats.org/officeDocument/2006/relationships/tags" Target="../tags/tag141.xml"/><Relationship Id="rId36" Type="http://schemas.openxmlformats.org/officeDocument/2006/relationships/image" Target="../media/image58.png"/><Relationship Id="rId35" Type="http://schemas.openxmlformats.org/officeDocument/2006/relationships/tags" Target="../tags/tag140.xml"/><Relationship Id="rId34" Type="http://schemas.openxmlformats.org/officeDocument/2006/relationships/image" Target="../media/image57.png"/><Relationship Id="rId33" Type="http://schemas.openxmlformats.org/officeDocument/2006/relationships/image" Target="../media/image56.png"/><Relationship Id="rId32" Type="http://schemas.openxmlformats.org/officeDocument/2006/relationships/image" Target="../media/image55.png"/><Relationship Id="rId31" Type="http://schemas.openxmlformats.org/officeDocument/2006/relationships/tags" Target="../tags/tag139.xml"/><Relationship Id="rId30" Type="http://schemas.openxmlformats.org/officeDocument/2006/relationships/image" Target="../media/image54.png"/><Relationship Id="rId3" Type="http://schemas.openxmlformats.org/officeDocument/2006/relationships/image" Target="../media/image3.png"/><Relationship Id="rId29" Type="http://schemas.openxmlformats.org/officeDocument/2006/relationships/tags" Target="../tags/tag138.xml"/><Relationship Id="rId28" Type="http://schemas.openxmlformats.org/officeDocument/2006/relationships/image" Target="../media/image53.png"/><Relationship Id="rId27" Type="http://schemas.openxmlformats.org/officeDocument/2006/relationships/tags" Target="../tags/tag137.xml"/><Relationship Id="rId26" Type="http://schemas.openxmlformats.org/officeDocument/2006/relationships/tags" Target="../tags/tag136.xml"/><Relationship Id="rId25" Type="http://schemas.openxmlformats.org/officeDocument/2006/relationships/image" Target="../media/image52.png"/><Relationship Id="rId24" Type="http://schemas.openxmlformats.org/officeDocument/2006/relationships/tags" Target="../tags/tag135.xml"/><Relationship Id="rId23" Type="http://schemas.openxmlformats.org/officeDocument/2006/relationships/image" Target="../media/image51.png"/><Relationship Id="rId22" Type="http://schemas.openxmlformats.org/officeDocument/2006/relationships/tags" Target="../tags/tag134.xml"/><Relationship Id="rId21" Type="http://schemas.openxmlformats.org/officeDocument/2006/relationships/image" Target="../media/image50.png"/><Relationship Id="rId20" Type="http://schemas.openxmlformats.org/officeDocument/2006/relationships/tags" Target="../tags/tag133.xml"/><Relationship Id="rId2" Type="http://schemas.openxmlformats.org/officeDocument/2006/relationships/image" Target="../media/image2.png"/><Relationship Id="rId19" Type="http://schemas.openxmlformats.org/officeDocument/2006/relationships/image" Target="../media/image49.png"/><Relationship Id="rId18" Type="http://schemas.openxmlformats.org/officeDocument/2006/relationships/tags" Target="../tags/tag132.xml"/><Relationship Id="rId17" Type="http://schemas.openxmlformats.org/officeDocument/2006/relationships/tags" Target="../tags/tag131.xml"/><Relationship Id="rId16" Type="http://schemas.openxmlformats.org/officeDocument/2006/relationships/image" Target="../media/image48.png"/><Relationship Id="rId15" Type="http://schemas.openxmlformats.org/officeDocument/2006/relationships/tags" Target="../tags/tag130.xml"/><Relationship Id="rId14" Type="http://schemas.openxmlformats.org/officeDocument/2006/relationships/image" Target="../media/image47.png"/><Relationship Id="rId13" Type="http://schemas.openxmlformats.org/officeDocument/2006/relationships/tags" Target="../tags/tag129.xml"/><Relationship Id="rId12" Type="http://schemas.openxmlformats.org/officeDocument/2006/relationships/image" Target="../media/image46.png"/><Relationship Id="rId11" Type="http://schemas.openxmlformats.org/officeDocument/2006/relationships/tags" Target="../tags/tag128.xml"/><Relationship Id="rId10" Type="http://schemas.openxmlformats.org/officeDocument/2006/relationships/image" Target="../media/image45.png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png"/><Relationship Id="rId8" Type="http://schemas.openxmlformats.org/officeDocument/2006/relationships/image" Target="../media/image30.png"/><Relationship Id="rId7" Type="http://schemas.openxmlformats.org/officeDocument/2006/relationships/image" Target="../media/image29.png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9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2" Type="http://schemas.openxmlformats.org/officeDocument/2006/relationships/notesSlide" Target="../notesSlides/notesSlide28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32.png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9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80.png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9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7000" y="2044700"/>
            <a:ext cx="8318500" cy="1663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7000" y="3568700"/>
            <a:ext cx="7734300" cy="317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7000" y="5143500"/>
            <a:ext cx="4902200" cy="190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36700" y="4254500"/>
            <a:ext cx="711200" cy="7620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1460500" y="2082800"/>
            <a:ext cx="9436100" cy="603448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Poppins_Bold" pitchFamily="34" charset="0"/>
                <a:ea typeface="Poppins_Bold" pitchFamily="34" charset="-122"/>
                <a:cs typeface="Poppins_Bold" pitchFamily="34" charset="-120"/>
              </a:rPr>
              <a:t>Mastering Agents:</a:t>
            </a:r>
            <a:endParaRPr lang="en-US" sz="4400" dirty="0"/>
          </a:p>
        </p:txBody>
      </p:sp>
      <p:sp>
        <p:nvSpPr>
          <p:cNvPr id="11" name="Text 1"/>
          <p:cNvSpPr/>
          <p:nvPr/>
        </p:nvSpPr>
        <p:spPr>
          <a:xfrm>
            <a:off x="1460500" y="2686249"/>
            <a:ext cx="9436100" cy="603448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Poppins_Bold" pitchFamily="34" charset="0"/>
                <a:ea typeface="Poppins_Bold" pitchFamily="34" charset="-122"/>
                <a:cs typeface="Poppins_Bold" pitchFamily="34" charset="-120"/>
              </a:rPr>
              <a:t>Intelligent Agents</a:t>
            </a:r>
            <a:endParaRPr lang="en-US" sz="4400" dirty="0"/>
          </a:p>
        </p:txBody>
      </p:sp>
      <p:sp>
        <p:nvSpPr>
          <p:cNvPr id="12" name="Text 2"/>
          <p:cNvSpPr/>
          <p:nvPr/>
        </p:nvSpPr>
        <p:spPr>
          <a:xfrm>
            <a:off x="1460500" y="3606800"/>
            <a:ext cx="12687300" cy="259556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45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oppins_Bold" pitchFamily="34" charset="0"/>
                <a:ea typeface="Poppins_Bold" pitchFamily="34" charset="-122"/>
                <a:cs typeface="Poppins_Bold" pitchFamily="34" charset="-120"/>
              </a:rPr>
              <a:t>• Reasoning Frameworks • Ecosystem Layers • Workflow Mastery</a:t>
            </a:r>
            <a:endParaRPr lang="en-US" sz="1800" dirty="0"/>
          </a:p>
        </p:txBody>
      </p:sp>
      <p:sp>
        <p:nvSpPr>
          <p:cNvPr id="13" name="Text 3"/>
          <p:cNvSpPr/>
          <p:nvPr/>
        </p:nvSpPr>
        <p:spPr>
          <a:xfrm>
            <a:off x="1460500" y="5181600"/>
            <a:ext cx="10572750" cy="191889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1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January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14400" y="3911600"/>
            <a:ext cx="2184400" cy="584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562100" y="3327400"/>
            <a:ext cx="774700" cy="495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644900" y="3911600"/>
            <a:ext cx="2184400" cy="584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4279900" y="3327400"/>
            <a:ext cx="876300" cy="4953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6362700" y="3911600"/>
            <a:ext cx="2184400" cy="850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6997700" y="3327400"/>
            <a:ext cx="876300" cy="4953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093200" y="3911600"/>
            <a:ext cx="2184400" cy="584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9728200" y="3327400"/>
            <a:ext cx="863600" cy="4953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603500" y="977900"/>
            <a:ext cx="6985000" cy="635000"/>
          </a:xfrm>
          <a:prstGeom prst="rect">
            <a:avLst/>
          </a:prstGeom>
        </p:spPr>
      </p:pic>
      <p:sp>
        <p:nvSpPr>
          <p:cNvPr id="15" name="Text 0"/>
          <p:cNvSpPr/>
          <p:nvPr>
            <p:custDataLst>
              <p:tags r:id="rId19"/>
            </p:custDataLst>
          </p:nvPr>
        </p:nvSpPr>
        <p:spPr>
          <a:xfrm>
            <a:off x="977900" y="3946724"/>
            <a:ext cx="1981200" cy="767953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015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Define What is AI Agent</a:t>
            </a:r>
            <a:endParaRPr lang="en-US" sz="1400" dirty="0"/>
          </a:p>
        </p:txBody>
      </p:sp>
      <p:sp>
        <p:nvSpPr>
          <p:cNvPr id="16" name="Text 1"/>
          <p:cNvSpPr/>
          <p:nvPr>
            <p:custDataLst>
              <p:tags r:id="rId20"/>
            </p:custDataLst>
          </p:nvPr>
        </p:nvSpPr>
        <p:spPr>
          <a:xfrm>
            <a:off x="1544320" y="3355677"/>
            <a:ext cx="822960" cy="43874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455"/>
              </a:lnSpc>
              <a:buNone/>
            </a:pPr>
            <a:r>
              <a:rPr lang="en-US" sz="2400" b="1" dirty="0">
                <a:solidFill>
                  <a:srgbClr val="00AAC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2400" dirty="0"/>
          </a:p>
        </p:txBody>
      </p:sp>
      <p:sp>
        <p:nvSpPr>
          <p:cNvPr id="17" name="Text 2"/>
          <p:cNvSpPr/>
          <p:nvPr>
            <p:custDataLst>
              <p:tags r:id="rId21"/>
            </p:custDataLst>
          </p:nvPr>
        </p:nvSpPr>
        <p:spPr>
          <a:xfrm>
            <a:off x="3708400" y="4074716"/>
            <a:ext cx="2108200" cy="511969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015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Define What is LLM Model</a:t>
            </a:r>
            <a:endParaRPr lang="en-US" sz="1400" dirty="0"/>
          </a:p>
        </p:txBody>
      </p:sp>
      <p:sp>
        <p:nvSpPr>
          <p:cNvPr id="18" name="Text 3"/>
          <p:cNvSpPr/>
          <p:nvPr>
            <p:custDataLst>
              <p:tags r:id="rId22"/>
            </p:custDataLst>
          </p:nvPr>
        </p:nvSpPr>
        <p:spPr>
          <a:xfrm>
            <a:off x="4237990" y="3355677"/>
            <a:ext cx="960120" cy="43874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455"/>
              </a:lnSpc>
              <a:buNone/>
            </a:pPr>
            <a:r>
              <a:rPr lang="en-US" sz="2400" b="1" dirty="0">
                <a:solidFill>
                  <a:srgbClr val="57EFE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2400" dirty="0"/>
          </a:p>
        </p:txBody>
      </p:sp>
      <p:sp>
        <p:nvSpPr>
          <p:cNvPr id="19" name="Text 4"/>
          <p:cNvSpPr/>
          <p:nvPr>
            <p:custDataLst>
              <p:tags r:id="rId23"/>
            </p:custDataLst>
          </p:nvPr>
        </p:nvSpPr>
        <p:spPr>
          <a:xfrm>
            <a:off x="6426200" y="4081066"/>
            <a:ext cx="2019300" cy="511969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015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Define What is LLM Ecosystem</a:t>
            </a:r>
            <a:endParaRPr lang="en-US" sz="1400" dirty="0"/>
          </a:p>
        </p:txBody>
      </p:sp>
      <p:sp>
        <p:nvSpPr>
          <p:cNvPr id="20" name="Text 5"/>
          <p:cNvSpPr/>
          <p:nvPr>
            <p:custDataLst>
              <p:tags r:id="rId24"/>
            </p:custDataLst>
          </p:nvPr>
        </p:nvSpPr>
        <p:spPr>
          <a:xfrm>
            <a:off x="6955790" y="3355677"/>
            <a:ext cx="960120" cy="43874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455"/>
              </a:lnSpc>
              <a:buNone/>
            </a:pPr>
            <a:r>
              <a:rPr lang="en-US" sz="2400" b="1" dirty="0">
                <a:solidFill>
                  <a:srgbClr val="A4EC9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2400" dirty="0"/>
          </a:p>
        </p:txBody>
      </p:sp>
      <p:sp>
        <p:nvSpPr>
          <p:cNvPr id="21" name="Text 6"/>
          <p:cNvSpPr/>
          <p:nvPr>
            <p:custDataLst>
              <p:tags r:id="rId25"/>
            </p:custDataLst>
          </p:nvPr>
        </p:nvSpPr>
        <p:spPr>
          <a:xfrm>
            <a:off x="9156700" y="4074716"/>
            <a:ext cx="2057400" cy="511969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015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Define What are </a:t>
            </a:r>
            <a:r>
              <a:rPr lang="en-US" altLang="en-US" sz="14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AI Orchestration Chains</a:t>
            </a:r>
            <a:endParaRPr lang="en-US" sz="1400" dirty="0"/>
          </a:p>
        </p:txBody>
      </p:sp>
      <p:sp>
        <p:nvSpPr>
          <p:cNvPr id="22" name="Text 7"/>
          <p:cNvSpPr/>
          <p:nvPr>
            <p:custDataLst>
              <p:tags r:id="rId26"/>
            </p:custDataLst>
          </p:nvPr>
        </p:nvSpPr>
        <p:spPr>
          <a:xfrm>
            <a:off x="9687560" y="3355677"/>
            <a:ext cx="944880" cy="43874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455"/>
              </a:lnSpc>
              <a:buNone/>
            </a:pPr>
            <a:r>
              <a:rPr lang="en-US" sz="2400" b="1" dirty="0">
                <a:solidFill>
                  <a:srgbClr val="D3F87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04</a:t>
            </a:r>
            <a:endParaRPr lang="en-US" sz="2400" dirty="0"/>
          </a:p>
        </p:txBody>
      </p:sp>
      <p:sp>
        <p:nvSpPr>
          <p:cNvPr id="23" name="Text 8"/>
          <p:cNvSpPr/>
          <p:nvPr/>
        </p:nvSpPr>
        <p:spPr>
          <a:xfrm>
            <a:off x="1143000" y="1016000"/>
            <a:ext cx="10033000" cy="597892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61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oppins_Bold" pitchFamily="34" charset="0"/>
                <a:ea typeface="Poppins_Bold" pitchFamily="34" charset="-122"/>
                <a:cs typeface="Poppins_Bold" pitchFamily="34" charset="-120"/>
              </a:rPr>
              <a:t>AI Agent and LLM Ecosystem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3069570" cy="702373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6223000" cy="6858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1524000"/>
            <a:ext cx="4267200" cy="469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5000" y="1854200"/>
            <a:ext cx="4800600" cy="1308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3365500"/>
            <a:ext cx="4267200" cy="469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5000" y="3797935"/>
            <a:ext cx="4457700" cy="67246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711700"/>
            <a:ext cx="4267200" cy="469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85000" y="5054600"/>
            <a:ext cx="4457700" cy="952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7900" y="2387600"/>
            <a:ext cx="4838700" cy="1231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8700" y="1993900"/>
            <a:ext cx="711200" cy="76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16600" y="3739515"/>
            <a:ext cx="788670" cy="688975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00700" y="1524000"/>
            <a:ext cx="723900" cy="723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00700" y="3619500"/>
            <a:ext cx="1020445" cy="982345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05369" y="1466654"/>
            <a:ext cx="739961" cy="787792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7086600" y="1447800"/>
            <a:ext cx="4876801" cy="243681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dirty="0">
                <a:solidFill>
                  <a:srgbClr val="57EFE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Definition </a:t>
            </a:r>
            <a:endParaRPr lang="en-US" sz="1600" dirty="0"/>
          </a:p>
        </p:txBody>
      </p:sp>
      <p:sp>
        <p:nvSpPr>
          <p:cNvPr id="22" name="Text 1"/>
          <p:cNvSpPr/>
          <p:nvPr/>
        </p:nvSpPr>
        <p:spPr>
          <a:xfrm>
            <a:off x="7086600" y="1752600"/>
            <a:ext cx="4708525" cy="914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It is an AI system trained on massive amounts of text data to understand and generate human-like language.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0" indent="0" algn="l">
              <a:lnSpc>
                <a:spcPct val="100000"/>
              </a:lnSpc>
              <a:buNone/>
            </a:pP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It does not “know” facts like humans — it predicts the most likely next word based on patterns it learned during training.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</p:txBody>
      </p:sp>
      <p:sp>
        <p:nvSpPr>
          <p:cNvPr id="23" name="Text 2"/>
          <p:cNvSpPr/>
          <p:nvPr/>
        </p:nvSpPr>
        <p:spPr>
          <a:xfrm>
            <a:off x="7086600" y="3832225"/>
            <a:ext cx="4876800" cy="29845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dirty="0">
                <a:solidFill>
                  <a:srgbClr val="A5EC9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Examples</a:t>
            </a:r>
            <a:endParaRPr lang="en-US" sz="1600" dirty="0"/>
          </a:p>
        </p:txBody>
      </p:sp>
      <p:sp>
        <p:nvSpPr>
          <p:cNvPr id="24" name="Text 3"/>
          <p:cNvSpPr/>
          <p:nvPr/>
        </p:nvSpPr>
        <p:spPr>
          <a:xfrm>
            <a:off x="7086600" y="4195445"/>
            <a:ext cx="4533900" cy="50038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285750" indent="-2857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Chatbots</a:t>
            </a:r>
            <a:endParaRPr lang="en-US" altLang="en-US" sz="16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l">
              <a:lnSpc>
                <a:spcPts val="1800"/>
              </a:lnSpc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Code generators</a:t>
            </a:r>
            <a:endParaRPr lang="en-US" altLang="en-US" sz="16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l">
              <a:lnSpc>
                <a:spcPts val="1800"/>
              </a:lnSpc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Text summarizers</a:t>
            </a:r>
            <a:endParaRPr lang="en-US" altLang="en-US" sz="16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lnSpc>
                <a:spcPts val="1800"/>
              </a:lnSpc>
              <a:buNone/>
            </a:pPr>
            <a:endParaRPr lang="en-US" altLang="en-US" sz="16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A5EC98"/>
                </a:solidFill>
                <a:latin typeface="Outfit" pitchFamily="34" charset="0"/>
                <a:ea typeface="Outfit" pitchFamily="34" charset="-122"/>
                <a:cs typeface="Outfit" pitchFamily="34" charset="-120"/>
                <a:sym typeface="+mn-ea"/>
              </a:rPr>
              <a:t>Simple Idea</a:t>
            </a:r>
            <a:endParaRPr lang="en-US" sz="16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en-US" sz="16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An LLM is a next-word prediction machine trained at massive scale co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nstraints</a:t>
            </a:r>
            <a:endParaRPr lang="en-US" sz="16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Text 4"/>
          <p:cNvSpPr/>
          <p:nvPr/>
        </p:nvSpPr>
        <p:spPr>
          <a:xfrm>
            <a:off x="7086600" y="5087620"/>
            <a:ext cx="4876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endParaRPr lang="en-US" sz="1600" dirty="0"/>
          </a:p>
        </p:txBody>
      </p:sp>
      <p:sp>
        <p:nvSpPr>
          <p:cNvPr id="26" name="Text 5"/>
          <p:cNvSpPr/>
          <p:nvPr/>
        </p:nvSpPr>
        <p:spPr>
          <a:xfrm>
            <a:off x="7086600" y="5387975"/>
            <a:ext cx="4254500" cy="45402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4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</p:txBody>
      </p:sp>
      <p:sp>
        <p:nvSpPr>
          <p:cNvPr id="27" name="Text 6"/>
          <p:cNvSpPr/>
          <p:nvPr/>
        </p:nvSpPr>
        <p:spPr>
          <a:xfrm>
            <a:off x="990600" y="2425700"/>
            <a:ext cx="4038600" cy="1195784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61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oppins_Bold" pitchFamily="34" charset="0"/>
                <a:ea typeface="Poppins_Bold" pitchFamily="34" charset="-122"/>
                <a:cs typeface="Poppins_Bold" pitchFamily="34" charset="-120"/>
              </a:rPr>
              <a:t>Understanding Large Language Models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6223000" cy="6858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1524000"/>
            <a:ext cx="4267200" cy="469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5000" y="1854200"/>
            <a:ext cx="4800600" cy="1308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3365500"/>
            <a:ext cx="4267200" cy="469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5000" y="3797935"/>
            <a:ext cx="4457700" cy="67246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711700"/>
            <a:ext cx="4267200" cy="469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85000" y="5054600"/>
            <a:ext cx="4457700" cy="952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7900" y="2387600"/>
            <a:ext cx="4838700" cy="1231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8700" y="1993900"/>
            <a:ext cx="711200" cy="76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16600" y="3891280"/>
            <a:ext cx="928370" cy="810895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00700" y="1524000"/>
            <a:ext cx="723900" cy="723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10885" y="3822065"/>
            <a:ext cx="1140460" cy="1097915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05369" y="1466654"/>
            <a:ext cx="739961" cy="787792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7086600" y="1329690"/>
            <a:ext cx="48768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dirty="0">
                <a:solidFill>
                  <a:srgbClr val="57EFE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22" name="Text 1"/>
          <p:cNvSpPr/>
          <p:nvPr/>
        </p:nvSpPr>
        <p:spPr>
          <a:xfrm>
            <a:off x="7086600" y="1752600"/>
            <a:ext cx="4708525" cy="914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LLMs break text into small parts called tokens (words or parts of words) then: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0" indent="0" algn="l">
              <a:lnSpc>
                <a:spcPct val="100000"/>
              </a:lnSpc>
              <a:buNone/>
            </a:pP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The model calculates probabilities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It predicts the most likely next token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It repeats this step until the response is complete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</p:txBody>
      </p:sp>
      <p:sp>
        <p:nvSpPr>
          <p:cNvPr id="23" name="Text 2"/>
          <p:cNvSpPr/>
          <p:nvPr/>
        </p:nvSpPr>
        <p:spPr>
          <a:xfrm>
            <a:off x="7086600" y="4038600"/>
            <a:ext cx="4876800" cy="30416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dirty="0">
                <a:solidFill>
                  <a:srgbClr val="A5EC9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Examples</a:t>
            </a:r>
            <a:endParaRPr lang="en-US" sz="1600" dirty="0"/>
          </a:p>
        </p:txBody>
      </p:sp>
      <p:sp>
        <p:nvSpPr>
          <p:cNvPr id="24" name="Text 3"/>
          <p:cNvSpPr/>
          <p:nvPr/>
        </p:nvSpPr>
        <p:spPr>
          <a:xfrm>
            <a:off x="7086600" y="4480560"/>
            <a:ext cx="4533900" cy="21526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indent="0" algn="l">
              <a:lnSpc>
                <a:spcPct val="100000"/>
              </a:lnSpc>
              <a:buNone/>
            </a:pPr>
            <a:r>
              <a:rPr lang="en-US" altLang="en-US" sz="16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Input: “The capital of Egypt is”</a:t>
            </a:r>
            <a:endParaRPr lang="en-US" altLang="en-US" sz="16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altLang="en-US" sz="16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Model predicts: “Cairo” (highest probability)</a:t>
            </a:r>
            <a:endParaRPr lang="en-US" altLang="en-US" sz="16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altLang="en-US" sz="16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altLang="en-US" sz="16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It does not search the internet — it predicts based on learned patterns.</a:t>
            </a:r>
            <a:endParaRPr lang="en-US" sz="16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Text 4"/>
          <p:cNvSpPr/>
          <p:nvPr/>
        </p:nvSpPr>
        <p:spPr>
          <a:xfrm>
            <a:off x="7086600" y="5087620"/>
            <a:ext cx="4876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endParaRPr lang="en-US" sz="1600" dirty="0"/>
          </a:p>
        </p:txBody>
      </p:sp>
      <p:sp>
        <p:nvSpPr>
          <p:cNvPr id="26" name="Text 5"/>
          <p:cNvSpPr/>
          <p:nvPr/>
        </p:nvSpPr>
        <p:spPr>
          <a:xfrm>
            <a:off x="7086600" y="5387975"/>
            <a:ext cx="4254500" cy="45402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4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</p:txBody>
      </p:sp>
      <p:sp>
        <p:nvSpPr>
          <p:cNvPr id="27" name="Text 6"/>
          <p:cNvSpPr/>
          <p:nvPr/>
        </p:nvSpPr>
        <p:spPr>
          <a:xfrm>
            <a:off x="990600" y="2425700"/>
            <a:ext cx="4038600" cy="1195784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61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oppins_Bold" pitchFamily="34" charset="0"/>
                <a:ea typeface="Poppins_Bold" pitchFamily="34" charset="-122"/>
                <a:cs typeface="Poppins_Bold" pitchFamily="34" charset="-120"/>
              </a:rPr>
              <a:t>Understanding Large Language Models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6223000" cy="6858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1524000"/>
            <a:ext cx="4267200" cy="469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5000" y="1854200"/>
            <a:ext cx="4800600" cy="1308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3365500"/>
            <a:ext cx="4267200" cy="469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5000" y="3771900"/>
            <a:ext cx="4457700" cy="67246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711700"/>
            <a:ext cx="4267200" cy="469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85000" y="5054600"/>
            <a:ext cx="4457700" cy="952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7900" y="2387600"/>
            <a:ext cx="4838700" cy="1231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8700" y="1993900"/>
            <a:ext cx="711200" cy="76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06135" y="3619500"/>
            <a:ext cx="723900" cy="723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00700" y="1524000"/>
            <a:ext cx="723900" cy="723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26009" y="3488269"/>
            <a:ext cx="982552" cy="982552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05369" y="1466654"/>
            <a:ext cx="739961" cy="787792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7086600" y="1447800"/>
            <a:ext cx="4876801" cy="243681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dirty="0">
                <a:solidFill>
                  <a:srgbClr val="57EFE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LLM Architecture Types:</a:t>
            </a:r>
            <a:endParaRPr lang="en-US" sz="1600" dirty="0"/>
          </a:p>
        </p:txBody>
      </p:sp>
      <p:sp>
        <p:nvSpPr>
          <p:cNvPr id="22" name="Text 1"/>
          <p:cNvSpPr/>
          <p:nvPr/>
        </p:nvSpPr>
        <p:spPr>
          <a:xfrm>
            <a:off x="7086600" y="1864360"/>
            <a:ext cx="4708525" cy="80264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It can be:</a:t>
            </a:r>
            <a:endParaRPr 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Decoder-Only models generate text </a:t>
            </a:r>
            <a:endParaRPr 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Encoder-Decoder models are preferred for translation. </a:t>
            </a:r>
            <a:endParaRPr 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Encoder-Only for understanding input</a:t>
            </a:r>
            <a:endParaRPr 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</p:txBody>
      </p:sp>
      <p:sp>
        <p:nvSpPr>
          <p:cNvPr id="23" name="Text 2"/>
          <p:cNvSpPr/>
          <p:nvPr/>
        </p:nvSpPr>
        <p:spPr>
          <a:xfrm>
            <a:off x="7086600" y="3729990"/>
            <a:ext cx="4876800" cy="44132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dirty="0">
                <a:solidFill>
                  <a:srgbClr val="A5EC9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Inference and Constraints</a:t>
            </a:r>
            <a:endParaRPr lang="en-US" sz="1600" dirty="0"/>
          </a:p>
        </p:txBody>
      </p:sp>
      <p:sp>
        <p:nvSpPr>
          <p:cNvPr id="24" name="Text 3"/>
          <p:cNvSpPr/>
          <p:nvPr/>
        </p:nvSpPr>
        <p:spPr>
          <a:xfrm>
            <a:off x="7086600" y="4192905"/>
            <a:ext cx="4533900" cy="50292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Inference : when the model is using what it learned to give the output</a:t>
            </a:r>
            <a:endParaRPr 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0" indent="0" algn="l">
              <a:lnSpc>
                <a:spcPts val="1800"/>
              </a:lnSpc>
              <a:buNone/>
            </a:pPr>
            <a:endParaRPr 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Constrains : Limitations on what the model can do</a:t>
            </a:r>
            <a:r>
              <a:rPr lang="en-US" sz="1400" dirty="0">
                <a:latin typeface="Times New Roman" panose="02020603050405020304" charset="0"/>
                <a:cs typeface="Times New Roman" panose="02020603050405020304" charset="0"/>
              </a:rPr>
              <a:t>Constraints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Text 4"/>
          <p:cNvSpPr/>
          <p:nvPr/>
        </p:nvSpPr>
        <p:spPr>
          <a:xfrm>
            <a:off x="7086600" y="5087620"/>
            <a:ext cx="4876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endParaRPr lang="en-US" sz="1600" dirty="0"/>
          </a:p>
        </p:txBody>
      </p:sp>
      <p:sp>
        <p:nvSpPr>
          <p:cNvPr id="26" name="Text 5"/>
          <p:cNvSpPr/>
          <p:nvPr/>
        </p:nvSpPr>
        <p:spPr>
          <a:xfrm>
            <a:off x="7086600" y="5387975"/>
            <a:ext cx="4254500" cy="45402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4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</p:txBody>
      </p:sp>
      <p:sp>
        <p:nvSpPr>
          <p:cNvPr id="27" name="Text 6"/>
          <p:cNvSpPr/>
          <p:nvPr/>
        </p:nvSpPr>
        <p:spPr>
          <a:xfrm>
            <a:off x="990600" y="2425700"/>
            <a:ext cx="4038600" cy="1195784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61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oppins_Bold" pitchFamily="34" charset="0"/>
                <a:ea typeface="Poppins_Bold" pitchFamily="34" charset="-122"/>
                <a:cs typeface="Poppins_Bold" pitchFamily="34" charset="-120"/>
              </a:rPr>
              <a:t>Understanding Large Language Models</a:t>
            </a:r>
            <a:endParaRPr lang="en-US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0" y="304800"/>
            <a:ext cx="8686801" cy="1231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450" y="501650"/>
            <a:ext cx="101600" cy="368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5100" y="3136900"/>
            <a:ext cx="3429000" cy="1955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5200" y="3136900"/>
            <a:ext cx="3429000" cy="1955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35200" y="2667000"/>
            <a:ext cx="3429000" cy="584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5100" y="2667000"/>
            <a:ext cx="3429000" cy="584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46143" y="1868343"/>
            <a:ext cx="1038514" cy="1038514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98285" y="1866265"/>
            <a:ext cx="967105" cy="97917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901700" y="406400"/>
            <a:ext cx="8930640" cy="597892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61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oppins_Bold" pitchFamily="34" charset="0"/>
                <a:ea typeface="Poppins_Bold" pitchFamily="34" charset="-122"/>
                <a:cs typeface="Poppins_Bold" pitchFamily="34" charset="-120"/>
              </a:rPr>
              <a:t>LLM Limitations</a:t>
            </a:r>
            <a:endParaRPr lang="en-US" sz="3200" dirty="0"/>
          </a:p>
        </p:txBody>
      </p:sp>
      <p:sp>
        <p:nvSpPr>
          <p:cNvPr id="15" name="Text 1"/>
          <p:cNvSpPr/>
          <p:nvPr/>
        </p:nvSpPr>
        <p:spPr>
          <a:xfrm>
            <a:off x="6840855" y="3251200"/>
            <a:ext cx="4069715" cy="125793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They make the LLM model not perfect like: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Bias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Context Limits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No Real Understanding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</p:txBody>
      </p:sp>
      <p:sp>
        <p:nvSpPr>
          <p:cNvPr id="16" name="Text 2"/>
          <p:cNvSpPr/>
          <p:nvPr/>
        </p:nvSpPr>
        <p:spPr>
          <a:xfrm>
            <a:off x="6629400" y="4650105"/>
            <a:ext cx="3568700" cy="55689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4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</p:txBody>
      </p:sp>
      <p:sp>
        <p:nvSpPr>
          <p:cNvPr id="17" name="Text 3"/>
          <p:cNvSpPr/>
          <p:nvPr/>
        </p:nvSpPr>
        <p:spPr>
          <a:xfrm>
            <a:off x="2349500" y="3251200"/>
            <a:ext cx="3808095" cy="914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LLMs are powerful pattern prediction systems, They assist humans, but they should not replace human judgment especially on risk decisions. So we don’t over-trust AI.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</p:txBody>
      </p:sp>
      <p:sp>
        <p:nvSpPr>
          <p:cNvPr id="18" name="Text 4"/>
          <p:cNvSpPr/>
          <p:nvPr/>
        </p:nvSpPr>
        <p:spPr>
          <a:xfrm>
            <a:off x="2349500" y="4687570"/>
            <a:ext cx="3568700" cy="51943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19" name="Text 5"/>
          <p:cNvSpPr/>
          <p:nvPr/>
        </p:nvSpPr>
        <p:spPr>
          <a:xfrm>
            <a:off x="2349500" y="2890044"/>
            <a:ext cx="3200400" cy="246856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45"/>
              </a:lnSpc>
              <a:buNone/>
            </a:pPr>
            <a:r>
              <a:rPr lang="en-US" dirty="0">
                <a:solidFill>
                  <a:srgbClr val="56F0E8"/>
                </a:solidFill>
                <a:latin typeface="Outfit" pitchFamily="34" charset="0"/>
                <a:ea typeface="Outfit" pitchFamily="34" charset="-122"/>
                <a:cs typeface="Outfit" pitchFamily="34" charset="-120"/>
                <a:sym typeface="+mn-ea"/>
              </a:rPr>
              <a:t>Definition </a:t>
            </a:r>
            <a:endParaRPr lang="en-US" sz="1800" dirty="0"/>
          </a:p>
        </p:txBody>
      </p:sp>
      <p:sp>
        <p:nvSpPr>
          <p:cNvPr id="20" name="Text 6"/>
          <p:cNvSpPr/>
          <p:nvPr/>
        </p:nvSpPr>
        <p:spPr>
          <a:xfrm>
            <a:off x="6840855" y="2889885"/>
            <a:ext cx="5141595" cy="24701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45"/>
              </a:lnSpc>
              <a:buNone/>
            </a:pPr>
            <a:r>
              <a:rPr lang="en-US" dirty="0">
                <a:solidFill>
                  <a:srgbClr val="D3F87B"/>
                </a:solidFill>
                <a:latin typeface="Outfit" pitchFamily="34" charset="0"/>
                <a:ea typeface="Outfit" pitchFamily="34" charset="-122"/>
                <a:cs typeface="Outfit" pitchFamily="34" charset="-120"/>
                <a:sym typeface="+mn-ea"/>
              </a:rPr>
              <a:t>Examples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0" y="304800"/>
            <a:ext cx="8686801" cy="1231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450" y="501650"/>
            <a:ext cx="101600" cy="368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5100" y="3136900"/>
            <a:ext cx="3429000" cy="1955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5200" y="3136900"/>
            <a:ext cx="3429000" cy="1955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35200" y="2667000"/>
            <a:ext cx="3429000" cy="584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5100" y="2667000"/>
            <a:ext cx="3429000" cy="584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46143" y="1868343"/>
            <a:ext cx="1038514" cy="1038514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98285" y="1866265"/>
            <a:ext cx="967105" cy="97917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901700" y="406400"/>
            <a:ext cx="8930640" cy="597892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61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oppins_Bold" pitchFamily="34" charset="0"/>
                <a:ea typeface="Poppins_Bold" pitchFamily="34" charset="-122"/>
                <a:cs typeface="Poppins_Bold" pitchFamily="34" charset="-120"/>
              </a:rPr>
              <a:t>LLM Limitations (Context Window Limit)</a:t>
            </a:r>
            <a:endParaRPr lang="en-US" sz="3200" dirty="0"/>
          </a:p>
        </p:txBody>
      </p:sp>
      <p:sp>
        <p:nvSpPr>
          <p:cNvPr id="15" name="Text 1"/>
          <p:cNvSpPr/>
          <p:nvPr/>
        </p:nvSpPr>
        <p:spPr>
          <a:xfrm>
            <a:off x="6840855" y="3369945"/>
            <a:ext cx="4069715" cy="113919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Older information may be removed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The model may forget earlier parts of the conversation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So, responses may become inconsistent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</p:txBody>
      </p:sp>
      <p:sp>
        <p:nvSpPr>
          <p:cNvPr id="16" name="Text 2"/>
          <p:cNvSpPr/>
          <p:nvPr/>
        </p:nvSpPr>
        <p:spPr>
          <a:xfrm>
            <a:off x="6629400" y="4650105"/>
            <a:ext cx="3568700" cy="55689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4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</p:txBody>
      </p:sp>
      <p:sp>
        <p:nvSpPr>
          <p:cNvPr id="17" name="Text 3"/>
          <p:cNvSpPr/>
          <p:nvPr/>
        </p:nvSpPr>
        <p:spPr>
          <a:xfrm>
            <a:off x="2349500" y="3251200"/>
            <a:ext cx="3808095" cy="914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Every LLM has a limited context window. This is why memory and context handling are important in AI systems.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</p:txBody>
      </p:sp>
      <p:sp>
        <p:nvSpPr>
          <p:cNvPr id="18" name="Text 4"/>
          <p:cNvSpPr/>
          <p:nvPr/>
        </p:nvSpPr>
        <p:spPr>
          <a:xfrm>
            <a:off x="2349500" y="4687570"/>
            <a:ext cx="3568700" cy="51943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19" name="Text 5"/>
          <p:cNvSpPr/>
          <p:nvPr/>
        </p:nvSpPr>
        <p:spPr>
          <a:xfrm>
            <a:off x="2349500" y="2890044"/>
            <a:ext cx="3200400" cy="246856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45"/>
              </a:lnSpc>
              <a:buNone/>
            </a:pPr>
            <a:r>
              <a:rPr lang="en-US" dirty="0">
                <a:solidFill>
                  <a:srgbClr val="56F0E8"/>
                </a:solidFill>
                <a:latin typeface="Outfit" pitchFamily="34" charset="0"/>
                <a:ea typeface="Outfit" pitchFamily="34" charset="-122"/>
                <a:cs typeface="Outfit" pitchFamily="34" charset="-120"/>
                <a:sym typeface="+mn-ea"/>
              </a:rPr>
              <a:t>Definition </a:t>
            </a:r>
            <a:endParaRPr lang="en-US" sz="1800" dirty="0"/>
          </a:p>
        </p:txBody>
      </p:sp>
      <p:sp>
        <p:nvSpPr>
          <p:cNvPr id="20" name="Text 6"/>
          <p:cNvSpPr/>
          <p:nvPr/>
        </p:nvSpPr>
        <p:spPr>
          <a:xfrm>
            <a:off x="6840855" y="2889885"/>
            <a:ext cx="5141595" cy="24701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45"/>
              </a:lnSpc>
              <a:buNone/>
            </a:pPr>
            <a:r>
              <a:rPr lang="en-US" dirty="0">
                <a:solidFill>
                  <a:srgbClr val="D3F87B"/>
                </a:solidFill>
                <a:latin typeface="Outfit" pitchFamily="34" charset="0"/>
                <a:ea typeface="Outfit" pitchFamily="34" charset="-122"/>
                <a:cs typeface="Outfit" pitchFamily="34" charset="-120"/>
                <a:sym typeface="+mn-ea"/>
              </a:rPr>
              <a:t>If It Is Long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" y="0"/>
            <a:ext cx="12192000" cy="6858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0" y="304800"/>
            <a:ext cx="8686801" cy="1231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450" y="501650"/>
            <a:ext cx="101600" cy="368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5100" y="3136900"/>
            <a:ext cx="3429000" cy="1955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5200" y="3136900"/>
            <a:ext cx="3429000" cy="1955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35200" y="2667000"/>
            <a:ext cx="3429000" cy="584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5100" y="2667000"/>
            <a:ext cx="3429000" cy="584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46143" y="1868343"/>
            <a:ext cx="1038514" cy="1038514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98285" y="1866265"/>
            <a:ext cx="967105" cy="97917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901700" y="406400"/>
            <a:ext cx="8930640" cy="597892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61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oppins_Bold" pitchFamily="34" charset="0"/>
                <a:ea typeface="Poppins_Bold" pitchFamily="34" charset="-122"/>
                <a:cs typeface="Poppins_Bold" pitchFamily="34" charset="-120"/>
              </a:rPr>
              <a:t>LLM Limitations (</a:t>
            </a:r>
            <a:r>
              <a:rPr lang="en-US" altLang="en-US" sz="3200" b="1" dirty="0">
                <a:solidFill>
                  <a:srgbClr val="FFFFFF"/>
                </a:solidFill>
                <a:latin typeface="Poppins_Bold" pitchFamily="34" charset="0"/>
                <a:ea typeface="Poppins_Bold" pitchFamily="34" charset="-122"/>
                <a:cs typeface="Poppins_Bold" pitchFamily="34" charset="-120"/>
              </a:rPr>
              <a:t>No Real Understanding</a:t>
            </a:r>
            <a:r>
              <a:rPr lang="en-US" sz="3200" b="1" dirty="0">
                <a:solidFill>
                  <a:srgbClr val="FFFFFF"/>
                </a:solidFill>
                <a:latin typeface="Poppins_Bold" pitchFamily="34" charset="0"/>
                <a:ea typeface="Poppins_Bold" pitchFamily="34" charset="-122"/>
                <a:cs typeface="Poppins_Bold" pitchFamily="34" charset="-120"/>
              </a:rPr>
              <a:t>)</a:t>
            </a:r>
            <a:endParaRPr lang="en-US" sz="3200" dirty="0"/>
          </a:p>
        </p:txBody>
      </p:sp>
      <p:sp>
        <p:nvSpPr>
          <p:cNvPr id="15" name="Text 1"/>
          <p:cNvSpPr/>
          <p:nvPr/>
        </p:nvSpPr>
        <p:spPr>
          <a:xfrm>
            <a:off x="6840855" y="3251200"/>
            <a:ext cx="4069715" cy="125793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Do not think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Do not reason consciously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Do not have beliefs or awareness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They predict the next word based on probability patterns.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</p:txBody>
      </p:sp>
      <p:sp>
        <p:nvSpPr>
          <p:cNvPr id="16" name="Text 2"/>
          <p:cNvSpPr/>
          <p:nvPr/>
        </p:nvSpPr>
        <p:spPr>
          <a:xfrm>
            <a:off x="6629400" y="4650105"/>
            <a:ext cx="3568700" cy="55689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4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</p:txBody>
      </p:sp>
      <p:sp>
        <p:nvSpPr>
          <p:cNvPr id="17" name="Text 3"/>
          <p:cNvSpPr/>
          <p:nvPr/>
        </p:nvSpPr>
        <p:spPr>
          <a:xfrm>
            <a:off x="2349500" y="3251200"/>
            <a:ext cx="3808095" cy="111887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LLMs do not truly “understand” language like humans. Even when responses sound intelligent, the model is performing statistical prediction — not real meaning.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</p:txBody>
      </p:sp>
      <p:sp>
        <p:nvSpPr>
          <p:cNvPr id="18" name="Text 4"/>
          <p:cNvSpPr/>
          <p:nvPr/>
        </p:nvSpPr>
        <p:spPr>
          <a:xfrm>
            <a:off x="2349500" y="4687570"/>
            <a:ext cx="3568700" cy="51943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19" name="Text 5"/>
          <p:cNvSpPr/>
          <p:nvPr/>
        </p:nvSpPr>
        <p:spPr>
          <a:xfrm>
            <a:off x="2349500" y="2890044"/>
            <a:ext cx="3200400" cy="246856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45"/>
              </a:lnSpc>
              <a:buNone/>
            </a:pPr>
            <a:r>
              <a:rPr lang="en-US" dirty="0">
                <a:solidFill>
                  <a:srgbClr val="56F0E8"/>
                </a:solidFill>
                <a:latin typeface="Outfit" pitchFamily="34" charset="0"/>
                <a:ea typeface="Outfit" pitchFamily="34" charset="-122"/>
                <a:cs typeface="Outfit" pitchFamily="34" charset="-120"/>
                <a:sym typeface="+mn-ea"/>
              </a:rPr>
              <a:t>Definition </a:t>
            </a:r>
            <a:endParaRPr lang="en-US" sz="1800" dirty="0"/>
          </a:p>
        </p:txBody>
      </p:sp>
      <p:sp>
        <p:nvSpPr>
          <p:cNvPr id="20" name="Text 6"/>
          <p:cNvSpPr/>
          <p:nvPr/>
        </p:nvSpPr>
        <p:spPr>
          <a:xfrm>
            <a:off x="6840855" y="2889885"/>
            <a:ext cx="5141595" cy="24701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45"/>
              </a:lnSpc>
              <a:buNone/>
            </a:pPr>
            <a:r>
              <a:rPr lang="en-US" dirty="0">
                <a:solidFill>
                  <a:srgbClr val="D3F87B"/>
                </a:solidFill>
                <a:latin typeface="Outfit" pitchFamily="34" charset="0"/>
                <a:ea typeface="Outfit" pitchFamily="34" charset="-122"/>
                <a:cs typeface="Outfit" pitchFamily="34" charset="-120"/>
                <a:sym typeface="+mn-ea"/>
              </a:rPr>
              <a:t>How It Works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" y="0"/>
            <a:ext cx="12192000" cy="6858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0" y="304800"/>
            <a:ext cx="8686801" cy="1231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450" y="501650"/>
            <a:ext cx="101600" cy="368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5100" y="3136900"/>
            <a:ext cx="3429000" cy="1955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5200" y="3136900"/>
            <a:ext cx="3429000" cy="1955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35200" y="2667000"/>
            <a:ext cx="3429000" cy="584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5100" y="2667000"/>
            <a:ext cx="3429000" cy="584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46143" y="1868343"/>
            <a:ext cx="1038514" cy="1038514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98285" y="1866265"/>
            <a:ext cx="967105" cy="97917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901700" y="406400"/>
            <a:ext cx="8930640" cy="597892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61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oppins_Bold" pitchFamily="34" charset="0"/>
                <a:ea typeface="Poppins_Bold" pitchFamily="34" charset="-122"/>
                <a:cs typeface="Poppins_Bold" pitchFamily="34" charset="-120"/>
              </a:rPr>
              <a:t>LLM Limitations (Bias)</a:t>
            </a:r>
            <a:endParaRPr lang="en-US" sz="3200" dirty="0"/>
          </a:p>
        </p:txBody>
      </p:sp>
      <p:sp>
        <p:nvSpPr>
          <p:cNvPr id="15" name="Text 1"/>
          <p:cNvSpPr/>
          <p:nvPr/>
        </p:nvSpPr>
        <p:spPr>
          <a:xfrm>
            <a:off x="6840855" y="3302635"/>
            <a:ext cx="4069715" cy="1206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Prefer certain viewpoints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Repeat answer again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Reflect stereotypes found in training data.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</p:txBody>
      </p:sp>
      <p:sp>
        <p:nvSpPr>
          <p:cNvPr id="16" name="Text 2"/>
          <p:cNvSpPr/>
          <p:nvPr/>
        </p:nvSpPr>
        <p:spPr>
          <a:xfrm>
            <a:off x="6629400" y="4650105"/>
            <a:ext cx="3568700" cy="55689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4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</p:txBody>
      </p:sp>
      <p:sp>
        <p:nvSpPr>
          <p:cNvPr id="17" name="Text 3"/>
          <p:cNvSpPr/>
          <p:nvPr/>
        </p:nvSpPr>
        <p:spPr>
          <a:xfrm>
            <a:off x="2349500" y="3251200"/>
            <a:ext cx="3808095" cy="914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It means that the LLMs are trained on large amounts of internet data. If the data contains social, cultural, or political info, the model may reflect those biases in its responses.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Examples: Hiring, News, Travelling, Career Assistant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</p:txBody>
      </p:sp>
      <p:sp>
        <p:nvSpPr>
          <p:cNvPr id="18" name="Text 4"/>
          <p:cNvSpPr/>
          <p:nvPr/>
        </p:nvSpPr>
        <p:spPr>
          <a:xfrm>
            <a:off x="2349500" y="4687570"/>
            <a:ext cx="3568700" cy="51943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19" name="Text 5"/>
          <p:cNvSpPr/>
          <p:nvPr/>
        </p:nvSpPr>
        <p:spPr>
          <a:xfrm>
            <a:off x="2349500" y="2890044"/>
            <a:ext cx="3200400" cy="246856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45"/>
              </a:lnSpc>
              <a:buNone/>
            </a:pPr>
            <a:r>
              <a:rPr lang="en-US" dirty="0">
                <a:solidFill>
                  <a:srgbClr val="56F0E8"/>
                </a:solidFill>
                <a:latin typeface="Outfit" pitchFamily="34" charset="0"/>
                <a:ea typeface="Outfit" pitchFamily="34" charset="-122"/>
                <a:cs typeface="Outfit" pitchFamily="34" charset="-120"/>
                <a:sym typeface="+mn-ea"/>
              </a:rPr>
              <a:t>Definition </a:t>
            </a:r>
            <a:endParaRPr lang="en-US" sz="1800" dirty="0"/>
          </a:p>
        </p:txBody>
      </p:sp>
      <p:sp>
        <p:nvSpPr>
          <p:cNvPr id="20" name="Text 6"/>
          <p:cNvSpPr/>
          <p:nvPr/>
        </p:nvSpPr>
        <p:spPr>
          <a:xfrm>
            <a:off x="6840855" y="2889885"/>
            <a:ext cx="5141595" cy="24701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45"/>
              </a:lnSpc>
              <a:buNone/>
            </a:pPr>
            <a:r>
              <a:rPr lang="en-US" dirty="0">
                <a:solidFill>
                  <a:srgbClr val="D3F87B"/>
                </a:solidFill>
                <a:latin typeface="Outfit" pitchFamily="34" charset="0"/>
                <a:ea typeface="Outfit" pitchFamily="34" charset="-122"/>
                <a:cs typeface="Outfit" pitchFamily="34" charset="-120"/>
                <a:sym typeface="+mn-ea"/>
              </a:rPr>
              <a:t>How It Works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" y="0"/>
            <a:ext cx="12192000" cy="6858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0" y="304800"/>
            <a:ext cx="8686801" cy="1231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450" y="501650"/>
            <a:ext cx="101600" cy="368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5100" y="3136900"/>
            <a:ext cx="3429000" cy="1955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5200" y="3136900"/>
            <a:ext cx="3429000" cy="1955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35200" y="2667000"/>
            <a:ext cx="3429000" cy="584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5100" y="2667000"/>
            <a:ext cx="3429000" cy="584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46143" y="1868343"/>
            <a:ext cx="1038514" cy="1038514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98285" y="1866265"/>
            <a:ext cx="967105" cy="97917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901700" y="406400"/>
            <a:ext cx="8930640" cy="597892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61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oppins_Bold" pitchFamily="34" charset="0"/>
                <a:ea typeface="Poppins_Bold" pitchFamily="34" charset="-122"/>
                <a:cs typeface="Poppins_Bold" pitchFamily="34" charset="-120"/>
              </a:rPr>
              <a:t>LLM Limitations Examples</a:t>
            </a:r>
            <a:endParaRPr lang="en-US" sz="3200" dirty="0"/>
          </a:p>
        </p:txBody>
      </p:sp>
      <p:sp>
        <p:nvSpPr>
          <p:cNvPr id="15" name="Text 1"/>
          <p:cNvSpPr/>
          <p:nvPr/>
        </p:nvSpPr>
        <p:spPr>
          <a:xfrm>
            <a:off x="6840855" y="3251200"/>
            <a:ext cx="4069715" cy="125793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Ask the model: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“Describe a CEO.” ,  It may describe: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Confident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Strategic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Male-oriented wording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“Describe a nurse.” , It may describe: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Caring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Supportive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Female-oriented wording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</p:txBody>
      </p:sp>
      <p:sp>
        <p:nvSpPr>
          <p:cNvPr id="16" name="Text 2"/>
          <p:cNvSpPr/>
          <p:nvPr/>
        </p:nvSpPr>
        <p:spPr>
          <a:xfrm>
            <a:off x="6629400" y="4650105"/>
            <a:ext cx="3568700" cy="55689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4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</p:txBody>
      </p:sp>
      <p:sp>
        <p:nvSpPr>
          <p:cNvPr id="17" name="Text 3"/>
          <p:cNvSpPr/>
          <p:nvPr/>
        </p:nvSpPr>
        <p:spPr>
          <a:xfrm>
            <a:off x="2349500" y="3251200"/>
            <a:ext cx="3808095" cy="914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“Which is heavier: 1 kg of iron or 1 kg of cotton?”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0" indent="0" algn="l">
              <a:lnSpc>
                <a:spcPct val="100000"/>
              </a:lnSpc>
              <a:buNone/>
            </a:pP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The model will answer correctly: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“Both weigh the same.”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0" indent="0" algn="l">
              <a:lnSpc>
                <a:spcPct val="100000"/>
              </a:lnSpc>
              <a:buNone/>
            </a:pP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Then ask: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0" indent="0" algn="l">
              <a:lnSpc>
                <a:spcPct val="100000"/>
              </a:lnSpc>
              <a:buNone/>
            </a:pP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“Why?”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</p:txBody>
      </p:sp>
      <p:sp>
        <p:nvSpPr>
          <p:cNvPr id="18" name="Text 4"/>
          <p:cNvSpPr/>
          <p:nvPr/>
        </p:nvSpPr>
        <p:spPr>
          <a:xfrm>
            <a:off x="2349500" y="4687570"/>
            <a:ext cx="3568700" cy="51943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19" name="Text 5"/>
          <p:cNvSpPr/>
          <p:nvPr/>
        </p:nvSpPr>
        <p:spPr>
          <a:xfrm>
            <a:off x="2349500" y="2890044"/>
            <a:ext cx="3200400" cy="246856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45"/>
              </a:lnSpc>
              <a:buNone/>
            </a:pPr>
            <a:r>
              <a:rPr lang="en-US" dirty="0">
                <a:solidFill>
                  <a:srgbClr val="56F0E8"/>
                </a:solidFill>
                <a:latin typeface="Outfit" pitchFamily="34" charset="0"/>
                <a:ea typeface="Outfit" pitchFamily="34" charset="-122"/>
                <a:cs typeface="Outfit" pitchFamily="34" charset="-120"/>
                <a:sym typeface="+mn-ea"/>
              </a:rPr>
              <a:t>Example 1</a:t>
            </a:r>
            <a:endParaRPr lang="en-US" sz="1800" dirty="0"/>
          </a:p>
        </p:txBody>
      </p:sp>
      <p:sp>
        <p:nvSpPr>
          <p:cNvPr id="20" name="Text 6"/>
          <p:cNvSpPr/>
          <p:nvPr/>
        </p:nvSpPr>
        <p:spPr>
          <a:xfrm>
            <a:off x="6840855" y="2889885"/>
            <a:ext cx="5141595" cy="24701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45"/>
              </a:lnSpc>
              <a:buNone/>
            </a:pPr>
            <a:r>
              <a:rPr lang="en-US" dirty="0">
                <a:solidFill>
                  <a:srgbClr val="D3F87B"/>
                </a:solidFill>
                <a:latin typeface="Outfit" pitchFamily="34" charset="0"/>
                <a:ea typeface="Outfit" pitchFamily="34" charset="-122"/>
                <a:cs typeface="Outfit" pitchFamily="34" charset="-120"/>
                <a:sym typeface="+mn-ea"/>
              </a:rPr>
              <a:t>Example 2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525" y="0"/>
            <a:ext cx="12982575" cy="6858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0" y="304800"/>
            <a:ext cx="8686801" cy="1231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450" y="501650"/>
            <a:ext cx="101600" cy="368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5100" y="3136900"/>
            <a:ext cx="3429000" cy="1955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5200" y="3136900"/>
            <a:ext cx="3429000" cy="1955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35200" y="2667000"/>
            <a:ext cx="3429000" cy="584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5100" y="2667000"/>
            <a:ext cx="3429000" cy="584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46143" y="1868343"/>
            <a:ext cx="1038514" cy="1038514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98285" y="1866265"/>
            <a:ext cx="967105" cy="97917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901700" y="406400"/>
            <a:ext cx="8930640" cy="597892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61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oppins_Bold" pitchFamily="34" charset="0"/>
                <a:ea typeface="Poppins_Bold" pitchFamily="34" charset="-122"/>
                <a:cs typeface="Poppins_Bold" pitchFamily="34" charset="-120"/>
              </a:rPr>
              <a:t>LLM Limitations Examples</a:t>
            </a:r>
            <a:endParaRPr lang="en-US" sz="3200" dirty="0"/>
          </a:p>
        </p:txBody>
      </p:sp>
      <p:sp>
        <p:nvSpPr>
          <p:cNvPr id="15" name="Text 1"/>
          <p:cNvSpPr/>
          <p:nvPr/>
        </p:nvSpPr>
        <p:spPr>
          <a:xfrm>
            <a:off x="6840855" y="3302635"/>
            <a:ext cx="5715000" cy="12065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LLMs do not have unlimited memory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Context limit affects performance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AI sounds intelligent but it does not understand.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AI can reflect social patterns and biases.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Human review is always important.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</p:txBody>
      </p:sp>
      <p:sp>
        <p:nvSpPr>
          <p:cNvPr id="16" name="Text 2"/>
          <p:cNvSpPr/>
          <p:nvPr/>
        </p:nvSpPr>
        <p:spPr>
          <a:xfrm>
            <a:off x="6629400" y="4650105"/>
            <a:ext cx="3568700" cy="55689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4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</p:txBody>
      </p:sp>
      <p:sp>
        <p:nvSpPr>
          <p:cNvPr id="17" name="Text 3"/>
          <p:cNvSpPr/>
          <p:nvPr/>
        </p:nvSpPr>
        <p:spPr>
          <a:xfrm>
            <a:off x="2349500" y="3251200"/>
            <a:ext cx="3808095" cy="914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Give the model a long instruction like: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0" indent="0" algn="l">
              <a:lnSpc>
                <a:spcPct val="100000"/>
              </a:lnSpc>
              <a:buNone/>
            </a:pP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“Remember this number: 1526870. We will use it later.”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0" indent="0" algn="l">
              <a:lnSpc>
                <a:spcPct val="100000"/>
              </a:lnSpc>
              <a:buNone/>
            </a:pP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Then continue the conversation with many unrelated questions 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0" indent="0" algn="l">
              <a:lnSpc>
                <a:spcPct val="100000"/>
              </a:lnSpc>
              <a:buNone/>
            </a:pP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After several interactions, ask: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0" indent="0" algn="l">
              <a:lnSpc>
                <a:spcPct val="100000"/>
              </a:lnSpc>
              <a:buNone/>
            </a:pP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“What number did I tell you to remember at the beginning?”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</p:txBody>
      </p:sp>
      <p:sp>
        <p:nvSpPr>
          <p:cNvPr id="18" name="Text 4"/>
          <p:cNvSpPr/>
          <p:nvPr/>
        </p:nvSpPr>
        <p:spPr>
          <a:xfrm>
            <a:off x="2349500" y="4687570"/>
            <a:ext cx="3568700" cy="51943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19" name="Text 5"/>
          <p:cNvSpPr/>
          <p:nvPr/>
        </p:nvSpPr>
        <p:spPr>
          <a:xfrm>
            <a:off x="2349500" y="2890044"/>
            <a:ext cx="3200400" cy="246856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45"/>
              </a:lnSpc>
              <a:buNone/>
            </a:pPr>
            <a:r>
              <a:rPr lang="en-US" dirty="0">
                <a:solidFill>
                  <a:srgbClr val="56F0E8"/>
                </a:solidFill>
                <a:latin typeface="Outfit" pitchFamily="34" charset="0"/>
                <a:ea typeface="Outfit" pitchFamily="34" charset="-122"/>
                <a:cs typeface="Outfit" pitchFamily="34" charset="-120"/>
                <a:sym typeface="+mn-ea"/>
              </a:rPr>
              <a:t>Example 3</a:t>
            </a:r>
            <a:endParaRPr lang="en-US" sz="1800" dirty="0"/>
          </a:p>
        </p:txBody>
      </p:sp>
      <p:sp>
        <p:nvSpPr>
          <p:cNvPr id="20" name="Text 6"/>
          <p:cNvSpPr/>
          <p:nvPr/>
        </p:nvSpPr>
        <p:spPr>
          <a:xfrm>
            <a:off x="6840855" y="2889885"/>
            <a:ext cx="5141595" cy="24701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45"/>
              </a:lnSpc>
              <a:buNone/>
            </a:pPr>
            <a:r>
              <a:rPr lang="en-US" dirty="0">
                <a:solidFill>
                  <a:srgbClr val="D3F87B"/>
                </a:solidFill>
                <a:latin typeface="Outfit" pitchFamily="34" charset="0"/>
                <a:ea typeface="Outfit" pitchFamily="34" charset="-122"/>
                <a:cs typeface="Outfit" pitchFamily="34" charset="-120"/>
                <a:sym typeface="+mn-ea"/>
              </a:rPr>
              <a:t>What We Learn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0" y="304800"/>
            <a:ext cx="8686801" cy="1231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450" y="501650"/>
            <a:ext cx="101600" cy="368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5100" y="3136900"/>
            <a:ext cx="3429000" cy="1955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5200" y="3136900"/>
            <a:ext cx="3429000" cy="1955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35200" y="2667000"/>
            <a:ext cx="3429000" cy="584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5100" y="2667000"/>
            <a:ext cx="3429000" cy="584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46143" y="1868343"/>
            <a:ext cx="1038514" cy="1038514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36578" y="1866178"/>
            <a:ext cx="979345" cy="979344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901700" y="406400"/>
            <a:ext cx="8930640" cy="597892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61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oppins_Bold" pitchFamily="34" charset="0"/>
                <a:ea typeface="Poppins_Bold" pitchFamily="34" charset="-122"/>
                <a:cs typeface="Poppins_Bold" pitchFamily="34" charset="-120"/>
              </a:rPr>
              <a:t>LLM Performance Evaluation </a:t>
            </a:r>
            <a:endParaRPr lang="en-US" sz="3200" dirty="0"/>
          </a:p>
        </p:txBody>
      </p:sp>
      <p:sp>
        <p:nvSpPr>
          <p:cNvPr id="15" name="Text 1"/>
          <p:cNvSpPr/>
          <p:nvPr/>
        </p:nvSpPr>
        <p:spPr>
          <a:xfrm>
            <a:off x="6629400" y="3251200"/>
            <a:ext cx="4281170" cy="914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altLang="en-US" sz="1600" dirty="0">
                <a:solidFill>
                  <a:schemeClr val="bg1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  <a:sym typeface="+mn-ea"/>
              </a:rPr>
              <a:t>Use both automated tests and human review. Track how the model behaves, find problems, and improve prompts based on data.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</p:txBody>
      </p:sp>
      <p:sp>
        <p:nvSpPr>
          <p:cNvPr id="16" name="Text 2"/>
          <p:cNvSpPr/>
          <p:nvPr/>
        </p:nvSpPr>
        <p:spPr>
          <a:xfrm>
            <a:off x="6629400" y="4650105"/>
            <a:ext cx="3568700" cy="55689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4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</p:txBody>
      </p:sp>
      <p:sp>
        <p:nvSpPr>
          <p:cNvPr id="17" name="Text 3"/>
          <p:cNvSpPr/>
          <p:nvPr/>
        </p:nvSpPr>
        <p:spPr>
          <a:xfrm>
            <a:off x="2349500" y="3413125"/>
            <a:ext cx="3568700" cy="75247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en-US" sz="1600" dirty="0">
                <a:solidFill>
                  <a:schemeClr val="bg1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  <a:sym typeface="+mn-ea"/>
              </a:rPr>
              <a:t>By finding What goes wrong, you can:</a:t>
            </a:r>
            <a:endParaRPr lang="en-US" altLang="en-US" sz="1600" dirty="0">
              <a:solidFill>
                <a:schemeClr val="bg1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bg1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  <a:sym typeface="+mn-ea"/>
              </a:rPr>
              <a:t>Update prompts to reduce mistakes like hallucinations. </a:t>
            </a:r>
            <a:endParaRPr lang="en-US" altLang="en-US" sz="1600" dirty="0">
              <a:solidFill>
                <a:schemeClr val="bg1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  <a:sym typeface="+mn-ea"/>
            </a:endParaRPr>
          </a:p>
          <a:p>
            <a:pPr indent="0" algn="l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en-US" sz="1600" dirty="0">
              <a:solidFill>
                <a:schemeClr val="bg1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bg1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  <a:sym typeface="+mn-ea"/>
              </a:rPr>
              <a:t>Checking important facts and using RAG ensures more accurate and reliable results.</a:t>
            </a:r>
            <a:endParaRPr 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</p:txBody>
      </p:sp>
      <p:sp>
        <p:nvSpPr>
          <p:cNvPr id="18" name="Text 4"/>
          <p:cNvSpPr/>
          <p:nvPr/>
        </p:nvSpPr>
        <p:spPr>
          <a:xfrm>
            <a:off x="2349500" y="4687570"/>
            <a:ext cx="3568700" cy="51943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19" name="Text 5"/>
          <p:cNvSpPr/>
          <p:nvPr/>
        </p:nvSpPr>
        <p:spPr>
          <a:xfrm>
            <a:off x="2349500" y="2890044"/>
            <a:ext cx="3200400" cy="246856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45"/>
              </a:lnSpc>
              <a:buNone/>
            </a:pPr>
            <a:r>
              <a:rPr lang="en-US" dirty="0">
                <a:solidFill>
                  <a:srgbClr val="56F0E8"/>
                </a:solidFill>
                <a:latin typeface="Outfit" pitchFamily="34" charset="0"/>
                <a:ea typeface="Outfit" pitchFamily="34" charset="-122"/>
                <a:cs typeface="Outfit" pitchFamily="34" charset="-120"/>
                <a:sym typeface="+mn-ea"/>
              </a:rPr>
              <a:t>Evaluation</a:t>
            </a:r>
            <a:endParaRPr lang="en-US" sz="1800" dirty="0"/>
          </a:p>
        </p:txBody>
      </p:sp>
      <p:sp>
        <p:nvSpPr>
          <p:cNvPr id="20" name="Text 6"/>
          <p:cNvSpPr/>
          <p:nvPr/>
        </p:nvSpPr>
        <p:spPr>
          <a:xfrm>
            <a:off x="6629400" y="2890044"/>
            <a:ext cx="5353050" cy="246856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45"/>
              </a:lnSpc>
              <a:buNone/>
            </a:pPr>
            <a:r>
              <a:rPr lang="en-US" dirty="0">
                <a:solidFill>
                  <a:srgbClr val="D3F87B"/>
                </a:solidFill>
                <a:latin typeface="Outfit" pitchFamily="34" charset="0"/>
                <a:ea typeface="Outfit" pitchFamily="34" charset="-122"/>
                <a:cs typeface="Outfit" pitchFamily="34" charset="-120"/>
                <a:sym typeface="+mn-ea"/>
              </a:rPr>
              <a:t>Reliability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818110" cy="6858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900" y="2387600"/>
            <a:ext cx="4838700" cy="1816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" y="1993900"/>
            <a:ext cx="711200" cy="76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6800" y="1409700"/>
            <a:ext cx="5029200" cy="965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3000" y="1016000"/>
            <a:ext cx="5029200" cy="3683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6800" y="3149600"/>
            <a:ext cx="5029200" cy="965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3000" y="2755900"/>
            <a:ext cx="5029200" cy="3683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45200" y="1155700"/>
            <a:ext cx="88900" cy="88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45200" y="2908300"/>
            <a:ext cx="88900" cy="88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6800" y="4988560"/>
            <a:ext cx="5029200" cy="86614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3000" y="4697730"/>
            <a:ext cx="5029200" cy="3111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21400" y="4930775"/>
            <a:ext cx="88900" cy="889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990600" y="2425700"/>
            <a:ext cx="3784600" cy="1793677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61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oppins_Bold" pitchFamily="34" charset="0"/>
                <a:ea typeface="Poppins_Bold" pitchFamily="34" charset="-122"/>
                <a:cs typeface="Poppins_Bold" pitchFamily="34" charset="-120"/>
                <a:sym typeface="+mn-ea"/>
              </a:rPr>
              <a:t>LLM Deployment Best Practices</a:t>
            </a:r>
            <a:endParaRPr lang="en-US" sz="3200" dirty="0"/>
          </a:p>
        </p:txBody>
      </p:sp>
      <p:sp>
        <p:nvSpPr>
          <p:cNvPr id="18" name="Text 1"/>
          <p:cNvSpPr/>
          <p:nvPr/>
        </p:nvSpPr>
        <p:spPr>
          <a:xfrm>
            <a:off x="6287770" y="1397000"/>
            <a:ext cx="5716270" cy="914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bg1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  <a:sym typeface="+mn-ea"/>
              </a:rPr>
              <a:t>Always give the AI clear and specific instructions.</a:t>
            </a:r>
            <a:endParaRPr lang="en-US" altLang="en-US" sz="1600" dirty="0">
              <a:solidFill>
                <a:schemeClr val="bg1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bg1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  <a:sym typeface="+mn-ea"/>
              </a:rPr>
              <a:t> language can confuse the model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9" name="Text 2"/>
          <p:cNvSpPr/>
          <p:nvPr/>
        </p:nvSpPr>
        <p:spPr>
          <a:xfrm>
            <a:off x="6286500" y="1054100"/>
            <a:ext cx="5746750" cy="274241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dirty="0">
                <a:solidFill>
                  <a:srgbClr val="00AACF"/>
                </a:solidFill>
                <a:latin typeface="Outfit" pitchFamily="34" charset="0"/>
                <a:ea typeface="Outfit" pitchFamily="34" charset="-122"/>
                <a:cs typeface="Outfit" pitchFamily="34" charset="-120"/>
                <a:sym typeface="+mn-ea"/>
              </a:rPr>
              <a:t>Clear Prompts</a:t>
            </a:r>
            <a:endParaRPr lang="en-US" dirty="0"/>
          </a:p>
          <a:p>
            <a:pPr marL="0" indent="0" algn="l">
              <a:lnSpc>
                <a:spcPts val="2160"/>
              </a:lnSpc>
              <a:buNone/>
            </a:pPr>
            <a:endParaRPr lang="en-US" sz="1800" dirty="0"/>
          </a:p>
        </p:txBody>
      </p:sp>
      <p:sp>
        <p:nvSpPr>
          <p:cNvPr id="20" name="Text 3"/>
          <p:cNvSpPr/>
          <p:nvPr/>
        </p:nvSpPr>
        <p:spPr>
          <a:xfrm>
            <a:off x="6286500" y="3306445"/>
            <a:ext cx="5109210" cy="74485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bg1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  <a:sym typeface="+mn-ea"/>
              </a:rPr>
              <a:t>Check important facts because AI can make things up. </a:t>
            </a:r>
            <a:endParaRPr lang="en-US" altLang="en-US" sz="1600" dirty="0">
              <a:solidFill>
                <a:schemeClr val="bg1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en-US" sz="1600" dirty="0">
              <a:solidFill>
                <a:schemeClr val="bg1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bg1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  <a:sym typeface="+mn-ea"/>
              </a:rPr>
              <a:t>Be careful when asking about things the model wasn’t trained on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MonospacedNumber" pitchFamily="34" charset="-122"/>
              <a:cs typeface="Times New Roman" panose="02020603050405020304" charset="0"/>
            </a:endParaRPr>
          </a:p>
        </p:txBody>
      </p:sp>
      <p:sp>
        <p:nvSpPr>
          <p:cNvPr id="21" name="Text 4"/>
          <p:cNvSpPr/>
          <p:nvPr/>
        </p:nvSpPr>
        <p:spPr>
          <a:xfrm>
            <a:off x="6286500" y="2794000"/>
            <a:ext cx="5746750" cy="274241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dirty="0">
                <a:solidFill>
                  <a:srgbClr val="A5EC9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Fast Checking</a:t>
            </a:r>
            <a:endParaRPr lang="en-US" sz="1800" dirty="0"/>
          </a:p>
        </p:txBody>
      </p:sp>
      <p:sp>
        <p:nvSpPr>
          <p:cNvPr id="22" name="Text 5"/>
          <p:cNvSpPr/>
          <p:nvPr/>
        </p:nvSpPr>
        <p:spPr>
          <a:xfrm>
            <a:off x="6287135" y="4697730"/>
            <a:ext cx="5108575" cy="120713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4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0" indent="0" algn="l">
              <a:lnSpc>
                <a:spcPts val="1800"/>
              </a:lnSpc>
              <a:buNone/>
            </a:pPr>
            <a:endParaRPr lang="en-US" sz="14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indent="0" algn="l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16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For long text, summarize or split it into chunks so the AI can handle all important info within its context window</a:t>
            </a:r>
            <a:endParaRPr 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</p:txBody>
      </p:sp>
      <p:sp>
        <p:nvSpPr>
          <p:cNvPr id="23" name="Text 6"/>
          <p:cNvSpPr/>
          <p:nvPr/>
        </p:nvSpPr>
        <p:spPr>
          <a:xfrm>
            <a:off x="6286500" y="4622800"/>
            <a:ext cx="6896100" cy="274241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endParaRPr lang="en-US" sz="1800" dirty="0">
              <a:solidFill>
                <a:srgbClr val="D3F87B"/>
              </a:solidFill>
              <a:latin typeface="Outfit" pitchFamily="34" charset="0"/>
              <a:ea typeface="Outfit" pitchFamily="34" charset="-122"/>
              <a:cs typeface="Outfit" pitchFamily="34" charset="-120"/>
            </a:endParaRPr>
          </a:p>
          <a:p>
            <a:pPr marL="0" indent="0" algn="l">
              <a:lnSpc>
                <a:spcPts val="1500"/>
              </a:lnSpc>
              <a:buNone/>
            </a:pPr>
            <a:r>
              <a:rPr lang="en-US" dirty="0">
                <a:solidFill>
                  <a:srgbClr val="A4EC98"/>
                </a:solidFill>
                <a:latin typeface="Outfit" pitchFamily="34" charset="0"/>
                <a:ea typeface="Outfit" pitchFamily="34" charset="-122"/>
                <a:cs typeface="Outfit" pitchFamily="34" charset="-120"/>
                <a:sym typeface="+mn-ea"/>
              </a:rPr>
              <a:t>Context Control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6800" y="1790700"/>
            <a:ext cx="5016500" cy="1625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5700" y="1397000"/>
            <a:ext cx="5016500" cy="368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6800" y="4330700"/>
            <a:ext cx="5016500" cy="16383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5700" y="3937000"/>
            <a:ext cx="5016500" cy="3683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900" y="2387600"/>
            <a:ext cx="3975100" cy="1231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8700" y="1993900"/>
            <a:ext cx="711200" cy="76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34100" y="1536700"/>
            <a:ext cx="88900" cy="88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34100" y="4089400"/>
            <a:ext cx="88900" cy="889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6210300" y="1828800"/>
            <a:ext cx="5359400" cy="161480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They have the ability to interact with external tools, integrate models with capabilities to execute code, manage complex workflows. This shifts AI from a text generator to an active agent.</a:t>
            </a:r>
            <a:endParaRPr 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0" indent="0" algn="l">
              <a:lnSpc>
                <a:spcPct val="100000"/>
              </a:lnSpc>
              <a:buNone/>
            </a:pPr>
            <a:endParaRPr 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It </a:t>
            </a: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Understands → Thinks → Takes action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</p:txBody>
      </p:sp>
      <p:sp>
        <p:nvSpPr>
          <p:cNvPr id="15" name="Text 1"/>
          <p:cNvSpPr/>
          <p:nvPr/>
        </p:nvSpPr>
        <p:spPr>
          <a:xfrm>
            <a:off x="6299200" y="1435100"/>
            <a:ext cx="5734050" cy="274241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dirty="0">
                <a:solidFill>
                  <a:srgbClr val="56F0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Defining AI Agents</a:t>
            </a:r>
            <a:endParaRPr lang="en-US" sz="1800" dirty="0"/>
          </a:p>
        </p:txBody>
      </p:sp>
      <p:sp>
        <p:nvSpPr>
          <p:cNvPr id="16" name="Text 2"/>
          <p:cNvSpPr/>
          <p:nvPr/>
        </p:nvSpPr>
        <p:spPr>
          <a:xfrm>
            <a:off x="6210300" y="4381500"/>
            <a:ext cx="5384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charset="0"/>
                <a:ea typeface="MonospacedNumber" pitchFamily="34" charset="-122"/>
                <a:cs typeface="Times New Roman" panose="02020603050405020304" charset="0"/>
              </a:rPr>
              <a:t>Goal-Directed Behavior: Agents act to achieve specific outcomes without constant human prompting.</a:t>
            </a:r>
            <a:endParaRPr lang="en-US" sz="1600" dirty="0">
              <a:solidFill>
                <a:srgbClr val="FFFFFF"/>
              </a:solidFill>
              <a:latin typeface="Times New Roman" panose="02020603050405020304" charset="0"/>
              <a:ea typeface="MonospacedNumber" pitchFamily="34" charset="-122"/>
              <a:cs typeface="Times New Roman" panose="02020603050405020304" charset="0"/>
            </a:endParaRPr>
          </a:p>
          <a:p>
            <a:pPr marL="0" indent="0" algn="l">
              <a:lnSpc>
                <a:spcPts val="1800"/>
              </a:lnSpc>
              <a:buNone/>
            </a:pPr>
            <a:endParaRPr lang="en-US" sz="1600" dirty="0">
              <a:solidFill>
                <a:srgbClr val="FFFFFF"/>
              </a:solidFill>
              <a:latin typeface="Times New Roman" panose="02020603050405020304" charset="0"/>
              <a:ea typeface="MonospacedNumber" pitchFamily="34" charset="-122"/>
              <a:cs typeface="Times New Roman" panose="02020603050405020304" charset="0"/>
            </a:endParaRPr>
          </a:p>
        </p:txBody>
      </p:sp>
      <p:sp>
        <p:nvSpPr>
          <p:cNvPr id="17" name="Text 3"/>
          <p:cNvSpPr/>
          <p:nvPr/>
        </p:nvSpPr>
        <p:spPr>
          <a:xfrm>
            <a:off x="6210300" y="4970780"/>
            <a:ext cx="5360035" cy="32512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Environmental Interaction: Agent interact with surroundings and take actions that change external states.</a:t>
            </a:r>
            <a:endParaRPr lang="en-US" sz="1600" dirty="0">
              <a:solidFill>
                <a:srgbClr val="FFFFFF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18" name="Text 4"/>
          <p:cNvSpPr/>
          <p:nvPr/>
        </p:nvSpPr>
        <p:spPr>
          <a:xfrm>
            <a:off x="6210300" y="5556250"/>
            <a:ext cx="5217160" cy="20574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charset="0"/>
                <a:ea typeface="Arial" panose="020B0604020202020204" pitchFamily="34" charset="-122"/>
                <a:cs typeface="Times New Roman" panose="02020603050405020304" charset="0"/>
              </a:rPr>
              <a:t>Action Execution: Performing operations through tool connection to make a decision</a:t>
            </a:r>
            <a:endParaRPr lang="en-US" sz="1600" dirty="0">
              <a:solidFill>
                <a:srgbClr val="FFFFFF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19" name="Text 5"/>
          <p:cNvSpPr/>
          <p:nvPr/>
        </p:nvSpPr>
        <p:spPr>
          <a:xfrm>
            <a:off x="6299200" y="3975100"/>
            <a:ext cx="5734050" cy="274241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dirty="0">
                <a:solidFill>
                  <a:srgbClr val="D3F87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Core Traits</a:t>
            </a:r>
            <a:endParaRPr lang="en-US" sz="1800" dirty="0"/>
          </a:p>
        </p:txBody>
      </p:sp>
      <p:sp>
        <p:nvSpPr>
          <p:cNvPr id="20" name="Text 6"/>
          <p:cNvSpPr/>
          <p:nvPr/>
        </p:nvSpPr>
        <p:spPr>
          <a:xfrm>
            <a:off x="990600" y="2425700"/>
            <a:ext cx="4038600" cy="1195784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61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oppins_Bold" pitchFamily="34" charset="0"/>
                <a:ea typeface="Poppins_Bold" pitchFamily="34" charset="-122"/>
                <a:cs typeface="Poppins_Bold" pitchFamily="34" charset="-120"/>
              </a:rPr>
              <a:t>Defining AI Agent</a:t>
            </a:r>
            <a:endParaRPr lang="en-US" sz="3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525" y="0"/>
            <a:ext cx="12192000" cy="6858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6800" y="1790700"/>
            <a:ext cx="5016500" cy="1625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5700" y="1397000"/>
            <a:ext cx="5016500" cy="368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6800" y="4330700"/>
            <a:ext cx="5016500" cy="16383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5700" y="3937000"/>
            <a:ext cx="5016500" cy="3683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900" y="2387600"/>
            <a:ext cx="3975100" cy="1231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8700" y="1993900"/>
            <a:ext cx="711200" cy="76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34100" y="1536700"/>
            <a:ext cx="88900" cy="88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21400" y="3562350"/>
            <a:ext cx="88900" cy="889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6299835" y="1828800"/>
            <a:ext cx="5269865" cy="161480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The LLM understands user input and generates reasoning steps. It decides what action should be taken with connecting to the suitable tool and produces responses.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</p:txBody>
      </p:sp>
      <p:sp>
        <p:nvSpPr>
          <p:cNvPr id="15" name="Text 1"/>
          <p:cNvSpPr/>
          <p:nvPr/>
        </p:nvSpPr>
        <p:spPr>
          <a:xfrm>
            <a:off x="6299200" y="1435100"/>
            <a:ext cx="5734050" cy="274241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dirty="0">
                <a:solidFill>
                  <a:srgbClr val="56F0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LLM Model</a:t>
            </a:r>
            <a:endParaRPr lang="en-US" sz="1800" dirty="0"/>
          </a:p>
        </p:txBody>
      </p:sp>
      <p:sp>
        <p:nvSpPr>
          <p:cNvPr id="16" name="Text 2"/>
          <p:cNvSpPr/>
          <p:nvPr/>
        </p:nvSpPr>
        <p:spPr>
          <a:xfrm>
            <a:off x="6299200" y="3936365"/>
            <a:ext cx="5295900" cy="90233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MonospacedNumber" pitchFamily="34" charset="-122"/>
                <a:cs typeface="Times New Roman" panose="02020603050405020304" charset="0"/>
              </a:rPr>
              <a:t>They allow the agent to interact with the outside world.</a:t>
            </a: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MonospacedNumber" pitchFamily="34" charset="-122"/>
                <a:cs typeface="Times New Roman" panose="02020603050405020304" charset="0"/>
                <a:sym typeface="+mn-ea"/>
              </a:rPr>
              <a:t>Without them, the agent would only generate text like: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MonospacedNumber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MonospacedNumber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MonospacedNumber" pitchFamily="34" charset="-122"/>
                <a:cs typeface="Times New Roman" panose="02020603050405020304" charset="0"/>
              </a:rPr>
              <a:t>Search engines for real-time data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MonospacedNumber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MonospacedNumber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MonospacedNumber" pitchFamily="34" charset="-122"/>
                <a:cs typeface="Times New Roman" panose="02020603050405020304" charset="0"/>
              </a:rPr>
              <a:t>Databases for retrieving stored information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MonospacedNumber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MonospacedNumber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MonospacedNumber" pitchFamily="34" charset="-122"/>
                <a:cs typeface="Times New Roman" panose="02020603050405020304" charset="0"/>
              </a:rPr>
              <a:t>Email systems for sending messages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MonospacedNumber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MonospacedNumber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MonospacedNumber" pitchFamily="34" charset="-122"/>
                <a:cs typeface="Times New Roman" panose="02020603050405020304" charset="0"/>
              </a:rPr>
              <a:t>CRM systems for updating customer records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MonospacedNumber" pitchFamily="34" charset="-122"/>
              <a:cs typeface="Times New Roman" panose="02020603050405020304" charset="0"/>
            </a:endParaRPr>
          </a:p>
        </p:txBody>
      </p:sp>
      <p:sp>
        <p:nvSpPr>
          <p:cNvPr id="17" name="Text 3"/>
          <p:cNvSpPr/>
          <p:nvPr/>
        </p:nvSpPr>
        <p:spPr>
          <a:xfrm>
            <a:off x="6210300" y="4970780"/>
            <a:ext cx="5360035" cy="32512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FFFFFF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18" name="Text 4"/>
          <p:cNvSpPr/>
          <p:nvPr/>
        </p:nvSpPr>
        <p:spPr>
          <a:xfrm>
            <a:off x="6210300" y="5556250"/>
            <a:ext cx="4889500" cy="19685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FFFFFF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19" name="Text 5"/>
          <p:cNvSpPr/>
          <p:nvPr/>
        </p:nvSpPr>
        <p:spPr>
          <a:xfrm>
            <a:off x="6299200" y="3476625"/>
            <a:ext cx="5734050" cy="77279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dirty="0">
                <a:solidFill>
                  <a:srgbClr val="D3F87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Tools / APIs</a:t>
            </a:r>
            <a:endParaRPr lang="en-US" sz="1800" dirty="0"/>
          </a:p>
        </p:txBody>
      </p:sp>
      <p:sp>
        <p:nvSpPr>
          <p:cNvPr id="20" name="Text 6"/>
          <p:cNvSpPr/>
          <p:nvPr/>
        </p:nvSpPr>
        <p:spPr>
          <a:xfrm>
            <a:off x="990600" y="2425700"/>
            <a:ext cx="3749040" cy="119570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61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oppins_Bold" pitchFamily="34" charset="0"/>
                <a:ea typeface="Poppins_Bold" pitchFamily="34" charset="-122"/>
                <a:cs typeface="Poppins_Bold" pitchFamily="34" charset="-120"/>
              </a:rPr>
              <a:t>Components Of AI Agent</a:t>
            </a:r>
            <a:endParaRPr lang="en-US" sz="3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6800" y="1790700"/>
            <a:ext cx="5016500" cy="1625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5700" y="1397000"/>
            <a:ext cx="5016500" cy="368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6800" y="4330700"/>
            <a:ext cx="5016500" cy="16383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5700" y="3937000"/>
            <a:ext cx="5016500" cy="3683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900" y="2387600"/>
            <a:ext cx="3975100" cy="1231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8700" y="1993900"/>
            <a:ext cx="711200" cy="76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34100" y="1536700"/>
            <a:ext cx="88900" cy="88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21400" y="3562350"/>
            <a:ext cx="88900" cy="889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6299835" y="1828800"/>
            <a:ext cx="5269865" cy="161480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It stores conversation history or important user information. This allows the agent to maintain context and provide personalized responses.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</p:txBody>
      </p:sp>
      <p:sp>
        <p:nvSpPr>
          <p:cNvPr id="15" name="Text 1"/>
          <p:cNvSpPr/>
          <p:nvPr/>
        </p:nvSpPr>
        <p:spPr>
          <a:xfrm>
            <a:off x="6299200" y="1435100"/>
            <a:ext cx="5734050" cy="274241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dirty="0">
                <a:solidFill>
                  <a:srgbClr val="56F0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Memory (after handling)</a:t>
            </a:r>
            <a:endParaRPr lang="en-US" sz="1800" dirty="0"/>
          </a:p>
        </p:txBody>
      </p:sp>
      <p:sp>
        <p:nvSpPr>
          <p:cNvPr id="16" name="Text 2"/>
          <p:cNvSpPr/>
          <p:nvPr/>
        </p:nvSpPr>
        <p:spPr>
          <a:xfrm>
            <a:off x="6299835" y="3936365"/>
            <a:ext cx="5295265" cy="90233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MonospacedNumber" pitchFamily="34" charset="-122"/>
                <a:cs typeface="Times New Roman" panose="02020603050405020304" charset="0"/>
              </a:rPr>
              <a:t>This is the mechanism that allows the agent to choose, </a:t>
            </a: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MonospacedNumber" pitchFamily="34" charset="-122"/>
                <a:cs typeface="Times New Roman" panose="02020603050405020304" charset="0"/>
                <a:sym typeface="+mn-ea"/>
              </a:rPr>
              <a:t>This creates intelligent behavior instead of static responses like</a:t>
            </a: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MonospacedNumber" pitchFamily="34" charset="-122"/>
                <a:cs typeface="Times New Roman" panose="02020603050405020304" charset="0"/>
              </a:rPr>
              <a:t>: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MonospacedNumber" pitchFamily="34" charset="-122"/>
              <a:cs typeface="Times New Roman" panose="02020603050405020304" charset="0"/>
            </a:endParaRPr>
          </a:p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MonospacedNumber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MonospacedNumber" pitchFamily="34" charset="-122"/>
                <a:cs typeface="Times New Roman" panose="02020603050405020304" charset="0"/>
              </a:rPr>
              <a:t>Should I answer directly?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MonospacedNumber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MonospacedNumber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MonospacedNumber" pitchFamily="34" charset="-122"/>
                <a:cs typeface="Times New Roman" panose="02020603050405020304" charset="0"/>
              </a:rPr>
              <a:t>Should I call a tool?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MonospacedNumber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MonospacedNumber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MonospacedNumber" pitchFamily="34" charset="-122"/>
                <a:cs typeface="Times New Roman" panose="02020603050405020304" charset="0"/>
              </a:rPr>
              <a:t>Which tool should I use?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MonospacedNumber" pitchFamily="34" charset="-122"/>
              <a:cs typeface="Times New Roman" panose="02020603050405020304" charset="0"/>
            </a:endParaRPr>
          </a:p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MonospacedNumber" pitchFamily="34" charset="-122"/>
              <a:cs typeface="Times New Roman" panose="02020603050405020304" charset="0"/>
            </a:endParaRPr>
          </a:p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MonospacedNumber" pitchFamily="34" charset="-122"/>
              <a:cs typeface="Times New Roman" panose="02020603050405020304" charset="0"/>
            </a:endParaRPr>
          </a:p>
        </p:txBody>
      </p:sp>
      <p:sp>
        <p:nvSpPr>
          <p:cNvPr id="17" name="Text 3"/>
          <p:cNvSpPr/>
          <p:nvPr/>
        </p:nvSpPr>
        <p:spPr>
          <a:xfrm>
            <a:off x="6210300" y="4970780"/>
            <a:ext cx="5360035" cy="32512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FFFFFF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18" name="Text 4"/>
          <p:cNvSpPr/>
          <p:nvPr/>
        </p:nvSpPr>
        <p:spPr>
          <a:xfrm>
            <a:off x="6210300" y="5556250"/>
            <a:ext cx="4889500" cy="19685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FFFFFF"/>
              </a:solidFill>
              <a:latin typeface="Times New Roman" panose="02020603050405020304" charset="0"/>
              <a:ea typeface="Arial" panose="020B0604020202020204" pitchFamily="34" charset="-122"/>
              <a:cs typeface="Times New Roman" panose="02020603050405020304" charset="0"/>
            </a:endParaRPr>
          </a:p>
        </p:txBody>
      </p:sp>
      <p:sp>
        <p:nvSpPr>
          <p:cNvPr id="19" name="Text 5"/>
          <p:cNvSpPr/>
          <p:nvPr/>
        </p:nvSpPr>
        <p:spPr>
          <a:xfrm>
            <a:off x="6299200" y="3476625"/>
            <a:ext cx="5734050" cy="77279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dirty="0">
                <a:solidFill>
                  <a:srgbClr val="D3F87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Decision Logic</a:t>
            </a:r>
            <a:endParaRPr lang="en-US" sz="1800" dirty="0"/>
          </a:p>
        </p:txBody>
      </p:sp>
      <p:sp>
        <p:nvSpPr>
          <p:cNvPr id="20" name="Text 6"/>
          <p:cNvSpPr/>
          <p:nvPr/>
        </p:nvSpPr>
        <p:spPr>
          <a:xfrm>
            <a:off x="990600" y="2425700"/>
            <a:ext cx="3749040" cy="119570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61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oppins_Bold" pitchFamily="34" charset="0"/>
                <a:ea typeface="Poppins_Bold" pitchFamily="34" charset="-122"/>
                <a:cs typeface="Poppins_Bold" pitchFamily="34" charset="-120"/>
              </a:rPr>
              <a:t>Components Of AI Agent</a:t>
            </a:r>
            <a:endParaRPr lang="en-US" sz="3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667500" y="4838700"/>
            <a:ext cx="4800600" cy="1397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985000" y="4889500"/>
            <a:ext cx="4267200" cy="469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985000" y="5232400"/>
            <a:ext cx="4267200" cy="952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6400800" y="5207000"/>
            <a:ext cx="546100" cy="546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6096000" y="5486400"/>
            <a:ext cx="12700" cy="1371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723900" y="3403600"/>
            <a:ext cx="4800600" cy="1397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939800" y="3492500"/>
            <a:ext cx="4267200" cy="469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939800" y="3835400"/>
            <a:ext cx="4305300" cy="952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5245100" y="3835400"/>
            <a:ext cx="546100" cy="5461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6083300" y="4089400"/>
            <a:ext cx="12700" cy="1371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6667500" y="1993900"/>
            <a:ext cx="4800600" cy="1409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985000" y="2171700"/>
            <a:ext cx="4267200" cy="469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6985000" y="2514600"/>
            <a:ext cx="4267200" cy="774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6400800" y="2425700"/>
            <a:ext cx="546100" cy="5461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6096000" y="2692400"/>
            <a:ext cx="12700" cy="13716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60400" y="342900"/>
            <a:ext cx="8686800" cy="965835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52450" y="501650"/>
            <a:ext cx="101600" cy="3683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6"/>
          <a:stretch>
            <a:fillRect/>
          </a:stretch>
        </p:blipFill>
        <p:spPr>
          <a:xfrm>
            <a:off x="5791200" y="4102100"/>
            <a:ext cx="304800" cy="127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8"/>
          <a:stretch>
            <a:fillRect/>
          </a:stretch>
        </p:blipFill>
        <p:spPr>
          <a:xfrm>
            <a:off x="6096000" y="2692400"/>
            <a:ext cx="304800" cy="127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/>
          <a:stretch>
            <a:fillRect/>
          </a:stretch>
        </p:blipFill>
        <p:spPr>
          <a:xfrm>
            <a:off x="6096000" y="5499100"/>
            <a:ext cx="304800" cy="12700"/>
          </a:xfrm>
          <a:prstGeom prst="rect">
            <a:avLst/>
          </a:prstGeom>
        </p:spPr>
      </p:pic>
      <p:sp>
        <p:nvSpPr>
          <p:cNvPr id="26" name="Text 0"/>
          <p:cNvSpPr/>
          <p:nvPr>
            <p:custDataLst>
              <p:tags r:id="rId41"/>
            </p:custDataLst>
          </p:nvPr>
        </p:nvSpPr>
        <p:spPr>
          <a:xfrm>
            <a:off x="7086600" y="5014119"/>
            <a:ext cx="4876801" cy="243681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Tool Choosing</a:t>
            </a:r>
            <a:endParaRPr lang="en-US" sz="1600" dirty="0"/>
          </a:p>
        </p:txBody>
      </p:sp>
      <p:sp>
        <p:nvSpPr>
          <p:cNvPr id="27" name="Text 1"/>
          <p:cNvSpPr/>
          <p:nvPr>
            <p:custDataLst>
              <p:tags r:id="rId42"/>
            </p:custDataLst>
          </p:nvPr>
        </p:nvSpPr>
        <p:spPr>
          <a:xfrm>
            <a:off x="7086600" y="5342890"/>
            <a:ext cx="4361815" cy="65151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en-US" sz="16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The agent determines Which tool is required to solve user query</a:t>
            </a:r>
            <a:endParaRPr lang="en-US" altLang="en-US" sz="16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" name="Text 2"/>
          <p:cNvSpPr/>
          <p:nvPr>
            <p:custDataLst>
              <p:tags r:id="rId43"/>
            </p:custDataLst>
          </p:nvPr>
        </p:nvSpPr>
        <p:spPr>
          <a:xfrm>
            <a:off x="6468110" y="5342930"/>
            <a:ext cx="411480" cy="274241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1800" dirty="0"/>
          </a:p>
        </p:txBody>
      </p:sp>
      <p:sp>
        <p:nvSpPr>
          <p:cNvPr id="29" name="Text 3"/>
          <p:cNvSpPr/>
          <p:nvPr>
            <p:custDataLst>
              <p:tags r:id="rId44"/>
            </p:custDataLst>
          </p:nvPr>
        </p:nvSpPr>
        <p:spPr>
          <a:xfrm>
            <a:off x="1041400" y="3517900"/>
            <a:ext cx="4876800" cy="243681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LLM Model</a:t>
            </a:r>
            <a:endParaRPr lang="en-US" sz="1600" dirty="0"/>
          </a:p>
        </p:txBody>
      </p:sp>
      <p:sp>
        <p:nvSpPr>
          <p:cNvPr id="30" name="Text 4"/>
          <p:cNvSpPr/>
          <p:nvPr>
            <p:custDataLst>
              <p:tags r:id="rId45"/>
            </p:custDataLst>
          </p:nvPr>
        </p:nvSpPr>
        <p:spPr>
          <a:xfrm>
            <a:off x="1041400" y="3848100"/>
            <a:ext cx="4102100" cy="78867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en-US" sz="16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Then the agent analyzes the request using the LLM model.</a:t>
            </a:r>
            <a:endParaRPr lang="en-US" altLang="en-US" sz="16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1" name="Text 5"/>
          <p:cNvSpPr/>
          <p:nvPr>
            <p:custDataLst>
              <p:tags r:id="rId46"/>
            </p:custDataLst>
          </p:nvPr>
        </p:nvSpPr>
        <p:spPr>
          <a:xfrm>
            <a:off x="5312410" y="3971330"/>
            <a:ext cx="411480" cy="274241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1800" dirty="0"/>
          </a:p>
        </p:txBody>
      </p:sp>
      <p:sp>
        <p:nvSpPr>
          <p:cNvPr id="32" name="Text 6"/>
          <p:cNvSpPr/>
          <p:nvPr>
            <p:custDataLst>
              <p:tags r:id="rId47"/>
            </p:custDataLst>
          </p:nvPr>
        </p:nvSpPr>
        <p:spPr>
          <a:xfrm>
            <a:off x="7086600" y="2184400"/>
            <a:ext cx="4292601" cy="243681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User Query</a:t>
            </a:r>
            <a:endParaRPr lang="en-US" sz="1600" dirty="0"/>
          </a:p>
        </p:txBody>
      </p:sp>
      <p:sp>
        <p:nvSpPr>
          <p:cNvPr id="33" name="Text 7"/>
          <p:cNvSpPr/>
          <p:nvPr>
            <p:custDataLst>
              <p:tags r:id="rId48"/>
            </p:custDataLst>
          </p:nvPr>
        </p:nvSpPr>
        <p:spPr>
          <a:xfrm>
            <a:off x="7086600" y="2519045"/>
            <a:ext cx="4089400" cy="75755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en-US" sz="16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First, The user submits his question about any topic</a:t>
            </a:r>
            <a:endParaRPr lang="en-US" altLang="en-US" sz="16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4" name="Text 8"/>
          <p:cNvSpPr/>
          <p:nvPr>
            <p:custDataLst>
              <p:tags r:id="rId49"/>
            </p:custDataLst>
          </p:nvPr>
        </p:nvSpPr>
        <p:spPr>
          <a:xfrm>
            <a:off x="6468110" y="2561630"/>
            <a:ext cx="411480" cy="274241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1800" dirty="0"/>
          </a:p>
        </p:txBody>
      </p:sp>
      <p:sp>
        <p:nvSpPr>
          <p:cNvPr id="35" name="Text 9"/>
          <p:cNvSpPr/>
          <p:nvPr/>
        </p:nvSpPr>
        <p:spPr>
          <a:xfrm>
            <a:off x="749300" y="341630"/>
            <a:ext cx="11258550" cy="42037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61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oppins_Bold" pitchFamily="34" charset="0"/>
                <a:ea typeface="Poppins_Bold" pitchFamily="34" charset="-122"/>
                <a:cs typeface="Poppins_Bold" pitchFamily="34" charset="-120"/>
              </a:rPr>
              <a:t>AI Agent Workflow</a:t>
            </a:r>
            <a:endParaRPr lang="en-US" sz="3200" b="1" dirty="0">
              <a:solidFill>
                <a:srgbClr val="FFFFFF"/>
              </a:solidFill>
              <a:latin typeface="Poppins_Bold" pitchFamily="34" charset="0"/>
              <a:ea typeface="Poppins_Bold" pitchFamily="34" charset="-122"/>
              <a:cs typeface="Poppins_Bold" pitchFamily="34" charset="-120"/>
            </a:endParaRPr>
          </a:p>
          <a:p>
            <a:pPr marL="0" indent="0" algn="l">
              <a:lnSpc>
                <a:spcPts val="4610"/>
              </a:lnSpc>
              <a:buNone/>
            </a:pPr>
            <a:r>
              <a:rPr lang="en-US" altLang="en-US" sz="16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This process combines reasoning and action, which makes agents powerful in automation systems.</a:t>
            </a:r>
            <a:endParaRPr lang="en-US" altLang="en-US" sz="16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667500" y="4838700"/>
            <a:ext cx="4800600" cy="1397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985000" y="4889500"/>
            <a:ext cx="4267200" cy="469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985000" y="5232400"/>
            <a:ext cx="4267200" cy="952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6400800" y="5207000"/>
            <a:ext cx="546100" cy="546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6096000" y="5486400"/>
            <a:ext cx="12700" cy="1371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723900" y="3403600"/>
            <a:ext cx="4800600" cy="1397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939800" y="3492500"/>
            <a:ext cx="4267200" cy="469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939800" y="3835400"/>
            <a:ext cx="4305300" cy="952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5245100" y="3835400"/>
            <a:ext cx="546100" cy="5461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6083300" y="4089400"/>
            <a:ext cx="12700" cy="1371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6667500" y="1993900"/>
            <a:ext cx="4800600" cy="1409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985000" y="2171700"/>
            <a:ext cx="4267200" cy="469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6985000" y="2514600"/>
            <a:ext cx="4267200" cy="774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6400800" y="2425700"/>
            <a:ext cx="546100" cy="5461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6096000" y="2692400"/>
            <a:ext cx="12700" cy="13716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60400" y="342900"/>
            <a:ext cx="8686800" cy="965835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52450" y="501650"/>
            <a:ext cx="101600" cy="3683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6"/>
          <a:stretch>
            <a:fillRect/>
          </a:stretch>
        </p:blipFill>
        <p:spPr>
          <a:xfrm>
            <a:off x="5791200" y="4102100"/>
            <a:ext cx="304800" cy="127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8"/>
          <a:stretch>
            <a:fillRect/>
          </a:stretch>
        </p:blipFill>
        <p:spPr>
          <a:xfrm>
            <a:off x="6096000" y="2692400"/>
            <a:ext cx="304800" cy="127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/>
          <a:stretch>
            <a:fillRect/>
          </a:stretch>
        </p:blipFill>
        <p:spPr>
          <a:xfrm>
            <a:off x="6096000" y="5499100"/>
            <a:ext cx="304800" cy="12700"/>
          </a:xfrm>
          <a:prstGeom prst="rect">
            <a:avLst/>
          </a:prstGeom>
        </p:spPr>
      </p:pic>
      <p:sp>
        <p:nvSpPr>
          <p:cNvPr id="26" name="Text 0"/>
          <p:cNvSpPr/>
          <p:nvPr>
            <p:custDataLst>
              <p:tags r:id="rId41"/>
            </p:custDataLst>
          </p:nvPr>
        </p:nvSpPr>
        <p:spPr>
          <a:xfrm>
            <a:off x="7086600" y="5014119"/>
            <a:ext cx="4876801" cy="243681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Confirmation</a:t>
            </a:r>
            <a:endParaRPr lang="en-US" sz="1600" dirty="0"/>
          </a:p>
        </p:txBody>
      </p:sp>
      <p:sp>
        <p:nvSpPr>
          <p:cNvPr id="27" name="Text 1"/>
          <p:cNvSpPr/>
          <p:nvPr>
            <p:custDataLst>
              <p:tags r:id="rId42"/>
            </p:custDataLst>
          </p:nvPr>
        </p:nvSpPr>
        <p:spPr>
          <a:xfrm>
            <a:off x="7086600" y="5342890"/>
            <a:ext cx="4361815" cy="65151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en-US" sz="16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The agent generates a final confirmation message.</a:t>
            </a:r>
            <a:endParaRPr lang="en-US" altLang="en-US" sz="16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" name="Text 2"/>
          <p:cNvSpPr/>
          <p:nvPr>
            <p:custDataLst>
              <p:tags r:id="rId43"/>
            </p:custDataLst>
          </p:nvPr>
        </p:nvSpPr>
        <p:spPr>
          <a:xfrm>
            <a:off x="6468110" y="5342930"/>
            <a:ext cx="411480" cy="274241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06</a:t>
            </a:r>
            <a:endParaRPr lang="en-US" sz="1800" dirty="0"/>
          </a:p>
        </p:txBody>
      </p:sp>
      <p:sp>
        <p:nvSpPr>
          <p:cNvPr id="29" name="Text 3"/>
          <p:cNvSpPr/>
          <p:nvPr>
            <p:custDataLst>
              <p:tags r:id="rId44"/>
            </p:custDataLst>
          </p:nvPr>
        </p:nvSpPr>
        <p:spPr>
          <a:xfrm>
            <a:off x="1041400" y="3517900"/>
            <a:ext cx="4876800" cy="243681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Output</a:t>
            </a:r>
            <a:endParaRPr lang="en-US" sz="1600" dirty="0"/>
          </a:p>
        </p:txBody>
      </p:sp>
      <p:sp>
        <p:nvSpPr>
          <p:cNvPr id="30" name="Text 4"/>
          <p:cNvSpPr/>
          <p:nvPr>
            <p:custDataLst>
              <p:tags r:id="rId45"/>
            </p:custDataLst>
          </p:nvPr>
        </p:nvSpPr>
        <p:spPr>
          <a:xfrm>
            <a:off x="1041400" y="3848100"/>
            <a:ext cx="4102100" cy="78867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en-US" sz="16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The external system returns the result through the  application</a:t>
            </a:r>
            <a:endParaRPr lang="en-US" altLang="en-US" sz="16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1" name="Text 5"/>
          <p:cNvSpPr/>
          <p:nvPr>
            <p:custDataLst>
              <p:tags r:id="rId46"/>
            </p:custDataLst>
          </p:nvPr>
        </p:nvSpPr>
        <p:spPr>
          <a:xfrm>
            <a:off x="5312410" y="3971330"/>
            <a:ext cx="411480" cy="274241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05</a:t>
            </a:r>
            <a:endParaRPr lang="en-US" sz="1800" dirty="0"/>
          </a:p>
        </p:txBody>
      </p:sp>
      <p:sp>
        <p:nvSpPr>
          <p:cNvPr id="32" name="Text 6"/>
          <p:cNvSpPr/>
          <p:nvPr>
            <p:custDataLst>
              <p:tags r:id="rId47"/>
            </p:custDataLst>
          </p:nvPr>
        </p:nvSpPr>
        <p:spPr>
          <a:xfrm>
            <a:off x="7086600" y="2184400"/>
            <a:ext cx="4292601" cy="243681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Tool Calling</a:t>
            </a:r>
            <a:endParaRPr lang="en-US" sz="1600" dirty="0"/>
          </a:p>
        </p:txBody>
      </p:sp>
      <p:sp>
        <p:nvSpPr>
          <p:cNvPr id="33" name="Text 7"/>
          <p:cNvSpPr/>
          <p:nvPr>
            <p:custDataLst>
              <p:tags r:id="rId48"/>
            </p:custDataLst>
          </p:nvPr>
        </p:nvSpPr>
        <p:spPr>
          <a:xfrm>
            <a:off x="7086600" y="2519045"/>
            <a:ext cx="4089400" cy="75755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en-US" sz="16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If a specific tool is needed, it calls it to solve the problem</a:t>
            </a:r>
            <a:endParaRPr lang="en-US" altLang="en-US" sz="16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4" name="Text 8"/>
          <p:cNvSpPr/>
          <p:nvPr>
            <p:custDataLst>
              <p:tags r:id="rId49"/>
            </p:custDataLst>
          </p:nvPr>
        </p:nvSpPr>
        <p:spPr>
          <a:xfrm>
            <a:off x="6468110" y="2561630"/>
            <a:ext cx="411480" cy="274241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04</a:t>
            </a:r>
            <a:endParaRPr lang="en-US" sz="1800" dirty="0"/>
          </a:p>
        </p:txBody>
      </p:sp>
      <p:sp>
        <p:nvSpPr>
          <p:cNvPr id="35" name="Text 9"/>
          <p:cNvSpPr/>
          <p:nvPr/>
        </p:nvSpPr>
        <p:spPr>
          <a:xfrm>
            <a:off x="749300" y="341630"/>
            <a:ext cx="11258550" cy="42037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61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oppins_Bold" pitchFamily="34" charset="0"/>
                <a:ea typeface="Poppins_Bold" pitchFamily="34" charset="-122"/>
                <a:cs typeface="Poppins_Bold" pitchFamily="34" charset="-120"/>
              </a:rPr>
              <a:t>AI Agent Workflow</a:t>
            </a:r>
            <a:endParaRPr lang="en-US" sz="3200" b="1" dirty="0">
              <a:solidFill>
                <a:srgbClr val="FFFFFF"/>
              </a:solidFill>
              <a:latin typeface="Poppins_Bold" pitchFamily="34" charset="0"/>
              <a:ea typeface="Poppins_Bold" pitchFamily="34" charset="-122"/>
              <a:cs typeface="Poppins_Bold" pitchFamily="34" charset="-120"/>
            </a:endParaRPr>
          </a:p>
          <a:p>
            <a:pPr marL="0" indent="0" algn="l">
              <a:lnSpc>
                <a:spcPts val="4610"/>
              </a:lnSpc>
              <a:buNone/>
            </a:pPr>
            <a:endParaRPr lang="en-US" altLang="en-US" sz="16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0" y="304800"/>
            <a:ext cx="8686801" cy="1231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450" y="501650"/>
            <a:ext cx="101600" cy="368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5100" y="3136900"/>
            <a:ext cx="3429000" cy="1955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5200" y="3136900"/>
            <a:ext cx="3429000" cy="1955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35200" y="2667000"/>
            <a:ext cx="3429000" cy="584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5100" y="2667000"/>
            <a:ext cx="3429000" cy="584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46143" y="1868343"/>
            <a:ext cx="1038514" cy="1038514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98285" y="1866265"/>
            <a:ext cx="967105" cy="97917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901700" y="406400"/>
            <a:ext cx="8930640" cy="597892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61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oppins_Bold" pitchFamily="34" charset="0"/>
                <a:ea typeface="Poppins_Bold" pitchFamily="34" charset="-122"/>
                <a:cs typeface="Poppins_Bold" pitchFamily="34" charset="-120"/>
              </a:rPr>
              <a:t>AI Agent Types</a:t>
            </a:r>
            <a:endParaRPr lang="en-US" sz="3200" dirty="0"/>
          </a:p>
        </p:txBody>
      </p:sp>
      <p:sp>
        <p:nvSpPr>
          <p:cNvPr id="15" name="Text 1"/>
          <p:cNvSpPr/>
          <p:nvPr/>
        </p:nvSpPr>
        <p:spPr>
          <a:xfrm>
            <a:off x="6840855" y="3251200"/>
            <a:ext cx="4440555" cy="125793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Multiple agents collaborate together. For example: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One agent plans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Another executes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A third verifies the result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indent="0" algn="l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indent="0" algn="l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This structure improves reliability and scalability as multiple brains collaborating on one goal.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</p:txBody>
      </p:sp>
      <p:sp>
        <p:nvSpPr>
          <p:cNvPr id="16" name="Text 2"/>
          <p:cNvSpPr/>
          <p:nvPr/>
        </p:nvSpPr>
        <p:spPr>
          <a:xfrm>
            <a:off x="6629400" y="4650105"/>
            <a:ext cx="3568700" cy="55689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4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</p:txBody>
      </p:sp>
      <p:sp>
        <p:nvSpPr>
          <p:cNvPr id="17" name="Text 3"/>
          <p:cNvSpPr/>
          <p:nvPr/>
        </p:nvSpPr>
        <p:spPr>
          <a:xfrm>
            <a:off x="2349500" y="3251200"/>
            <a:ext cx="3319780" cy="914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They break complex tasks into smaller steps and execute them sequentially. Useful for workflows and business processes.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One brain following multiple steps.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</p:txBody>
      </p:sp>
      <p:sp>
        <p:nvSpPr>
          <p:cNvPr id="18" name="Text 4"/>
          <p:cNvSpPr/>
          <p:nvPr/>
        </p:nvSpPr>
        <p:spPr>
          <a:xfrm>
            <a:off x="2349500" y="4687570"/>
            <a:ext cx="3568700" cy="51943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19" name="Text 5"/>
          <p:cNvSpPr/>
          <p:nvPr/>
        </p:nvSpPr>
        <p:spPr>
          <a:xfrm>
            <a:off x="2349500" y="2890044"/>
            <a:ext cx="3200400" cy="246856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45"/>
              </a:lnSpc>
              <a:buNone/>
            </a:pPr>
            <a:r>
              <a:rPr lang="en-US" dirty="0">
                <a:solidFill>
                  <a:srgbClr val="56F0E8"/>
                </a:solidFill>
                <a:latin typeface="Outfit" pitchFamily="34" charset="0"/>
                <a:ea typeface="Outfit" pitchFamily="34" charset="-122"/>
                <a:cs typeface="Outfit" pitchFamily="34" charset="-120"/>
                <a:sym typeface="+mn-ea"/>
              </a:rPr>
              <a:t>Multi-Step Agent </a:t>
            </a:r>
            <a:endParaRPr lang="en-US" sz="1800" dirty="0"/>
          </a:p>
        </p:txBody>
      </p:sp>
      <p:sp>
        <p:nvSpPr>
          <p:cNvPr id="20" name="Text 6"/>
          <p:cNvSpPr/>
          <p:nvPr/>
        </p:nvSpPr>
        <p:spPr>
          <a:xfrm>
            <a:off x="6840855" y="2889885"/>
            <a:ext cx="5141595" cy="24701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45"/>
              </a:lnSpc>
              <a:buNone/>
            </a:pPr>
            <a:r>
              <a:rPr lang="en-US" dirty="0">
                <a:solidFill>
                  <a:srgbClr val="D3F87B"/>
                </a:solidFill>
                <a:latin typeface="Outfit" pitchFamily="34" charset="0"/>
                <a:ea typeface="Outfit" pitchFamily="34" charset="-122"/>
                <a:cs typeface="Outfit" pitchFamily="34" charset="-120"/>
                <a:sym typeface="+mn-ea"/>
              </a:rPr>
              <a:t>Multi Agent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818110" cy="6858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900" y="2387600"/>
            <a:ext cx="4838700" cy="1816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" y="1993900"/>
            <a:ext cx="711200" cy="76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6800" y="1409700"/>
            <a:ext cx="5029200" cy="965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3000" y="1016000"/>
            <a:ext cx="5029200" cy="3683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6800" y="3149600"/>
            <a:ext cx="5029200" cy="965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3000" y="2755900"/>
            <a:ext cx="5029200" cy="3683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45200" y="1155700"/>
            <a:ext cx="88900" cy="88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14720" y="2319020"/>
            <a:ext cx="88900" cy="88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6800" y="4988560"/>
            <a:ext cx="5029200" cy="86614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3000" y="4697730"/>
            <a:ext cx="5029200" cy="3111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11240" y="5103495"/>
            <a:ext cx="88900" cy="889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990600" y="2425700"/>
            <a:ext cx="3518535" cy="179387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61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oppins_Bold" pitchFamily="34" charset="0"/>
                <a:ea typeface="Poppins_Bold" pitchFamily="34" charset="-122"/>
                <a:cs typeface="Poppins_Bold" pitchFamily="34" charset="-120"/>
                <a:sym typeface="+mn-ea"/>
              </a:rPr>
              <a:t>AI Agent Challenge</a:t>
            </a:r>
            <a:r>
              <a:rPr lang="en-US" sz="3200" b="1" dirty="0">
                <a:solidFill>
                  <a:srgbClr val="FFFFFF"/>
                </a:solidFill>
                <a:latin typeface="Poppins_Bold" pitchFamily="34" charset="0"/>
                <a:ea typeface="Poppins_Bold" pitchFamily="34" charset="-122"/>
                <a:cs typeface="Poppins_Bold" pitchFamily="34" charset="-120"/>
                <a:sym typeface="+mn-ea"/>
              </a:rPr>
              <a:t>s</a:t>
            </a:r>
            <a:endParaRPr lang="en-US" sz="3200" dirty="0"/>
          </a:p>
        </p:txBody>
      </p:sp>
      <p:sp>
        <p:nvSpPr>
          <p:cNvPr id="18" name="Text 1"/>
          <p:cNvSpPr/>
          <p:nvPr/>
        </p:nvSpPr>
        <p:spPr>
          <a:xfrm>
            <a:off x="6287770" y="1397000"/>
            <a:ext cx="5716270" cy="181292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en-US" sz="16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Many agents with more steps mean slower responses.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9" name="Text 2"/>
          <p:cNvSpPr/>
          <p:nvPr/>
        </p:nvSpPr>
        <p:spPr>
          <a:xfrm>
            <a:off x="6286500" y="1054100"/>
            <a:ext cx="5746750" cy="274241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dirty="0">
                <a:solidFill>
                  <a:srgbClr val="00AACF"/>
                </a:solidFill>
                <a:latin typeface="Outfit" pitchFamily="34" charset="0"/>
                <a:ea typeface="Outfit" pitchFamily="34" charset="-122"/>
                <a:cs typeface="Outfit" pitchFamily="34" charset="-120"/>
                <a:sym typeface="+mn-ea"/>
              </a:rPr>
              <a:t>Latency</a:t>
            </a:r>
            <a:endParaRPr lang="en-US" sz="1800" dirty="0"/>
          </a:p>
        </p:txBody>
      </p:sp>
      <p:sp>
        <p:nvSpPr>
          <p:cNvPr id="20" name="Text 3"/>
          <p:cNvSpPr/>
          <p:nvPr/>
        </p:nvSpPr>
        <p:spPr>
          <a:xfrm>
            <a:off x="6276340" y="3940810"/>
            <a:ext cx="5109210" cy="73152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altLang="en-US" sz="16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External APIs may fail, return incorrect data, or experience delays.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MonospacedNumber" pitchFamily="34" charset="-122"/>
              <a:cs typeface="Times New Roman" panose="02020603050405020304" charset="0"/>
            </a:endParaRPr>
          </a:p>
        </p:txBody>
      </p:sp>
      <p:sp>
        <p:nvSpPr>
          <p:cNvPr id="21" name="Text 4"/>
          <p:cNvSpPr/>
          <p:nvPr/>
        </p:nvSpPr>
        <p:spPr>
          <a:xfrm>
            <a:off x="6235700" y="2214880"/>
            <a:ext cx="5746750" cy="274241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dirty="0">
                <a:solidFill>
                  <a:srgbClr val="A5EC9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High Cost</a:t>
            </a:r>
            <a:endParaRPr lang="en-US" sz="1800" dirty="0"/>
          </a:p>
        </p:txBody>
      </p:sp>
      <p:sp>
        <p:nvSpPr>
          <p:cNvPr id="22" name="Text 5"/>
          <p:cNvSpPr/>
          <p:nvPr/>
        </p:nvSpPr>
        <p:spPr>
          <a:xfrm>
            <a:off x="6287135" y="4931410"/>
            <a:ext cx="5108575" cy="120713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4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0" indent="0" algn="l">
              <a:lnSpc>
                <a:spcPts val="1800"/>
              </a:lnSpc>
              <a:buNone/>
            </a:pPr>
            <a:endParaRPr lang="en-US" sz="14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en-US" sz="16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agent may generate incorrect reasoning steps or wrong conclusions.</a:t>
            </a:r>
            <a:endParaRPr 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</p:txBody>
      </p:sp>
      <p:sp>
        <p:nvSpPr>
          <p:cNvPr id="23" name="Text 6"/>
          <p:cNvSpPr/>
          <p:nvPr/>
        </p:nvSpPr>
        <p:spPr>
          <a:xfrm>
            <a:off x="6286500" y="4812030"/>
            <a:ext cx="6896100" cy="85407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endParaRPr lang="en-US" sz="1800" dirty="0">
              <a:solidFill>
                <a:srgbClr val="D3F87B"/>
              </a:solidFill>
              <a:latin typeface="Outfit" pitchFamily="34" charset="0"/>
              <a:ea typeface="Outfit" pitchFamily="34" charset="-122"/>
              <a:cs typeface="Outfit" pitchFamily="34" charset="-120"/>
            </a:endParaRPr>
          </a:p>
          <a:p>
            <a:pPr marL="0" indent="0" algn="l">
              <a:lnSpc>
                <a:spcPts val="1500"/>
              </a:lnSpc>
              <a:buNone/>
            </a:pPr>
            <a:r>
              <a:rPr lang="en-US" dirty="0">
                <a:solidFill>
                  <a:srgbClr val="A4EC98"/>
                </a:solidFill>
                <a:latin typeface="Outfit" pitchFamily="34" charset="0"/>
                <a:ea typeface="Outfit" pitchFamily="34" charset="-122"/>
                <a:cs typeface="Outfit" pitchFamily="34" charset="-120"/>
                <a:sym typeface="+mn-ea"/>
              </a:rPr>
              <a:t>Hallucination</a:t>
            </a:r>
            <a:endParaRPr lang="en-US" sz="1800" dirty="0"/>
          </a:p>
        </p:txBody>
      </p:sp>
      <p:sp>
        <p:nvSpPr>
          <p:cNvPr id="24" name="Text Box 23"/>
          <p:cNvSpPr txBox="1"/>
          <p:nvPr/>
        </p:nvSpPr>
        <p:spPr>
          <a:xfrm>
            <a:off x="6140450" y="2524760"/>
            <a:ext cx="5255260" cy="10287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l">
              <a:lnSpc>
                <a:spcPct val="150000"/>
              </a:lnSpc>
              <a:buNone/>
            </a:pPr>
            <a:r>
              <a:rPr lang="en-US" altLang="en-US" sz="16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Multi-step reasoning requires multiple tool calling which increases cost.</a:t>
            </a:r>
            <a:endParaRPr lang="en-US" altLang="en-US" sz="1600" dirty="0">
              <a:solidFill>
                <a:schemeClr val="bg1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25" name="Text Box 24"/>
          <p:cNvSpPr txBox="1"/>
          <p:nvPr/>
        </p:nvSpPr>
        <p:spPr>
          <a:xfrm>
            <a:off x="6116320" y="3627120"/>
            <a:ext cx="6096000" cy="4038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l">
              <a:lnSpc>
                <a:spcPts val="2160"/>
              </a:lnSpc>
              <a:buNone/>
            </a:pPr>
            <a:r>
              <a:rPr lang="en-US" dirty="0">
                <a:solidFill>
                  <a:srgbClr val="A5EC98"/>
                </a:solidFill>
                <a:latin typeface="Outfit" pitchFamily="34" charset="0"/>
                <a:ea typeface="Outfit" pitchFamily="34" charset="-122"/>
                <a:cs typeface="Outfit" pitchFamily="34" charset="-120"/>
                <a:sym typeface="+mn-ea"/>
              </a:rPr>
              <a:t>Tool Error</a:t>
            </a:r>
            <a:endParaRPr lang="en-US" dirty="0">
              <a:solidFill>
                <a:srgbClr val="A5EC98"/>
              </a:solidFill>
              <a:latin typeface="Outfit" pitchFamily="34" charset="0"/>
              <a:ea typeface="Outfit" pitchFamily="34" charset="-122"/>
              <a:cs typeface="Outfit" pitchFamily="34" charset="-120"/>
              <a:sym typeface="+mn-ea"/>
            </a:endParaRPr>
          </a:p>
        </p:txBody>
      </p:sp>
      <p:pic>
        <p:nvPicPr>
          <p:cNvPr id="26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09640" y="3797300"/>
            <a:ext cx="88900" cy="889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1300" y="3606800"/>
            <a:ext cx="889000" cy="1524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9500" y="3336925"/>
            <a:ext cx="1257300" cy="21621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51700" y="3517900"/>
            <a:ext cx="889000" cy="161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7300" y="3501390"/>
            <a:ext cx="952500" cy="199771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67400" y="3088005"/>
            <a:ext cx="774700" cy="296989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83600" y="3657600"/>
            <a:ext cx="1993900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1700" y="3657600"/>
            <a:ext cx="2959100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83600" y="2032000"/>
            <a:ext cx="2476501" cy="2413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04400" y="2857500"/>
            <a:ext cx="2247900" cy="2413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52000" y="4267200"/>
            <a:ext cx="2171700" cy="2413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83600" y="4838700"/>
            <a:ext cx="2476501" cy="2413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54200" y="2032000"/>
            <a:ext cx="2247900" cy="2413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6000" y="2857500"/>
            <a:ext cx="2641600" cy="2413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8500" y="4267200"/>
            <a:ext cx="2743200" cy="4953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3440" y="5003800"/>
            <a:ext cx="2943860" cy="2413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64830" y="4525010"/>
            <a:ext cx="1397000" cy="50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04200" y="3875405"/>
            <a:ext cx="1397000" cy="762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463800" y="4584065"/>
            <a:ext cx="1397000" cy="508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463800" y="3823335"/>
            <a:ext cx="1397000" cy="508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0400" y="342900"/>
            <a:ext cx="8686801" cy="6350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52450" y="501650"/>
            <a:ext cx="101600" cy="368300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8483600" y="3657600"/>
            <a:ext cx="4335780" cy="292497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305"/>
              </a:lnSpc>
              <a:buNone/>
            </a:pPr>
            <a:endParaRPr lang="en-US" sz="1600" dirty="0"/>
          </a:p>
        </p:txBody>
      </p:sp>
      <p:sp>
        <p:nvSpPr>
          <p:cNvPr id="28" name="Text 1"/>
          <p:cNvSpPr/>
          <p:nvPr/>
        </p:nvSpPr>
        <p:spPr>
          <a:xfrm>
            <a:off x="-312420" y="3606800"/>
            <a:ext cx="4008120" cy="292497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2305"/>
              </a:lnSpc>
              <a:buNone/>
            </a:pPr>
            <a:endParaRPr lang="en-US" sz="1600" dirty="0"/>
          </a:p>
        </p:txBody>
      </p:sp>
      <p:sp>
        <p:nvSpPr>
          <p:cNvPr id="29" name="Text 2"/>
          <p:cNvSpPr/>
          <p:nvPr/>
        </p:nvSpPr>
        <p:spPr>
          <a:xfrm>
            <a:off x="8483600" y="2032000"/>
            <a:ext cx="3613150" cy="255984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015"/>
              </a:lnSpc>
              <a:buNone/>
            </a:pPr>
            <a:endParaRPr lang="en-US" sz="1400" dirty="0"/>
          </a:p>
        </p:txBody>
      </p:sp>
      <p:sp>
        <p:nvSpPr>
          <p:cNvPr id="30" name="Text 3"/>
          <p:cNvSpPr/>
          <p:nvPr/>
        </p:nvSpPr>
        <p:spPr>
          <a:xfrm>
            <a:off x="9804400" y="2857500"/>
            <a:ext cx="2750820" cy="255984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015"/>
              </a:lnSpc>
              <a:buNone/>
            </a:pPr>
            <a:endParaRPr lang="en-US" sz="1400" dirty="0"/>
          </a:p>
        </p:txBody>
      </p:sp>
      <p:sp>
        <p:nvSpPr>
          <p:cNvPr id="31" name="Text 4"/>
          <p:cNvSpPr/>
          <p:nvPr/>
        </p:nvSpPr>
        <p:spPr>
          <a:xfrm>
            <a:off x="8676640" y="4267200"/>
            <a:ext cx="3032760" cy="255984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2015"/>
              </a:lnSpc>
              <a:buNone/>
            </a:pPr>
            <a:endParaRPr lang="en-US" sz="1400" dirty="0"/>
          </a:p>
        </p:txBody>
      </p:sp>
      <p:sp>
        <p:nvSpPr>
          <p:cNvPr id="32" name="Text 5"/>
          <p:cNvSpPr/>
          <p:nvPr/>
        </p:nvSpPr>
        <p:spPr>
          <a:xfrm>
            <a:off x="8483600" y="4838700"/>
            <a:ext cx="3613150" cy="255984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015"/>
              </a:lnSpc>
              <a:buNone/>
            </a:pPr>
            <a:endParaRPr lang="en-US" sz="1400" dirty="0"/>
          </a:p>
        </p:txBody>
      </p:sp>
      <p:sp>
        <p:nvSpPr>
          <p:cNvPr id="33" name="Text 6"/>
          <p:cNvSpPr/>
          <p:nvPr/>
        </p:nvSpPr>
        <p:spPr>
          <a:xfrm>
            <a:off x="1404620" y="2032000"/>
            <a:ext cx="2697480" cy="255984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2015"/>
              </a:lnSpc>
              <a:buNone/>
            </a:pPr>
            <a:endParaRPr lang="en-US" sz="1400" dirty="0"/>
          </a:p>
        </p:txBody>
      </p:sp>
      <p:sp>
        <p:nvSpPr>
          <p:cNvPr id="34" name="Text 7"/>
          <p:cNvSpPr/>
          <p:nvPr/>
        </p:nvSpPr>
        <p:spPr>
          <a:xfrm>
            <a:off x="1016000" y="2857500"/>
            <a:ext cx="3528060" cy="255984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015"/>
              </a:lnSpc>
              <a:buNone/>
            </a:pPr>
            <a:endParaRPr lang="en-US" sz="1400" dirty="0"/>
          </a:p>
        </p:txBody>
      </p:sp>
      <p:sp>
        <p:nvSpPr>
          <p:cNvPr id="35" name="Text 8"/>
          <p:cNvSpPr/>
          <p:nvPr/>
        </p:nvSpPr>
        <p:spPr>
          <a:xfrm>
            <a:off x="149860" y="4267200"/>
            <a:ext cx="3291840" cy="255984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2015"/>
              </a:lnSpc>
              <a:buNone/>
            </a:pPr>
            <a:endParaRPr lang="en-US" sz="1400" dirty="0"/>
          </a:p>
        </p:txBody>
      </p:sp>
      <p:sp>
        <p:nvSpPr>
          <p:cNvPr id="36" name="Text 9"/>
          <p:cNvSpPr/>
          <p:nvPr/>
        </p:nvSpPr>
        <p:spPr>
          <a:xfrm>
            <a:off x="1689100" y="5003800"/>
            <a:ext cx="3726180" cy="255984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015"/>
              </a:lnSpc>
              <a:buNone/>
            </a:pPr>
            <a:endParaRPr lang="en-US" sz="1400" dirty="0"/>
          </a:p>
        </p:txBody>
      </p:sp>
      <p:sp>
        <p:nvSpPr>
          <p:cNvPr id="37" name="Text 10"/>
          <p:cNvSpPr/>
          <p:nvPr/>
        </p:nvSpPr>
        <p:spPr>
          <a:xfrm>
            <a:off x="749300" y="341908"/>
            <a:ext cx="13510261" cy="597892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61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oppins_Bold" pitchFamily="34" charset="0"/>
                <a:ea typeface="Poppins_Bold" pitchFamily="34" charset="-122"/>
                <a:cs typeface="Poppins_Bold" pitchFamily="34" charset="-120"/>
              </a:rPr>
              <a:t>Autonomous Agent Self-Optimization</a:t>
            </a:r>
            <a:endParaRPr lang="en-US" sz="3200" b="1" dirty="0">
              <a:solidFill>
                <a:srgbClr val="FFFFFF"/>
              </a:solidFill>
              <a:latin typeface="Poppins_Bold" pitchFamily="34" charset="0"/>
              <a:ea typeface="Poppins_Bold" pitchFamily="34" charset="-122"/>
              <a:cs typeface="Poppins_Bold" pitchFamily="34" charset="-120"/>
            </a:endParaRPr>
          </a:p>
          <a:p>
            <a:pPr marL="0" indent="0" algn="l">
              <a:lnSpc>
                <a:spcPts val="4610"/>
              </a:lnSpc>
              <a:buNone/>
            </a:pPr>
            <a:r>
              <a:rPr lang="en-US" altLang="en-US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   AI agent can improve its own behavior and decisions over time without human instructions</a:t>
            </a:r>
            <a:endParaRPr lang="en-US" altLang="en-US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lnSpc>
                <a:spcPts val="4610"/>
              </a:lnSpc>
              <a:buNone/>
            </a:pPr>
            <a:endParaRPr lang="en-US" altLang="en-US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en-US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As:</a:t>
            </a:r>
            <a:endParaRPr lang="en-US" altLang="en-US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AI learns from its successes and failures</a:t>
            </a:r>
            <a:endParaRPr lang="en-US" altLang="en-US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Then adjusts its workflow, tool usage, or reasoning to get better results</a:t>
            </a:r>
            <a:endParaRPr lang="en-US" altLang="en-US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818110" cy="6858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900" y="2387600"/>
            <a:ext cx="4838700" cy="1816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" y="1993900"/>
            <a:ext cx="711200" cy="76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6800" y="1409700"/>
            <a:ext cx="5029200" cy="965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3000" y="1016000"/>
            <a:ext cx="5029200" cy="3683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6800" y="3149600"/>
            <a:ext cx="5029200" cy="965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3000" y="2755900"/>
            <a:ext cx="5029200" cy="3683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34100" y="1155700"/>
            <a:ext cx="88900" cy="88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57900" y="3072130"/>
            <a:ext cx="88900" cy="88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6800" y="4988560"/>
            <a:ext cx="5029200" cy="86614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3000" y="4697730"/>
            <a:ext cx="5029200" cy="3111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46800" y="5007610"/>
            <a:ext cx="88900" cy="889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990600" y="2425700"/>
            <a:ext cx="3784600" cy="1793677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61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oppins_Bold" pitchFamily="34" charset="0"/>
                <a:ea typeface="Poppins_Bold" pitchFamily="34" charset="-122"/>
                <a:cs typeface="Poppins_Bold" pitchFamily="34" charset="-120"/>
              </a:rPr>
              <a:t>the LLM Ecosystem</a:t>
            </a:r>
            <a:endParaRPr lang="en-US" sz="3200" dirty="0"/>
          </a:p>
        </p:txBody>
      </p:sp>
      <p:sp>
        <p:nvSpPr>
          <p:cNvPr id="18" name="Text 1"/>
          <p:cNvSpPr/>
          <p:nvPr/>
        </p:nvSpPr>
        <p:spPr>
          <a:xfrm>
            <a:off x="6308725" y="1397000"/>
            <a:ext cx="5695315" cy="914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  <a:sym typeface="+mn-ea"/>
              </a:rPr>
              <a:t>It is the full environment of tools, systems, and technologies that work together to build applications using LLM.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  <a:sym typeface="+mn-ea"/>
            </a:endParaRPr>
          </a:p>
          <a:p>
            <a:pPr marL="0" indent="0" algn="l">
              <a:lnSpc>
                <a:spcPts val="1800"/>
              </a:lnSpc>
              <a:buNone/>
            </a:pP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  <a:sym typeface="+mn-ea"/>
            </a:endParaRPr>
          </a:p>
          <a:p>
            <a:pPr marL="0" indent="0" algn="l">
              <a:lnSpc>
                <a:spcPts val="180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  <a:sym typeface="+mn-ea"/>
              </a:rPr>
              <a:t>LLM alone is just a brain — the ecosystem is everything around it which makes it useful.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19" name="Text 2"/>
          <p:cNvSpPr/>
          <p:nvPr/>
        </p:nvSpPr>
        <p:spPr>
          <a:xfrm>
            <a:off x="6286500" y="1054100"/>
            <a:ext cx="5746750" cy="274241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dirty="0">
                <a:solidFill>
                  <a:srgbClr val="56F0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Definition</a:t>
            </a:r>
            <a:endParaRPr lang="en-US" sz="1800" dirty="0"/>
          </a:p>
        </p:txBody>
      </p:sp>
      <p:sp>
        <p:nvSpPr>
          <p:cNvPr id="20" name="Text 3"/>
          <p:cNvSpPr/>
          <p:nvPr/>
        </p:nvSpPr>
        <p:spPr>
          <a:xfrm>
            <a:off x="6292850" y="3218180"/>
            <a:ext cx="5745480" cy="83312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charset="0"/>
                <a:ea typeface="MonospacedNumber" pitchFamily="34" charset="-122"/>
                <a:cs typeface="Times New Roman" panose="02020603050405020304" charset="0"/>
              </a:rPr>
              <a:t>Tools help the LLM model to ineract with the world via search, databases or to retrieve real-time data</a:t>
            </a:r>
            <a:endParaRPr lang="en-US" sz="1600" dirty="0">
              <a:solidFill>
                <a:srgbClr val="FFFFFF"/>
              </a:solidFill>
              <a:latin typeface="Times New Roman" panose="02020603050405020304" charset="0"/>
              <a:ea typeface="MonospacedNumber" pitchFamily="34" charset="-122"/>
              <a:cs typeface="Times New Roman" panose="02020603050405020304" charset="0"/>
            </a:endParaRPr>
          </a:p>
          <a:p>
            <a:pPr marL="0" indent="0" algn="l">
              <a:lnSpc>
                <a:spcPts val="1800"/>
              </a:lnSpc>
              <a:buNone/>
            </a:pPr>
            <a:endParaRPr lang="en-US" sz="1600" dirty="0">
              <a:solidFill>
                <a:srgbClr val="FFFFFF"/>
              </a:solidFill>
              <a:latin typeface="Times New Roman" panose="02020603050405020304" charset="0"/>
              <a:ea typeface="MonospacedNumber" pitchFamily="34" charset="-122"/>
              <a:cs typeface="Times New Roman" panose="02020603050405020304" charset="0"/>
            </a:endParaRPr>
          </a:p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charset="0"/>
                <a:ea typeface="MonospacedNumber" pitchFamily="34" charset="-122"/>
                <a:cs typeface="Times New Roman" panose="02020603050405020304" charset="0"/>
              </a:rPr>
              <a:t>Examples : </a:t>
            </a: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MonospacedNumber" pitchFamily="34" charset="-122"/>
                <a:cs typeface="Times New Roman" panose="02020603050405020304" charset="0"/>
              </a:rPr>
              <a:t>LangChain , it manages (memory - prompt - tools)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MonospacedNumber" pitchFamily="34" charset="-122"/>
              <a:cs typeface="Times New Roman" panose="02020603050405020304" charset="0"/>
            </a:endParaRPr>
          </a:p>
        </p:txBody>
      </p:sp>
      <p:sp>
        <p:nvSpPr>
          <p:cNvPr id="21" name="Text 4"/>
          <p:cNvSpPr/>
          <p:nvPr/>
        </p:nvSpPr>
        <p:spPr>
          <a:xfrm>
            <a:off x="6286500" y="2933065"/>
            <a:ext cx="5746750" cy="45593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dirty="0">
                <a:solidFill>
                  <a:srgbClr val="A5EC9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Tools and Frameworks</a:t>
            </a:r>
            <a:endParaRPr lang="en-US" sz="1800" dirty="0"/>
          </a:p>
        </p:txBody>
      </p:sp>
      <p:sp>
        <p:nvSpPr>
          <p:cNvPr id="22" name="Text 5"/>
          <p:cNvSpPr/>
          <p:nvPr/>
        </p:nvSpPr>
        <p:spPr>
          <a:xfrm>
            <a:off x="6210300" y="4813300"/>
            <a:ext cx="5788660" cy="10287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4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0" indent="0" algn="l">
              <a:lnSpc>
                <a:spcPts val="1800"/>
              </a:lnSpc>
              <a:buNone/>
            </a:pPr>
            <a:endParaRPr lang="en-US" sz="14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By combining models, tools, and frameworks, the ecosystem empowers agents to maintain context and adapt to changes.</a:t>
            </a:r>
            <a:endParaRPr 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</p:txBody>
      </p:sp>
      <p:sp>
        <p:nvSpPr>
          <p:cNvPr id="23" name="Text 6"/>
          <p:cNvSpPr/>
          <p:nvPr/>
        </p:nvSpPr>
        <p:spPr>
          <a:xfrm>
            <a:off x="6286500" y="4622800"/>
            <a:ext cx="6896100" cy="274241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endParaRPr lang="en-US" sz="1800" dirty="0">
              <a:solidFill>
                <a:srgbClr val="D3F87B"/>
              </a:solidFill>
              <a:latin typeface="Outfit" pitchFamily="34" charset="0"/>
              <a:ea typeface="Outfit" pitchFamily="34" charset="-122"/>
              <a:cs typeface="Outfit" pitchFamily="34" charset="-120"/>
            </a:endParaRPr>
          </a:p>
          <a:p>
            <a:pPr marL="0" indent="0" algn="l">
              <a:lnSpc>
                <a:spcPts val="2160"/>
              </a:lnSpc>
              <a:buNone/>
            </a:pPr>
            <a:r>
              <a:rPr lang="en-US" sz="1800" dirty="0">
                <a:solidFill>
                  <a:srgbClr val="D3F87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Memory and Deployment 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667500" y="4838700"/>
            <a:ext cx="4800600" cy="1397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985000" y="4889500"/>
            <a:ext cx="4267200" cy="469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985000" y="5232400"/>
            <a:ext cx="4267200" cy="952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6400800" y="5207000"/>
            <a:ext cx="546100" cy="546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6096000" y="5486400"/>
            <a:ext cx="12700" cy="1371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723900" y="3403600"/>
            <a:ext cx="4800600" cy="1397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939800" y="3492500"/>
            <a:ext cx="4267200" cy="469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939800" y="3835400"/>
            <a:ext cx="4305300" cy="952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5245100" y="3835400"/>
            <a:ext cx="546100" cy="5461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6083300" y="4089400"/>
            <a:ext cx="12700" cy="1371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6667500" y="1993900"/>
            <a:ext cx="4800600" cy="1409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985000" y="2171700"/>
            <a:ext cx="4267200" cy="469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6985000" y="2514600"/>
            <a:ext cx="4267200" cy="774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6400800" y="2425700"/>
            <a:ext cx="546100" cy="5461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6096000" y="2692400"/>
            <a:ext cx="12700" cy="13716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60400" y="342900"/>
            <a:ext cx="8686800" cy="965835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52450" y="501650"/>
            <a:ext cx="101600" cy="3683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6"/>
          <a:stretch>
            <a:fillRect/>
          </a:stretch>
        </p:blipFill>
        <p:spPr>
          <a:xfrm>
            <a:off x="5791200" y="4102100"/>
            <a:ext cx="304800" cy="127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8"/>
          <a:stretch>
            <a:fillRect/>
          </a:stretch>
        </p:blipFill>
        <p:spPr>
          <a:xfrm>
            <a:off x="6096000" y="2692400"/>
            <a:ext cx="304800" cy="127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/>
          <a:stretch>
            <a:fillRect/>
          </a:stretch>
        </p:blipFill>
        <p:spPr>
          <a:xfrm>
            <a:off x="6096000" y="5499100"/>
            <a:ext cx="304800" cy="12700"/>
          </a:xfrm>
          <a:prstGeom prst="rect">
            <a:avLst/>
          </a:prstGeom>
        </p:spPr>
      </p:pic>
      <p:sp>
        <p:nvSpPr>
          <p:cNvPr id="26" name="Text 0"/>
          <p:cNvSpPr/>
          <p:nvPr>
            <p:custDataLst>
              <p:tags r:id="rId41"/>
            </p:custDataLst>
          </p:nvPr>
        </p:nvSpPr>
        <p:spPr>
          <a:xfrm>
            <a:off x="7086600" y="5014119"/>
            <a:ext cx="4876801" cy="243681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Framework Layer</a:t>
            </a:r>
            <a:endParaRPr lang="en-US" sz="1600" dirty="0"/>
          </a:p>
        </p:txBody>
      </p:sp>
      <p:sp>
        <p:nvSpPr>
          <p:cNvPr id="27" name="Text 1"/>
          <p:cNvSpPr/>
          <p:nvPr>
            <p:custDataLst>
              <p:tags r:id="rId42"/>
            </p:custDataLst>
          </p:nvPr>
        </p:nvSpPr>
        <p:spPr>
          <a:xfrm>
            <a:off x="7086600" y="5342890"/>
            <a:ext cx="4361815" cy="65151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en-US" sz="16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It reduce development time and make complex systems easier to manage (Prompts, Memory, Tools)</a:t>
            </a:r>
            <a:endParaRPr lang="en-US" altLang="en-US" sz="16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" name="Text 2"/>
          <p:cNvSpPr/>
          <p:nvPr>
            <p:custDataLst>
              <p:tags r:id="rId43"/>
            </p:custDataLst>
          </p:nvPr>
        </p:nvSpPr>
        <p:spPr>
          <a:xfrm>
            <a:off x="6468110" y="5342930"/>
            <a:ext cx="411480" cy="274241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1800" dirty="0"/>
          </a:p>
        </p:txBody>
      </p:sp>
      <p:sp>
        <p:nvSpPr>
          <p:cNvPr id="29" name="Text 3"/>
          <p:cNvSpPr/>
          <p:nvPr>
            <p:custDataLst>
              <p:tags r:id="rId44"/>
            </p:custDataLst>
          </p:nvPr>
        </p:nvSpPr>
        <p:spPr>
          <a:xfrm>
            <a:off x="1041400" y="3517900"/>
            <a:ext cx="4876800" cy="243681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APIs </a:t>
            </a:r>
            <a:endParaRPr lang="en-US" sz="1600" dirty="0"/>
          </a:p>
        </p:txBody>
      </p:sp>
      <p:sp>
        <p:nvSpPr>
          <p:cNvPr id="30" name="Text 4"/>
          <p:cNvSpPr/>
          <p:nvPr>
            <p:custDataLst>
              <p:tags r:id="rId45"/>
            </p:custDataLst>
          </p:nvPr>
        </p:nvSpPr>
        <p:spPr>
          <a:xfrm>
            <a:off x="1041400" y="3848100"/>
            <a:ext cx="4102100" cy="78867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en-US" sz="16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APIs make it possible to integrate AI into websites, applications, and enterprise systems.</a:t>
            </a:r>
            <a:endParaRPr lang="en-US" altLang="en-US" sz="16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1" name="Text 5"/>
          <p:cNvSpPr/>
          <p:nvPr>
            <p:custDataLst>
              <p:tags r:id="rId46"/>
            </p:custDataLst>
          </p:nvPr>
        </p:nvSpPr>
        <p:spPr>
          <a:xfrm>
            <a:off x="5312410" y="3971330"/>
            <a:ext cx="411480" cy="274241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1800" dirty="0"/>
          </a:p>
        </p:txBody>
      </p:sp>
      <p:sp>
        <p:nvSpPr>
          <p:cNvPr id="32" name="Text 6"/>
          <p:cNvSpPr/>
          <p:nvPr>
            <p:custDataLst>
              <p:tags r:id="rId47"/>
            </p:custDataLst>
          </p:nvPr>
        </p:nvSpPr>
        <p:spPr>
          <a:xfrm>
            <a:off x="7086600" y="2184400"/>
            <a:ext cx="4292601" cy="243681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Models</a:t>
            </a:r>
            <a:endParaRPr lang="en-US" sz="1600" dirty="0"/>
          </a:p>
        </p:txBody>
      </p:sp>
      <p:sp>
        <p:nvSpPr>
          <p:cNvPr id="33" name="Text 7"/>
          <p:cNvSpPr/>
          <p:nvPr>
            <p:custDataLst>
              <p:tags r:id="rId48"/>
            </p:custDataLst>
          </p:nvPr>
        </p:nvSpPr>
        <p:spPr>
          <a:xfrm>
            <a:off x="7086600" y="2519045"/>
            <a:ext cx="4089400" cy="75755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en-US" sz="16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This is the foundation of the ecosystem. Choosing the right model depends on the application needs.</a:t>
            </a:r>
            <a:endParaRPr lang="en-US" altLang="en-US" sz="16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4" name="Text 8"/>
          <p:cNvSpPr/>
          <p:nvPr>
            <p:custDataLst>
              <p:tags r:id="rId49"/>
            </p:custDataLst>
          </p:nvPr>
        </p:nvSpPr>
        <p:spPr>
          <a:xfrm>
            <a:off x="6468110" y="2561630"/>
            <a:ext cx="411480" cy="274241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1800" dirty="0"/>
          </a:p>
        </p:txBody>
      </p:sp>
      <p:sp>
        <p:nvSpPr>
          <p:cNvPr id="35" name="Text 9"/>
          <p:cNvSpPr/>
          <p:nvPr/>
        </p:nvSpPr>
        <p:spPr>
          <a:xfrm>
            <a:off x="749300" y="341630"/>
            <a:ext cx="11258550" cy="42037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61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oppins_Bold" pitchFamily="34" charset="0"/>
                <a:ea typeface="Poppins_Bold" pitchFamily="34" charset="-122"/>
                <a:cs typeface="Poppins_Bold" pitchFamily="34" charset="-120"/>
              </a:rPr>
              <a:t>LLM Ecosystem Architecture</a:t>
            </a:r>
            <a:endParaRPr lang="en-US" altLang="en-US" sz="16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667500" y="4838700"/>
            <a:ext cx="4800600" cy="1397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985000" y="4889500"/>
            <a:ext cx="4267200" cy="469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985000" y="5232400"/>
            <a:ext cx="4267200" cy="952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6400800" y="5207000"/>
            <a:ext cx="546100" cy="546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6096000" y="5486400"/>
            <a:ext cx="12700" cy="1371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723900" y="3403600"/>
            <a:ext cx="4800600" cy="1397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939800" y="3492500"/>
            <a:ext cx="4267200" cy="469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939800" y="3835400"/>
            <a:ext cx="4305300" cy="952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5245100" y="3835400"/>
            <a:ext cx="546100" cy="5461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6083300" y="4089400"/>
            <a:ext cx="12700" cy="1371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6667500" y="1993900"/>
            <a:ext cx="4800600" cy="1409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985000" y="2171700"/>
            <a:ext cx="4267200" cy="469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6985000" y="2514600"/>
            <a:ext cx="4267200" cy="774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6400800" y="2425700"/>
            <a:ext cx="546100" cy="5461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6096000" y="2692400"/>
            <a:ext cx="12700" cy="13716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60400" y="342900"/>
            <a:ext cx="8686800" cy="965835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52450" y="501650"/>
            <a:ext cx="101600" cy="3683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6"/>
          <a:stretch>
            <a:fillRect/>
          </a:stretch>
        </p:blipFill>
        <p:spPr>
          <a:xfrm>
            <a:off x="5791200" y="4102100"/>
            <a:ext cx="304800" cy="127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8"/>
          <a:stretch>
            <a:fillRect/>
          </a:stretch>
        </p:blipFill>
        <p:spPr>
          <a:xfrm>
            <a:off x="6096000" y="2692400"/>
            <a:ext cx="304800" cy="127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/>
          <a:stretch>
            <a:fillRect/>
          </a:stretch>
        </p:blipFill>
        <p:spPr>
          <a:xfrm>
            <a:off x="6096000" y="5499100"/>
            <a:ext cx="304800" cy="12700"/>
          </a:xfrm>
          <a:prstGeom prst="rect">
            <a:avLst/>
          </a:prstGeom>
        </p:spPr>
      </p:pic>
      <p:sp>
        <p:nvSpPr>
          <p:cNvPr id="26" name="Text 0"/>
          <p:cNvSpPr/>
          <p:nvPr>
            <p:custDataLst>
              <p:tags r:id="rId41"/>
            </p:custDataLst>
          </p:nvPr>
        </p:nvSpPr>
        <p:spPr>
          <a:xfrm>
            <a:off x="7086600" y="5014119"/>
            <a:ext cx="4876801" cy="243681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Infrastructure Layer</a:t>
            </a:r>
            <a:endParaRPr lang="en-US" sz="1600" dirty="0"/>
          </a:p>
        </p:txBody>
      </p:sp>
      <p:sp>
        <p:nvSpPr>
          <p:cNvPr id="27" name="Text 1"/>
          <p:cNvSpPr/>
          <p:nvPr>
            <p:custDataLst>
              <p:tags r:id="rId42"/>
            </p:custDataLst>
          </p:nvPr>
        </p:nvSpPr>
        <p:spPr>
          <a:xfrm>
            <a:off x="7086600" y="5342890"/>
            <a:ext cx="4361815" cy="65151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en-US" sz="16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This handles deployment and scaling. It ensures reliability, scalability, and performance. like : Cloud hosting</a:t>
            </a:r>
            <a:endParaRPr lang="en-US" altLang="en-US" sz="16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" name="Text 2"/>
          <p:cNvSpPr/>
          <p:nvPr>
            <p:custDataLst>
              <p:tags r:id="rId43"/>
            </p:custDataLst>
          </p:nvPr>
        </p:nvSpPr>
        <p:spPr>
          <a:xfrm>
            <a:off x="6468110" y="5342930"/>
            <a:ext cx="411480" cy="274241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06</a:t>
            </a:r>
            <a:endParaRPr lang="en-US" sz="1800" dirty="0"/>
          </a:p>
        </p:txBody>
      </p:sp>
      <p:sp>
        <p:nvSpPr>
          <p:cNvPr id="29" name="Text 3"/>
          <p:cNvSpPr/>
          <p:nvPr>
            <p:custDataLst>
              <p:tags r:id="rId44"/>
            </p:custDataLst>
          </p:nvPr>
        </p:nvSpPr>
        <p:spPr>
          <a:xfrm>
            <a:off x="1041400" y="3517900"/>
            <a:ext cx="4876800" cy="243681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Application Layer</a:t>
            </a:r>
            <a:endParaRPr lang="en-US" sz="1600" dirty="0"/>
          </a:p>
        </p:txBody>
      </p:sp>
      <p:sp>
        <p:nvSpPr>
          <p:cNvPr id="30" name="Text 4"/>
          <p:cNvSpPr/>
          <p:nvPr>
            <p:custDataLst>
              <p:tags r:id="rId45"/>
            </p:custDataLst>
          </p:nvPr>
        </p:nvSpPr>
        <p:spPr>
          <a:xfrm>
            <a:off x="1041400" y="3848100"/>
            <a:ext cx="4102100" cy="78867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en-US" sz="16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This is the user-facing layer. It focuses on user experience and interaction. (Dashboards, Chat Window)</a:t>
            </a:r>
            <a:endParaRPr lang="en-US" altLang="en-US" sz="16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1" name="Text 5"/>
          <p:cNvSpPr/>
          <p:nvPr>
            <p:custDataLst>
              <p:tags r:id="rId46"/>
            </p:custDataLst>
          </p:nvPr>
        </p:nvSpPr>
        <p:spPr>
          <a:xfrm>
            <a:off x="5312410" y="3971330"/>
            <a:ext cx="411480" cy="274241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05</a:t>
            </a:r>
            <a:endParaRPr lang="en-US" sz="1800" dirty="0"/>
          </a:p>
        </p:txBody>
      </p:sp>
      <p:sp>
        <p:nvSpPr>
          <p:cNvPr id="32" name="Text 6"/>
          <p:cNvSpPr/>
          <p:nvPr>
            <p:custDataLst>
              <p:tags r:id="rId47"/>
            </p:custDataLst>
          </p:nvPr>
        </p:nvSpPr>
        <p:spPr>
          <a:xfrm>
            <a:off x="7086600" y="2184400"/>
            <a:ext cx="4292601" cy="243681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Knowledge Layer</a:t>
            </a:r>
            <a:endParaRPr lang="en-US" sz="1600" dirty="0"/>
          </a:p>
        </p:txBody>
      </p:sp>
      <p:sp>
        <p:nvSpPr>
          <p:cNvPr id="33" name="Text 7"/>
          <p:cNvSpPr/>
          <p:nvPr>
            <p:custDataLst>
              <p:tags r:id="rId48"/>
            </p:custDataLst>
          </p:nvPr>
        </p:nvSpPr>
        <p:spPr>
          <a:xfrm>
            <a:off x="7086600" y="2519045"/>
            <a:ext cx="4089400" cy="75755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en-US" sz="16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Its purpose is to allow AI systems to retrieve accurate information instead of relying only on model memory.</a:t>
            </a:r>
            <a:endParaRPr lang="en-US" altLang="en-US" sz="16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4" name="Text 8"/>
          <p:cNvSpPr/>
          <p:nvPr>
            <p:custDataLst>
              <p:tags r:id="rId49"/>
            </p:custDataLst>
          </p:nvPr>
        </p:nvSpPr>
        <p:spPr>
          <a:xfrm>
            <a:off x="6468110" y="2561630"/>
            <a:ext cx="411480" cy="274241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04</a:t>
            </a:r>
            <a:endParaRPr lang="en-US" sz="1800" dirty="0"/>
          </a:p>
        </p:txBody>
      </p:sp>
      <p:sp>
        <p:nvSpPr>
          <p:cNvPr id="35" name="Text 9"/>
          <p:cNvSpPr/>
          <p:nvPr/>
        </p:nvSpPr>
        <p:spPr>
          <a:xfrm>
            <a:off x="749300" y="341630"/>
            <a:ext cx="11258550" cy="42037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61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oppins_Bold" pitchFamily="34" charset="0"/>
                <a:ea typeface="Poppins_Bold" pitchFamily="34" charset="-122"/>
                <a:cs typeface="Poppins_Bold" pitchFamily="34" charset="-120"/>
              </a:rPr>
              <a:t>LLM Ecosystem </a:t>
            </a:r>
            <a:r>
              <a:rPr lang="en-US" sz="3200" b="1" dirty="0">
                <a:solidFill>
                  <a:srgbClr val="FFFFFF"/>
                </a:solidFill>
                <a:latin typeface="Poppins_Bold" pitchFamily="34" charset="0"/>
                <a:ea typeface="Poppins_Bold" pitchFamily="34" charset="-122"/>
                <a:cs typeface="Poppins_Bold" pitchFamily="34" charset="-120"/>
                <a:sym typeface="+mn-ea"/>
              </a:rPr>
              <a:t>Architecture</a:t>
            </a:r>
            <a:endParaRPr lang="en-US" altLang="en-US" sz="16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" y="0"/>
            <a:ext cx="12192000" cy="6858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0" y="304800"/>
            <a:ext cx="8686801" cy="1231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450" y="501650"/>
            <a:ext cx="101600" cy="368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5100" y="3136900"/>
            <a:ext cx="3429000" cy="1955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5200" y="3136900"/>
            <a:ext cx="3429000" cy="1955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35200" y="2667000"/>
            <a:ext cx="3429000" cy="584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5100" y="2667000"/>
            <a:ext cx="3429000" cy="584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46143" y="1868343"/>
            <a:ext cx="1038514" cy="1038514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36578" y="1866178"/>
            <a:ext cx="979345" cy="979344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901700" y="406400"/>
            <a:ext cx="8930640" cy="597892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61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oppins_Bold" pitchFamily="34" charset="0"/>
                <a:ea typeface="Poppins_Bold" pitchFamily="34" charset="-122"/>
                <a:cs typeface="Poppins_Bold" pitchFamily="34" charset="-120"/>
              </a:rPr>
              <a:t>Expanding Capabilities Using Tools</a:t>
            </a:r>
            <a:endParaRPr lang="en-US" sz="3200" dirty="0"/>
          </a:p>
        </p:txBody>
      </p:sp>
      <p:sp>
        <p:nvSpPr>
          <p:cNvPr id="15" name="Text 1"/>
          <p:cNvSpPr/>
          <p:nvPr/>
        </p:nvSpPr>
        <p:spPr>
          <a:xfrm>
            <a:off x="6629400" y="3251200"/>
            <a:ext cx="3800475" cy="914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By integrating external tools, agents overcome the problem of static knowledge. </a:t>
            </a: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they stop being limited to old training data and can use up-to-date information.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</p:txBody>
      </p:sp>
      <p:sp>
        <p:nvSpPr>
          <p:cNvPr id="16" name="Text 2"/>
          <p:cNvSpPr/>
          <p:nvPr/>
        </p:nvSpPr>
        <p:spPr>
          <a:xfrm>
            <a:off x="6629400" y="4913630"/>
            <a:ext cx="3560445" cy="49085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altLang="en-US" sz="14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</p:txBody>
      </p:sp>
      <p:sp>
        <p:nvSpPr>
          <p:cNvPr id="17" name="Text 3"/>
          <p:cNvSpPr/>
          <p:nvPr/>
        </p:nvSpPr>
        <p:spPr>
          <a:xfrm>
            <a:off x="2349500" y="3251200"/>
            <a:ext cx="3568700" cy="914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Search tools like web search provide real-time information while database toolkits enable agents to query structured data from SQL.</a:t>
            </a:r>
            <a:endParaRPr 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</p:txBody>
      </p:sp>
      <p:sp>
        <p:nvSpPr>
          <p:cNvPr id="18" name="Text 4"/>
          <p:cNvSpPr/>
          <p:nvPr/>
        </p:nvSpPr>
        <p:spPr>
          <a:xfrm>
            <a:off x="2349500" y="4292600"/>
            <a:ext cx="3568700" cy="914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4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</p:txBody>
      </p:sp>
      <p:sp>
        <p:nvSpPr>
          <p:cNvPr id="19" name="Text 5"/>
          <p:cNvSpPr/>
          <p:nvPr/>
        </p:nvSpPr>
        <p:spPr>
          <a:xfrm>
            <a:off x="2349500" y="2890044"/>
            <a:ext cx="3200400" cy="246856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45"/>
              </a:lnSpc>
              <a:buNone/>
            </a:pPr>
            <a:r>
              <a:rPr lang="en-US" sz="1800" dirty="0">
                <a:solidFill>
                  <a:srgbClr val="56F0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Examples</a:t>
            </a:r>
            <a:endParaRPr lang="en-US" sz="1800" dirty="0"/>
          </a:p>
        </p:txBody>
      </p:sp>
      <p:sp>
        <p:nvSpPr>
          <p:cNvPr id="20" name="Text 6"/>
          <p:cNvSpPr/>
          <p:nvPr/>
        </p:nvSpPr>
        <p:spPr>
          <a:xfrm>
            <a:off x="6629400" y="2890044"/>
            <a:ext cx="5353050" cy="246856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45"/>
              </a:lnSpc>
              <a:buNone/>
            </a:pPr>
            <a:r>
              <a:rPr lang="en-US" sz="1800" dirty="0">
                <a:solidFill>
                  <a:srgbClr val="D3F87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Benefits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6223000" cy="6858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1524000"/>
            <a:ext cx="4267200" cy="469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5000" y="1854200"/>
            <a:ext cx="4800600" cy="1308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3365500"/>
            <a:ext cx="4267200" cy="469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5000" y="3771900"/>
            <a:ext cx="4457700" cy="67246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711700"/>
            <a:ext cx="4267200" cy="469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85000" y="5054600"/>
            <a:ext cx="4457700" cy="952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7900" y="2387600"/>
            <a:ext cx="4838700" cy="1231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8700" y="1993900"/>
            <a:ext cx="711200" cy="76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06135" y="3619500"/>
            <a:ext cx="723900" cy="723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63945" y="1663700"/>
            <a:ext cx="723900" cy="723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26009" y="3488269"/>
            <a:ext cx="982552" cy="982552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82254" y="1663504"/>
            <a:ext cx="739961" cy="787792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7086600" y="2000885"/>
            <a:ext cx="4876800" cy="51244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dirty="0">
                <a:solidFill>
                  <a:srgbClr val="57EFE9"/>
                </a:solidFill>
                <a:latin typeface="Outfit" pitchFamily="34" charset="0"/>
                <a:ea typeface="Outfit" pitchFamily="34" charset="-122"/>
                <a:cs typeface="Outfit" pitchFamily="34" charset="-120"/>
                <a:sym typeface="+mn-ea"/>
              </a:rPr>
              <a:t>Sequential Task Coordination</a:t>
            </a:r>
            <a:endParaRPr lang="en-US" sz="1600" dirty="0"/>
          </a:p>
        </p:txBody>
      </p:sp>
      <p:sp>
        <p:nvSpPr>
          <p:cNvPr id="22" name="Text 1"/>
          <p:cNvSpPr/>
          <p:nvPr/>
        </p:nvSpPr>
        <p:spPr>
          <a:xfrm>
            <a:off x="7112635" y="2352040"/>
            <a:ext cx="4682490" cy="101282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  <a:sym typeface="+mn-ea"/>
              </a:rPr>
              <a:t>It runs tasks in the correct order until we reach the output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  <a:sym typeface="+mn-ea"/>
              </a:rPr>
              <a:t> (Step 1 → Step 2 → Step 3)</a:t>
            </a:r>
            <a:endParaRPr 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</p:txBody>
      </p:sp>
      <p:sp>
        <p:nvSpPr>
          <p:cNvPr id="23" name="Text 2"/>
          <p:cNvSpPr/>
          <p:nvPr/>
        </p:nvSpPr>
        <p:spPr>
          <a:xfrm>
            <a:off x="7086600" y="3729990"/>
            <a:ext cx="4876800" cy="44132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dirty="0">
                <a:solidFill>
                  <a:srgbClr val="A5EC98"/>
                </a:solidFill>
                <a:latin typeface="Outfit" pitchFamily="34" charset="0"/>
                <a:ea typeface="Outfit" pitchFamily="34" charset="-122"/>
                <a:cs typeface="Outfit" pitchFamily="34" charset="-120"/>
                <a:sym typeface="+mn-ea"/>
              </a:rPr>
              <a:t>External System Integration &amp; </a:t>
            </a:r>
            <a:r>
              <a:rPr lang="en-US" sz="1600" dirty="0">
                <a:solidFill>
                  <a:srgbClr val="D3F87B"/>
                </a:solidFill>
                <a:latin typeface="Outfit" pitchFamily="34" charset="0"/>
                <a:ea typeface="Outfit" pitchFamily="34" charset="-122"/>
                <a:cs typeface="Outfit" pitchFamily="34" charset="-120"/>
                <a:sym typeface="+mn-ea"/>
              </a:rPr>
              <a:t>Logical Results</a:t>
            </a:r>
            <a:endParaRPr lang="en-US" sz="1600" dirty="0"/>
          </a:p>
          <a:p>
            <a:pPr marL="0" indent="0" algn="l">
              <a:lnSpc>
                <a:spcPts val="1920"/>
              </a:lnSpc>
              <a:buNone/>
            </a:pPr>
            <a:endParaRPr lang="en-US" sz="1600" dirty="0"/>
          </a:p>
        </p:txBody>
      </p:sp>
      <p:sp>
        <p:nvSpPr>
          <p:cNvPr id="24" name="Text 3"/>
          <p:cNvSpPr/>
          <p:nvPr/>
        </p:nvSpPr>
        <p:spPr>
          <a:xfrm>
            <a:off x="7086600" y="4192905"/>
            <a:ext cx="4533900" cy="50292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It connects AI with tools like databases, APIs, or software systems</a:t>
            </a:r>
            <a:endParaRPr lang="en-US" altLang="en-US" sz="16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altLang="en-US" sz="16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  <a:sym typeface="+mn-ea"/>
              </a:rPr>
              <a:t>It makes sure the final output makes sense by controlling how results from each step are combined.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latin typeface="Times New Roman" panose="02020603050405020304" charset="0"/>
                <a:cs typeface="Times New Roman" panose="02020603050405020304" charset="0"/>
              </a:rPr>
              <a:t>straints</a:t>
            </a:r>
            <a:endParaRPr lang="en-US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Text 4"/>
          <p:cNvSpPr/>
          <p:nvPr/>
        </p:nvSpPr>
        <p:spPr>
          <a:xfrm>
            <a:off x="7086600" y="5087620"/>
            <a:ext cx="4876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endParaRPr lang="en-US" sz="1600" dirty="0"/>
          </a:p>
        </p:txBody>
      </p:sp>
      <p:sp>
        <p:nvSpPr>
          <p:cNvPr id="26" name="Text 5"/>
          <p:cNvSpPr/>
          <p:nvPr/>
        </p:nvSpPr>
        <p:spPr>
          <a:xfrm>
            <a:off x="7086600" y="5387975"/>
            <a:ext cx="4254500" cy="45402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4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</p:txBody>
      </p:sp>
      <p:sp>
        <p:nvSpPr>
          <p:cNvPr id="27" name="Text 6"/>
          <p:cNvSpPr/>
          <p:nvPr/>
        </p:nvSpPr>
        <p:spPr>
          <a:xfrm>
            <a:off x="990600" y="2425700"/>
            <a:ext cx="3589020" cy="119570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61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oppins_Bold" pitchFamily="34" charset="0"/>
                <a:ea typeface="Poppins_Bold" pitchFamily="34" charset="-122"/>
                <a:cs typeface="Poppins_Bold" pitchFamily="34" charset="-120"/>
                <a:sym typeface="+mn-ea"/>
              </a:rPr>
              <a:t>Orchestration: The Project Manager</a:t>
            </a:r>
            <a:endParaRPr lang="en-US" sz="3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667500" y="4838700"/>
            <a:ext cx="4800600" cy="1397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985000" y="4889500"/>
            <a:ext cx="4267200" cy="469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985000" y="5232400"/>
            <a:ext cx="4267200" cy="952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6400800" y="5207000"/>
            <a:ext cx="546100" cy="546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6096000" y="5486400"/>
            <a:ext cx="12700" cy="1371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723900" y="3403600"/>
            <a:ext cx="4800600" cy="1397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939800" y="3492500"/>
            <a:ext cx="4267200" cy="469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939800" y="3835400"/>
            <a:ext cx="4305300" cy="952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5245100" y="3835400"/>
            <a:ext cx="546100" cy="5461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6083300" y="4089400"/>
            <a:ext cx="12700" cy="1371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6667500" y="1993900"/>
            <a:ext cx="4800600" cy="1409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985000" y="2171700"/>
            <a:ext cx="4267200" cy="469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6985000" y="2514600"/>
            <a:ext cx="4267200" cy="774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6400800" y="2425700"/>
            <a:ext cx="546100" cy="5461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6096000" y="2692400"/>
            <a:ext cx="12700" cy="13716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60400" y="342900"/>
            <a:ext cx="8686800" cy="965835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52450" y="501650"/>
            <a:ext cx="101600" cy="3683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6"/>
          <a:stretch>
            <a:fillRect/>
          </a:stretch>
        </p:blipFill>
        <p:spPr>
          <a:xfrm>
            <a:off x="5791200" y="4102100"/>
            <a:ext cx="304800" cy="127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8"/>
          <a:stretch>
            <a:fillRect/>
          </a:stretch>
        </p:blipFill>
        <p:spPr>
          <a:xfrm>
            <a:off x="6096000" y="2692400"/>
            <a:ext cx="304800" cy="127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/>
          <a:stretch>
            <a:fillRect/>
          </a:stretch>
        </p:blipFill>
        <p:spPr>
          <a:xfrm>
            <a:off x="6096000" y="5499100"/>
            <a:ext cx="304800" cy="12700"/>
          </a:xfrm>
          <a:prstGeom prst="rect">
            <a:avLst/>
          </a:prstGeom>
        </p:spPr>
      </p:pic>
      <p:sp>
        <p:nvSpPr>
          <p:cNvPr id="26" name="Text 0"/>
          <p:cNvSpPr/>
          <p:nvPr>
            <p:custDataLst>
              <p:tags r:id="rId41"/>
            </p:custDataLst>
          </p:nvPr>
        </p:nvSpPr>
        <p:spPr>
          <a:xfrm>
            <a:off x="7086600" y="5014119"/>
            <a:ext cx="4876801" cy="243681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Retrieval-Augmented Chains</a:t>
            </a:r>
            <a:endParaRPr lang="en-US" sz="1600" dirty="0"/>
          </a:p>
        </p:txBody>
      </p:sp>
      <p:sp>
        <p:nvSpPr>
          <p:cNvPr id="27" name="Text 1"/>
          <p:cNvSpPr/>
          <p:nvPr>
            <p:custDataLst>
              <p:tags r:id="rId42"/>
            </p:custDataLst>
          </p:nvPr>
        </p:nvSpPr>
        <p:spPr>
          <a:xfrm>
            <a:off x="7086600" y="5342890"/>
            <a:ext cx="4361815" cy="65151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en-US" sz="16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AI workflows that combine LLM reasoning with external knowledge retrieval. It pulls information from external sources before answering</a:t>
            </a:r>
            <a:endParaRPr lang="en-US" altLang="en-US" sz="16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lnSpc>
                <a:spcPts val="1300"/>
              </a:lnSpc>
              <a:buNone/>
            </a:pPr>
            <a:endParaRPr lang="en-US" altLang="en-US" sz="16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" name="Text 2"/>
          <p:cNvSpPr/>
          <p:nvPr>
            <p:custDataLst>
              <p:tags r:id="rId43"/>
            </p:custDataLst>
          </p:nvPr>
        </p:nvSpPr>
        <p:spPr>
          <a:xfrm>
            <a:off x="6468110" y="5342930"/>
            <a:ext cx="411480" cy="274241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1800" dirty="0"/>
          </a:p>
        </p:txBody>
      </p:sp>
      <p:sp>
        <p:nvSpPr>
          <p:cNvPr id="29" name="Text 3"/>
          <p:cNvSpPr/>
          <p:nvPr>
            <p:custDataLst>
              <p:tags r:id="rId44"/>
            </p:custDataLst>
          </p:nvPr>
        </p:nvSpPr>
        <p:spPr>
          <a:xfrm>
            <a:off x="1041400" y="3517900"/>
            <a:ext cx="4876800" cy="243681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Sequential Workflow Logic</a:t>
            </a:r>
            <a:endParaRPr lang="en-US" sz="1600" dirty="0"/>
          </a:p>
        </p:txBody>
      </p:sp>
      <p:sp>
        <p:nvSpPr>
          <p:cNvPr id="30" name="Text 4"/>
          <p:cNvSpPr/>
          <p:nvPr>
            <p:custDataLst>
              <p:tags r:id="rId45"/>
            </p:custDataLst>
          </p:nvPr>
        </p:nvSpPr>
        <p:spPr>
          <a:xfrm>
            <a:off x="1041400" y="3848100"/>
            <a:ext cx="4102100" cy="78867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It </a:t>
            </a:r>
            <a:r>
              <a:rPr lang="en-US" altLang="en-US" sz="16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means AI steps happen one after another, in a specific order, like a recipe</a:t>
            </a:r>
            <a:endParaRPr lang="en-US" altLang="en-US" sz="16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1" name="Text 5"/>
          <p:cNvSpPr/>
          <p:nvPr>
            <p:custDataLst>
              <p:tags r:id="rId46"/>
            </p:custDataLst>
          </p:nvPr>
        </p:nvSpPr>
        <p:spPr>
          <a:xfrm>
            <a:off x="5312410" y="3971330"/>
            <a:ext cx="411480" cy="274241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1800" dirty="0"/>
          </a:p>
        </p:txBody>
      </p:sp>
      <p:sp>
        <p:nvSpPr>
          <p:cNvPr id="32" name="Text 6"/>
          <p:cNvSpPr/>
          <p:nvPr>
            <p:custDataLst>
              <p:tags r:id="rId47"/>
            </p:custDataLst>
          </p:nvPr>
        </p:nvSpPr>
        <p:spPr>
          <a:xfrm>
            <a:off x="7086600" y="2184400"/>
            <a:ext cx="4292601" cy="243681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Legacy Chain Support</a:t>
            </a:r>
            <a:endParaRPr lang="en-US" sz="1600" dirty="0"/>
          </a:p>
        </p:txBody>
      </p:sp>
      <p:sp>
        <p:nvSpPr>
          <p:cNvPr id="33" name="Text 7"/>
          <p:cNvSpPr/>
          <p:nvPr>
            <p:custDataLst>
              <p:tags r:id="rId48"/>
            </p:custDataLst>
          </p:nvPr>
        </p:nvSpPr>
        <p:spPr>
          <a:xfrm>
            <a:off x="7086600" y="2499360"/>
            <a:ext cx="4089400" cy="77724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en-US" sz="16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It means your AI system can reuse old workflows or chains instead of rebuilding everything from scratch.</a:t>
            </a:r>
            <a:endParaRPr lang="en-US" altLang="en-US" sz="16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4" name="Text 8"/>
          <p:cNvSpPr/>
          <p:nvPr>
            <p:custDataLst>
              <p:tags r:id="rId49"/>
            </p:custDataLst>
          </p:nvPr>
        </p:nvSpPr>
        <p:spPr>
          <a:xfrm>
            <a:off x="6468110" y="2561630"/>
            <a:ext cx="411480" cy="274241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1800" dirty="0"/>
          </a:p>
        </p:txBody>
      </p:sp>
      <p:sp>
        <p:nvSpPr>
          <p:cNvPr id="35" name="Text 9"/>
          <p:cNvSpPr/>
          <p:nvPr/>
        </p:nvSpPr>
        <p:spPr>
          <a:xfrm>
            <a:off x="749300" y="341630"/>
            <a:ext cx="11258550" cy="42037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61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oppins_Bold" pitchFamily="34" charset="0"/>
                <a:ea typeface="Poppins_Bold" pitchFamily="34" charset="-122"/>
                <a:cs typeface="Poppins_Bold" pitchFamily="34" charset="-120"/>
              </a:rPr>
              <a:t>AI Orchestration Chains</a:t>
            </a:r>
            <a:endParaRPr lang="en-US" sz="3200" b="1" dirty="0">
              <a:solidFill>
                <a:srgbClr val="FFFFFF"/>
              </a:solidFill>
              <a:latin typeface="Poppins_Bold" pitchFamily="34" charset="0"/>
              <a:ea typeface="Poppins_Bold" pitchFamily="34" charset="-122"/>
              <a:cs typeface="Poppins_Bold" pitchFamily="34" charset="-120"/>
            </a:endParaRPr>
          </a:p>
          <a:p>
            <a:pPr marL="0" indent="0" algn="l">
              <a:lnSpc>
                <a:spcPts val="4610"/>
              </a:lnSpc>
              <a:buNone/>
            </a:pPr>
            <a:r>
              <a:rPr lang="en-US" altLang="en-US" sz="1600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This is the plan or workflow the agent follows using the LLM ecosystem. They make sure tools, LLM, memory all work in order</a:t>
            </a:r>
            <a:endParaRPr lang="en-US" altLang="en-US" sz="16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0" y="304800"/>
            <a:ext cx="8686801" cy="1231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450" y="501650"/>
            <a:ext cx="101600" cy="368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5100" y="3136900"/>
            <a:ext cx="3429000" cy="1955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5200" y="3136900"/>
            <a:ext cx="3429000" cy="1955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35200" y="2667000"/>
            <a:ext cx="3429000" cy="584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5100" y="2667000"/>
            <a:ext cx="3429000" cy="584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46143" y="1868343"/>
            <a:ext cx="1038514" cy="1038514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36578" y="1866178"/>
            <a:ext cx="979345" cy="979344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901700" y="406400"/>
            <a:ext cx="8930640" cy="597892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61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oppins_Bold" pitchFamily="34" charset="0"/>
                <a:ea typeface="Poppins_Bold" pitchFamily="34" charset="-122"/>
                <a:cs typeface="Poppins_Bold" pitchFamily="34" charset="-120"/>
              </a:rPr>
              <a:t>Intelligent System Evolution</a:t>
            </a:r>
            <a:endParaRPr lang="en-US" sz="3200" dirty="0"/>
          </a:p>
        </p:txBody>
      </p:sp>
      <p:sp>
        <p:nvSpPr>
          <p:cNvPr id="15" name="Text 1"/>
          <p:cNvSpPr/>
          <p:nvPr/>
        </p:nvSpPr>
        <p:spPr>
          <a:xfrm>
            <a:off x="6629400" y="3251200"/>
            <a:ext cx="4281170" cy="914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The AI ecosystem is becoming more autonomous, when agents learning from their environment. As specialized agents handle different tasks while a central orchestrator manages the workflow.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</p:txBody>
      </p:sp>
      <p:sp>
        <p:nvSpPr>
          <p:cNvPr id="16" name="Text 2"/>
          <p:cNvSpPr/>
          <p:nvPr/>
        </p:nvSpPr>
        <p:spPr>
          <a:xfrm>
            <a:off x="6629400" y="4650105"/>
            <a:ext cx="3568700" cy="556895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4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</p:txBody>
      </p:sp>
      <p:sp>
        <p:nvSpPr>
          <p:cNvPr id="17" name="Text 3"/>
          <p:cNvSpPr/>
          <p:nvPr/>
        </p:nvSpPr>
        <p:spPr>
          <a:xfrm>
            <a:off x="2349500" y="3251200"/>
            <a:ext cx="3568700" cy="914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AI agents combine LLMs with tools, memory, and workflows to perform complex tasks.</a:t>
            </a: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indent="0" algn="l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FFFFFF"/>
                </a:solidFill>
                <a:latin typeface="Times New Roman" panose="02020603050405020304" charset="0"/>
                <a:ea typeface="Outfit" pitchFamily="34" charset="-122"/>
                <a:cs typeface="Times New Roman" panose="02020603050405020304" charset="0"/>
              </a:rPr>
              <a:t> They use orchestration chains and retrieval-augmented steps to get accurate, up-to-date information</a:t>
            </a:r>
            <a:endParaRPr lang="en-US" sz="1600" dirty="0">
              <a:solidFill>
                <a:srgbClr val="FFFFFF"/>
              </a:solidFill>
              <a:latin typeface="Times New Roman" panose="02020603050405020304" charset="0"/>
              <a:ea typeface="Outfit" pitchFamily="34" charset="-122"/>
              <a:cs typeface="Times New Roman" panose="02020603050405020304" charset="0"/>
            </a:endParaRPr>
          </a:p>
        </p:txBody>
      </p:sp>
      <p:sp>
        <p:nvSpPr>
          <p:cNvPr id="18" name="Text 4"/>
          <p:cNvSpPr/>
          <p:nvPr/>
        </p:nvSpPr>
        <p:spPr>
          <a:xfrm>
            <a:off x="2349500" y="4687570"/>
            <a:ext cx="3568700" cy="51943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19" name="Text 5"/>
          <p:cNvSpPr/>
          <p:nvPr/>
        </p:nvSpPr>
        <p:spPr>
          <a:xfrm>
            <a:off x="2349500" y="2890044"/>
            <a:ext cx="3200400" cy="246856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45"/>
              </a:lnSpc>
              <a:buNone/>
            </a:pPr>
            <a:r>
              <a:rPr lang="en-US" sz="1800" dirty="0">
                <a:solidFill>
                  <a:srgbClr val="56F0E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Intelligence</a:t>
            </a:r>
            <a:endParaRPr lang="en-US" sz="1800" dirty="0"/>
          </a:p>
        </p:txBody>
      </p:sp>
      <p:sp>
        <p:nvSpPr>
          <p:cNvPr id="20" name="Text 6"/>
          <p:cNvSpPr/>
          <p:nvPr/>
        </p:nvSpPr>
        <p:spPr>
          <a:xfrm>
            <a:off x="6629400" y="2890044"/>
            <a:ext cx="5353050" cy="246856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45"/>
              </a:lnSpc>
              <a:buNone/>
            </a:pPr>
            <a:r>
              <a:rPr lang="en-US" sz="1800" dirty="0">
                <a:solidFill>
                  <a:srgbClr val="D3F87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Alignment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0400" y="3009900"/>
            <a:ext cx="8318500" cy="977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1600" y="4178300"/>
            <a:ext cx="1828800" cy="76200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1168400" y="3048000"/>
            <a:ext cx="9855201" cy="914400"/>
          </a:xfrm>
          <a:prstGeom prst="rect">
            <a:avLst/>
          </a:prstGeom>
          <a:noFill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72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Thank You</a:t>
            </a:r>
            <a:endParaRPr lang="en-US" sz="60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82.1,&quot;left&quot;:72,&quot;top&quot;:262,&quot;width&quot;:816}"/>
</p:tagLst>
</file>

<file path=ppt/tags/tag2.xml><?xml version="1.0" encoding="utf-8"?>
<p:tagLst xmlns:p="http://schemas.openxmlformats.org/presentationml/2006/main">
  <p:tag name="KSO_WM_DIAGRAM_VIRTUALLY_FRAME" val="{&quot;height&quot;:182.1,&quot;left&quot;:72,&quot;top&quot;:262,&quot;width&quot;:816}"/>
</p:tagLst>
</file>

<file path=ppt/tags/tag3.xml><?xml version="1.0" encoding="utf-8"?>
<p:tagLst xmlns:p="http://schemas.openxmlformats.org/presentationml/2006/main">
  <p:tag name="KSO_WM_DIAGRAM_VIRTUALLY_FRAME" val="{&quot;height&quot;:182.1,&quot;left&quot;:72,&quot;top&quot;:262,&quot;width&quot;:816}"/>
</p:tagLst>
</file>

<file path=ppt/tags/tag4.xml><?xml version="1.0" encoding="utf-8"?>
<p:tagLst xmlns:p="http://schemas.openxmlformats.org/presentationml/2006/main">
  <p:tag name="KSO_WM_DIAGRAM_VIRTUALLY_FRAME" val="{&quot;height&quot;:182.1,&quot;left&quot;:72,&quot;top&quot;:262,&quot;width&quot;:816}"/>
</p:tagLst>
</file>

<file path=ppt/tags/tag5.xml><?xml version="1.0" encoding="utf-8"?>
<p:tagLst xmlns:p="http://schemas.openxmlformats.org/presentationml/2006/main">
  <p:tag name="KSO_WM_DIAGRAM_VIRTUALLY_FRAME" val="{&quot;height&quot;:182.1,&quot;left&quot;:72,&quot;top&quot;:262,&quot;width&quot;:816}"/>
</p:tagLst>
</file>

<file path=ppt/tags/tag6.xml><?xml version="1.0" encoding="utf-8"?>
<p:tagLst xmlns:p="http://schemas.openxmlformats.org/presentationml/2006/main">
  <p:tag name="KSO_WM_DIAGRAM_VIRTUALLY_FRAME" val="{&quot;height&quot;:182.1,&quot;left&quot;:72,&quot;top&quot;:262,&quot;width&quot;:816}"/>
</p:tagLst>
</file>

<file path=ppt/tags/tag7.xml><?xml version="1.0" encoding="utf-8"?>
<p:tagLst xmlns:p="http://schemas.openxmlformats.org/presentationml/2006/main">
  <p:tag name="KSO_WM_DIAGRAM_VIRTUALLY_FRAME" val="{&quot;height&quot;:182.1,&quot;left&quot;:72,&quot;top&quot;:262,&quot;width&quot;:816}"/>
</p:tagLst>
</file>

<file path=ppt/tags/tag8.xml><?xml version="1.0" encoding="utf-8"?>
<p:tagLst xmlns:p="http://schemas.openxmlformats.org/presentationml/2006/main">
  <p:tag name="KSO_WM_DIAGRAM_VIRTUALLY_FRAME" val="{&quot;height&quot;:182.1,&quot;left&quot;:72,&quot;top&quot;:262,&quot;width&quot;:816}"/>
</p:tagLst>
</file>

<file path=ppt/tags/tag9.xml><?xml version="1.0" encoding="utf-8"?>
<p:tagLst xmlns:p="http://schemas.openxmlformats.org/presentationml/2006/main">
  <p:tag name="KSO_WM_DIAGRAM_VIRTUALLY_FRAME" val="{&quot;height&quot;:182.1,&quot;left&quot;:72,&quot;top&quot;:262,&quot;width&quot;:816}"/>
</p:tagLst>
</file>

<file path=ppt/tags/tag10.xml><?xml version="1.0" encoding="utf-8"?>
<p:tagLst xmlns:p="http://schemas.openxmlformats.org/presentationml/2006/main">
  <p:tag name="KSO_WM_DIAGRAM_VIRTUALLY_FRAME" val="{&quot;height&quot;:182.1,&quot;left&quot;:72,&quot;top&quot;:262,&quot;width&quot;:816}"/>
</p:tagLst>
</file>

<file path=ppt/tags/tag11.xml><?xml version="1.0" encoding="utf-8"?>
<p:tagLst xmlns:p="http://schemas.openxmlformats.org/presentationml/2006/main">
  <p:tag name="KSO_WM_DIAGRAM_VIRTUALLY_FRAME" val="{&quot;height&quot;:182.1,&quot;left&quot;:72,&quot;top&quot;:262,&quot;width&quot;:816}"/>
</p:tagLst>
</file>

<file path=ppt/tags/tag12.xml><?xml version="1.0" encoding="utf-8"?>
<p:tagLst xmlns:p="http://schemas.openxmlformats.org/presentationml/2006/main">
  <p:tag name="KSO_WM_DIAGRAM_VIRTUALLY_FRAME" val="{&quot;height&quot;:182.1,&quot;left&quot;:72,&quot;top&quot;:262,&quot;width&quot;:816}"/>
</p:tagLst>
</file>

<file path=ppt/tags/tag13.xml><?xml version="1.0" encoding="utf-8"?>
<p:tagLst xmlns:p="http://schemas.openxmlformats.org/presentationml/2006/main">
  <p:tag name="KSO_WM_DIAGRAM_VIRTUALLY_FRAME" val="{&quot;height&quot;:182.1,&quot;left&quot;:72,&quot;top&quot;:262,&quot;width&quot;:816}"/>
</p:tagLst>
</file>

<file path=ppt/tags/tag14.xml><?xml version="1.0" encoding="utf-8"?>
<p:tagLst xmlns:p="http://schemas.openxmlformats.org/presentationml/2006/main">
  <p:tag name="KSO_WM_DIAGRAM_VIRTUALLY_FRAME" val="{&quot;height&quot;:182.1,&quot;left&quot;:72,&quot;top&quot;:262,&quot;width&quot;:816}"/>
</p:tagLst>
</file>

<file path=ppt/tags/tag15.xml><?xml version="1.0" encoding="utf-8"?>
<p:tagLst xmlns:p="http://schemas.openxmlformats.org/presentationml/2006/main">
  <p:tag name="KSO_WM_DIAGRAM_VIRTUALLY_FRAME" val="{&quot;height&quot;:182.1,&quot;left&quot;:72,&quot;top&quot;:262,&quot;width&quot;:816}"/>
</p:tagLst>
</file>

<file path=ppt/tags/tag16.xml><?xml version="1.0" encoding="utf-8"?>
<p:tagLst xmlns:p="http://schemas.openxmlformats.org/presentationml/2006/main">
  <p:tag name="KSO_WM_DIAGRAM_VIRTUALLY_FRAME" val="{&quot;height&quot;:182.1,&quot;left&quot;:72,&quot;top&quot;:262,&quot;width&quot;:816}"/>
</p:tagLst>
</file>

<file path=ppt/tags/tag17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18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19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20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21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22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23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24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25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26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27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28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29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30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31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32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33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34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35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36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37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38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39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40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41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42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43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44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45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46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47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48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49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50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51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52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53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54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55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56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57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58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59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60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61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62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63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64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65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66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67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68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69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70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71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72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73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74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75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76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77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78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79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80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81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82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83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84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85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86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87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88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89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90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91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92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93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94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95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96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97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98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99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100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101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102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103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104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105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106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107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108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109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110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111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112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113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114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115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116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117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118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119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120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121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122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123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124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125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126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127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128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129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130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131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132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133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134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135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136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137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138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139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140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141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142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143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144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145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146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147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148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149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150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ags/tag151.xml><?xml version="1.0" encoding="utf-8"?>
<p:tagLst xmlns:p="http://schemas.openxmlformats.org/presentationml/2006/main">
  <p:tag name="KSO_WM_DIAGRAM_VIRTUALLY_FRAME" val="{&quot;height&quot;:383,&quot;left&quot;:57,&quot;top&quot;:157,&quot;width&quot;:885.000078740157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10125</Words>
  <Application>WPS Presentation</Application>
  <PresentationFormat>On-screen Show (16:9)</PresentationFormat>
  <Paragraphs>487</Paragraphs>
  <Slides>29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7" baseType="lpstr">
      <vt:lpstr>Arial</vt:lpstr>
      <vt:lpstr>SimSun</vt:lpstr>
      <vt:lpstr>Wingdings</vt:lpstr>
      <vt:lpstr>Poppins_Bold</vt:lpstr>
      <vt:lpstr>Segoe Print</vt:lpstr>
      <vt:lpstr>Poppins_Bold</vt:lpstr>
      <vt:lpstr>Poppins_Bold</vt:lpstr>
      <vt:lpstr>Outfit</vt:lpstr>
      <vt:lpstr>Outfit</vt:lpstr>
      <vt:lpstr>Outfit</vt:lpstr>
      <vt:lpstr>Times New Roman</vt:lpstr>
      <vt:lpstr>Calibri</vt:lpstr>
      <vt:lpstr>Microsoft YaHei</vt:lpstr>
      <vt:lpstr>Arial Unicode MS</vt:lpstr>
      <vt:lpstr>MonospacedNumber</vt:lpstr>
      <vt:lpstr>Arial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gasse</cp:lastModifiedBy>
  <cp:revision>65</cp:revision>
  <dcterms:created xsi:type="dcterms:W3CDTF">2026-01-27T01:05:00Z</dcterms:created>
  <dcterms:modified xsi:type="dcterms:W3CDTF">2026-08-29T11:18:32Z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308788CE88CB43C6A4170A12EF77327D_12</vt:lpwstr>
  </property>
  <property fmtid="{D5CDD505-2E9C-101B-9397-08002B2CF9AE}" pid="3" name="KSOProductBuildVer">
    <vt:lpwstr>1033-12.1.0.28032</vt:lpwstr>
  </property>
</Properties>
</file>