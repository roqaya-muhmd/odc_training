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85" r:id="rId6"/>
    <p:sldId id="275" r:id="rId7"/>
    <p:sldId id="279" r:id="rId8"/>
    <p:sldId id="282" r:id="rId9"/>
    <p:sldId id="281" r:id="rId10"/>
    <p:sldId id="280" r:id="rId11"/>
    <p:sldId id="283" r:id="rId12"/>
    <p:sldId id="259" r:id="rId13"/>
    <p:sldId id="284" r:id="rId14"/>
    <p:sldId id="294" r:id="rId15"/>
    <p:sldId id="261" r:id="rId16"/>
    <p:sldId id="263" r:id="rId17"/>
    <p:sldId id="278" r:id="rId18"/>
    <p:sldId id="287" r:id="rId19"/>
    <p:sldId id="288" r:id="rId20"/>
    <p:sldId id="289" r:id="rId21"/>
    <p:sldId id="286" r:id="rId22"/>
    <p:sldId id="295" r:id="rId23"/>
    <p:sldId id="290" r:id="rId24"/>
    <p:sldId id="292" r:id="rId25"/>
    <p:sldId id="293" r:id="rId26"/>
    <p:sldId id="297" r:id="rId27"/>
    <p:sldId id="296" r:id="rId28"/>
    <p:sldId id="276" r:id="rId2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8.png"/><Relationship Id="rId7" Type="http://schemas.openxmlformats.org/officeDocument/2006/relationships/image" Target="../media/image7.png"/><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0" Type="http://schemas.openxmlformats.org/officeDocument/2006/relationships/notesSlide" Target="../notesSlides/notesSlide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tags" Target="../tags/tag3.xml"/><Relationship Id="rId8" Type="http://schemas.openxmlformats.org/officeDocument/2006/relationships/image" Target="../media/image11.png"/><Relationship Id="rId7" Type="http://schemas.openxmlformats.org/officeDocument/2006/relationships/tags" Target="../tags/tag2.xml"/><Relationship Id="rId6" Type="http://schemas.openxmlformats.org/officeDocument/2006/relationships/image" Target="../media/image10.png"/><Relationship Id="rId5" Type="http://schemas.openxmlformats.org/officeDocument/2006/relationships/tags" Target="../tags/tag1.xml"/><Relationship Id="rId4" Type="http://schemas.openxmlformats.org/officeDocument/2006/relationships/image" Target="../media/image9.png"/><Relationship Id="rId3" Type="http://schemas.openxmlformats.org/officeDocument/2006/relationships/image" Target="../media/image3.png"/><Relationship Id="rId28" Type="http://schemas.openxmlformats.org/officeDocument/2006/relationships/notesSlide" Target="../notesSlides/notesSlide2.xml"/><Relationship Id="rId27" Type="http://schemas.openxmlformats.org/officeDocument/2006/relationships/slideLayout" Target="../slideLayouts/slideLayout1.xml"/><Relationship Id="rId26" Type="http://schemas.openxmlformats.org/officeDocument/2006/relationships/tags" Target="../tags/tag16.xml"/><Relationship Id="rId25" Type="http://schemas.openxmlformats.org/officeDocument/2006/relationships/tags" Target="../tags/tag15.xml"/><Relationship Id="rId24" Type="http://schemas.openxmlformats.org/officeDocument/2006/relationships/tags" Target="../tags/tag14.xml"/><Relationship Id="rId23" Type="http://schemas.openxmlformats.org/officeDocument/2006/relationships/tags" Target="../tags/tag13.xml"/><Relationship Id="rId22" Type="http://schemas.openxmlformats.org/officeDocument/2006/relationships/tags" Target="../tags/tag12.xml"/><Relationship Id="rId21" Type="http://schemas.openxmlformats.org/officeDocument/2006/relationships/tags" Target="../tags/tag11.xml"/><Relationship Id="rId20" Type="http://schemas.openxmlformats.org/officeDocument/2006/relationships/tags" Target="../tags/tag10.xml"/><Relationship Id="rId2" Type="http://schemas.openxmlformats.org/officeDocument/2006/relationships/image" Target="../media/image2.png"/><Relationship Id="rId19" Type="http://schemas.openxmlformats.org/officeDocument/2006/relationships/tags" Target="../tags/tag9.xml"/><Relationship Id="rId18" Type="http://schemas.openxmlformats.org/officeDocument/2006/relationships/image" Target="../media/image15.png"/><Relationship Id="rId17" Type="http://schemas.openxmlformats.org/officeDocument/2006/relationships/tags" Target="../tags/tag8.xml"/><Relationship Id="rId16" Type="http://schemas.openxmlformats.org/officeDocument/2006/relationships/image" Target="../media/image14.png"/><Relationship Id="rId15" Type="http://schemas.openxmlformats.org/officeDocument/2006/relationships/tags" Target="../tags/tag7.xml"/><Relationship Id="rId14" Type="http://schemas.openxmlformats.org/officeDocument/2006/relationships/tags" Target="../tags/tag6.xml"/><Relationship Id="rId13" Type="http://schemas.openxmlformats.org/officeDocument/2006/relationships/tags" Target="../tags/tag5.xml"/><Relationship Id="rId12" Type="http://schemas.openxmlformats.org/officeDocument/2006/relationships/image" Target="../media/image13.png"/><Relationship Id="rId11" Type="http://schemas.openxmlformats.org/officeDocument/2006/relationships/tags" Target="../tags/tag4.xml"/><Relationship Id="rId10" Type="http://schemas.openxmlformats.org/officeDocument/2006/relationships/image" Target="../media/image12.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9" Type="http://schemas.openxmlformats.org/officeDocument/2006/relationships/image" Target="../media/image21.png"/><Relationship Id="rId8" Type="http://schemas.openxmlformats.org/officeDocument/2006/relationships/image" Target="../media/image20.png"/><Relationship Id="rId7" Type="http://schemas.openxmlformats.org/officeDocument/2006/relationships/image" Target="../media/image19.png"/><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 Id="rId3" Type="http://schemas.openxmlformats.org/officeDocument/2006/relationships/image" Target="../media/image3.png"/><Relationship Id="rId2" Type="http://schemas.openxmlformats.org/officeDocument/2006/relationships/image" Target="../media/image2.png"/><Relationship Id="rId13" Type="http://schemas.openxmlformats.org/officeDocument/2006/relationships/notesSlide" Target="../notesSlides/notesSlide3.xml"/><Relationship Id="rId12" Type="http://schemas.openxmlformats.org/officeDocument/2006/relationships/slideLayout" Target="../slideLayouts/slideLayout1.xml"/><Relationship Id="rId11" Type="http://schemas.openxmlformats.org/officeDocument/2006/relationships/image" Target="../media/image23.png"/><Relationship Id="rId10" Type="http://schemas.openxmlformats.org/officeDocument/2006/relationships/image" Target="../media/image22.pn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9" Type="http://schemas.openxmlformats.org/officeDocument/2006/relationships/tags" Target="../tags/tag19.xml"/><Relationship Id="rId8" Type="http://schemas.openxmlformats.org/officeDocument/2006/relationships/image" Target="../media/image25.png"/><Relationship Id="rId7" Type="http://schemas.openxmlformats.org/officeDocument/2006/relationships/tags" Target="../tags/tag18.xml"/><Relationship Id="rId6" Type="http://schemas.openxmlformats.org/officeDocument/2006/relationships/image" Target="../media/image24.png"/><Relationship Id="rId58" Type="http://schemas.openxmlformats.org/officeDocument/2006/relationships/notesSlide" Target="../notesSlides/notesSlide4.xml"/><Relationship Id="rId57" Type="http://schemas.openxmlformats.org/officeDocument/2006/relationships/slideLayout" Target="../slideLayouts/slideLayout1.xml"/><Relationship Id="rId56" Type="http://schemas.openxmlformats.org/officeDocument/2006/relationships/tags" Target="../tags/tag48.xml"/><Relationship Id="rId55" Type="http://schemas.openxmlformats.org/officeDocument/2006/relationships/tags" Target="../tags/tag47.xml"/><Relationship Id="rId54" Type="http://schemas.openxmlformats.org/officeDocument/2006/relationships/tags" Target="../tags/tag46.xml"/><Relationship Id="rId53" Type="http://schemas.openxmlformats.org/officeDocument/2006/relationships/tags" Target="../tags/tag45.xml"/><Relationship Id="rId52" Type="http://schemas.openxmlformats.org/officeDocument/2006/relationships/tags" Target="../tags/tag44.xml"/><Relationship Id="rId51" Type="http://schemas.openxmlformats.org/officeDocument/2006/relationships/tags" Target="../tags/tag43.xml"/><Relationship Id="rId50" Type="http://schemas.openxmlformats.org/officeDocument/2006/relationships/tags" Target="../tags/tag42.xml"/><Relationship Id="rId5" Type="http://schemas.openxmlformats.org/officeDocument/2006/relationships/tags" Target="../tags/tag17.xml"/><Relationship Id="rId49" Type="http://schemas.openxmlformats.org/officeDocument/2006/relationships/tags" Target="../tags/tag41.xml"/><Relationship Id="rId48" Type="http://schemas.openxmlformats.org/officeDocument/2006/relationships/tags" Target="../tags/tag40.xml"/><Relationship Id="rId47" Type="http://schemas.openxmlformats.org/officeDocument/2006/relationships/tags" Target="../tags/tag39.xml"/><Relationship Id="rId46" Type="http://schemas.openxmlformats.org/officeDocument/2006/relationships/tags" Target="../tags/tag38.xml"/><Relationship Id="rId45" Type="http://schemas.openxmlformats.org/officeDocument/2006/relationships/tags" Target="../tags/tag37.xml"/><Relationship Id="rId44" Type="http://schemas.openxmlformats.org/officeDocument/2006/relationships/image" Target="../media/image42.png"/><Relationship Id="rId43" Type="http://schemas.openxmlformats.org/officeDocument/2006/relationships/image" Target="../media/image41.png"/><Relationship Id="rId42" Type="http://schemas.openxmlformats.org/officeDocument/2006/relationships/image" Target="../media/image40.png"/><Relationship Id="rId41" Type="http://schemas.openxmlformats.org/officeDocument/2006/relationships/image" Target="../media/image23.png"/><Relationship Id="rId40" Type="http://schemas.openxmlformats.org/officeDocument/2006/relationships/tags" Target="../tags/tag36.xml"/><Relationship Id="rId4" Type="http://schemas.openxmlformats.org/officeDocument/2006/relationships/image" Target="../media/image9.png"/><Relationship Id="rId39" Type="http://schemas.openxmlformats.org/officeDocument/2006/relationships/image" Target="../media/image39.png"/><Relationship Id="rId38" Type="http://schemas.openxmlformats.org/officeDocument/2006/relationships/tags" Target="../tags/tag35.xml"/><Relationship Id="rId37" Type="http://schemas.openxmlformats.org/officeDocument/2006/relationships/image" Target="../media/image38.png"/><Relationship Id="rId36" Type="http://schemas.openxmlformats.org/officeDocument/2006/relationships/tags" Target="../tags/tag34.xml"/><Relationship Id="rId35" Type="http://schemas.openxmlformats.org/officeDocument/2006/relationships/image" Target="../media/image37.png"/><Relationship Id="rId34" Type="http://schemas.openxmlformats.org/officeDocument/2006/relationships/tags" Target="../tags/tag33.xml"/><Relationship Id="rId33" Type="http://schemas.openxmlformats.org/officeDocument/2006/relationships/image" Target="../media/image36.png"/><Relationship Id="rId32" Type="http://schemas.openxmlformats.org/officeDocument/2006/relationships/tags" Target="../tags/tag32.xml"/><Relationship Id="rId31" Type="http://schemas.openxmlformats.org/officeDocument/2006/relationships/image" Target="../media/image35.png"/><Relationship Id="rId30" Type="http://schemas.openxmlformats.org/officeDocument/2006/relationships/tags" Target="../tags/tag31.xml"/><Relationship Id="rId3" Type="http://schemas.openxmlformats.org/officeDocument/2006/relationships/image" Target="../media/image3.png"/><Relationship Id="rId29" Type="http://schemas.openxmlformats.org/officeDocument/2006/relationships/image" Target="../media/image34.png"/><Relationship Id="rId28" Type="http://schemas.openxmlformats.org/officeDocument/2006/relationships/tags" Target="../tags/tag30.xml"/><Relationship Id="rId27" Type="http://schemas.openxmlformats.org/officeDocument/2006/relationships/image" Target="../media/image33.png"/><Relationship Id="rId26" Type="http://schemas.openxmlformats.org/officeDocument/2006/relationships/tags" Target="../tags/tag29.xml"/><Relationship Id="rId25" Type="http://schemas.openxmlformats.org/officeDocument/2006/relationships/image" Target="../media/image32.png"/><Relationship Id="rId24" Type="http://schemas.openxmlformats.org/officeDocument/2006/relationships/tags" Target="../tags/tag28.xml"/><Relationship Id="rId23" Type="http://schemas.openxmlformats.org/officeDocument/2006/relationships/image" Target="../media/image31.png"/><Relationship Id="rId22" Type="http://schemas.openxmlformats.org/officeDocument/2006/relationships/tags" Target="../tags/tag27.xml"/><Relationship Id="rId21" Type="http://schemas.openxmlformats.org/officeDocument/2006/relationships/image" Target="../media/image30.png"/><Relationship Id="rId20" Type="http://schemas.openxmlformats.org/officeDocument/2006/relationships/tags" Target="../tags/tag26.xml"/><Relationship Id="rId2" Type="http://schemas.openxmlformats.org/officeDocument/2006/relationships/image" Target="../media/image2.png"/><Relationship Id="rId19" Type="http://schemas.openxmlformats.org/officeDocument/2006/relationships/image" Target="../media/image29.png"/><Relationship Id="rId18" Type="http://schemas.openxmlformats.org/officeDocument/2006/relationships/tags" Target="../tags/tag25.xml"/><Relationship Id="rId17" Type="http://schemas.openxmlformats.org/officeDocument/2006/relationships/tags" Target="../tags/tag24.xml"/><Relationship Id="rId16" Type="http://schemas.openxmlformats.org/officeDocument/2006/relationships/tags" Target="../tags/tag23.xml"/><Relationship Id="rId15" Type="http://schemas.openxmlformats.org/officeDocument/2006/relationships/image" Target="../media/image28.png"/><Relationship Id="rId14" Type="http://schemas.openxmlformats.org/officeDocument/2006/relationships/tags" Target="../tags/tag22.xml"/><Relationship Id="rId13" Type="http://schemas.openxmlformats.org/officeDocument/2006/relationships/tags" Target="../tags/tag21.xml"/><Relationship Id="rId12" Type="http://schemas.openxmlformats.org/officeDocument/2006/relationships/image" Target="../media/image27.png"/><Relationship Id="rId11" Type="http://schemas.openxmlformats.org/officeDocument/2006/relationships/tags" Target="../tags/tag20.xml"/><Relationship Id="rId10" Type="http://schemas.openxmlformats.org/officeDocument/2006/relationships/image" Target="../media/image26.pn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9" Type="http://schemas.openxmlformats.org/officeDocument/2006/relationships/tags" Target="../tags/tag51.xml"/><Relationship Id="rId8" Type="http://schemas.openxmlformats.org/officeDocument/2006/relationships/image" Target="../media/image44.png"/><Relationship Id="rId7" Type="http://schemas.openxmlformats.org/officeDocument/2006/relationships/tags" Target="../tags/tag50.xml"/><Relationship Id="rId6" Type="http://schemas.openxmlformats.org/officeDocument/2006/relationships/image" Target="../media/image43.png"/><Relationship Id="rId51" Type="http://schemas.openxmlformats.org/officeDocument/2006/relationships/notesSlide" Target="../notesSlides/notesSlide5.xml"/><Relationship Id="rId50" Type="http://schemas.openxmlformats.org/officeDocument/2006/relationships/slideLayout" Target="../slideLayouts/slideLayout1.xml"/><Relationship Id="rId5" Type="http://schemas.openxmlformats.org/officeDocument/2006/relationships/tags" Target="../tags/tag49.xml"/><Relationship Id="rId49" Type="http://schemas.openxmlformats.org/officeDocument/2006/relationships/tags" Target="../tags/tag75.xml"/><Relationship Id="rId48" Type="http://schemas.openxmlformats.org/officeDocument/2006/relationships/tags" Target="../tags/tag74.xml"/><Relationship Id="rId47" Type="http://schemas.openxmlformats.org/officeDocument/2006/relationships/tags" Target="../tags/tag73.xml"/><Relationship Id="rId46" Type="http://schemas.openxmlformats.org/officeDocument/2006/relationships/tags" Target="../tags/tag72.xml"/><Relationship Id="rId45" Type="http://schemas.openxmlformats.org/officeDocument/2006/relationships/tags" Target="../tags/tag71.xml"/><Relationship Id="rId44" Type="http://schemas.openxmlformats.org/officeDocument/2006/relationships/tags" Target="../tags/tag70.xml"/><Relationship Id="rId43" Type="http://schemas.openxmlformats.org/officeDocument/2006/relationships/tags" Target="../tags/tag69.xml"/><Relationship Id="rId42" Type="http://schemas.openxmlformats.org/officeDocument/2006/relationships/tags" Target="../tags/tag68.xml"/><Relationship Id="rId41" Type="http://schemas.openxmlformats.org/officeDocument/2006/relationships/tags" Target="../tags/tag67.xml"/><Relationship Id="rId40" Type="http://schemas.openxmlformats.org/officeDocument/2006/relationships/image" Target="../media/image58.png"/><Relationship Id="rId4" Type="http://schemas.openxmlformats.org/officeDocument/2006/relationships/image" Target="../media/image9.png"/><Relationship Id="rId39" Type="http://schemas.openxmlformats.org/officeDocument/2006/relationships/tags" Target="../tags/tag66.xml"/><Relationship Id="rId38" Type="http://schemas.openxmlformats.org/officeDocument/2006/relationships/image" Target="../media/image57.png"/><Relationship Id="rId37" Type="http://schemas.openxmlformats.org/officeDocument/2006/relationships/tags" Target="../tags/tag65.xml"/><Relationship Id="rId36" Type="http://schemas.openxmlformats.org/officeDocument/2006/relationships/image" Target="../media/image56.png"/><Relationship Id="rId35" Type="http://schemas.openxmlformats.org/officeDocument/2006/relationships/tags" Target="../tags/tag64.xml"/><Relationship Id="rId34" Type="http://schemas.openxmlformats.org/officeDocument/2006/relationships/image" Target="../media/image42.png"/><Relationship Id="rId33" Type="http://schemas.openxmlformats.org/officeDocument/2006/relationships/image" Target="../media/image41.png"/><Relationship Id="rId32" Type="http://schemas.openxmlformats.org/officeDocument/2006/relationships/image" Target="../media/image55.png"/><Relationship Id="rId31" Type="http://schemas.openxmlformats.org/officeDocument/2006/relationships/tags" Target="../tags/tag63.xml"/><Relationship Id="rId30" Type="http://schemas.openxmlformats.org/officeDocument/2006/relationships/image" Target="../media/image54.png"/><Relationship Id="rId3" Type="http://schemas.openxmlformats.org/officeDocument/2006/relationships/image" Target="../media/image3.png"/><Relationship Id="rId29" Type="http://schemas.openxmlformats.org/officeDocument/2006/relationships/tags" Target="../tags/tag62.xml"/><Relationship Id="rId28" Type="http://schemas.openxmlformats.org/officeDocument/2006/relationships/image" Target="../media/image53.png"/><Relationship Id="rId27" Type="http://schemas.openxmlformats.org/officeDocument/2006/relationships/tags" Target="../tags/tag61.xml"/><Relationship Id="rId26" Type="http://schemas.openxmlformats.org/officeDocument/2006/relationships/tags" Target="../tags/tag60.xml"/><Relationship Id="rId25" Type="http://schemas.openxmlformats.org/officeDocument/2006/relationships/image" Target="../media/image52.png"/><Relationship Id="rId24" Type="http://schemas.openxmlformats.org/officeDocument/2006/relationships/tags" Target="../tags/tag59.xml"/><Relationship Id="rId23" Type="http://schemas.openxmlformats.org/officeDocument/2006/relationships/image" Target="../media/image51.png"/><Relationship Id="rId22" Type="http://schemas.openxmlformats.org/officeDocument/2006/relationships/tags" Target="../tags/tag58.xml"/><Relationship Id="rId21" Type="http://schemas.openxmlformats.org/officeDocument/2006/relationships/image" Target="../media/image50.png"/><Relationship Id="rId20" Type="http://schemas.openxmlformats.org/officeDocument/2006/relationships/tags" Target="../tags/tag57.xml"/><Relationship Id="rId2" Type="http://schemas.openxmlformats.org/officeDocument/2006/relationships/image" Target="../media/image2.png"/><Relationship Id="rId19" Type="http://schemas.openxmlformats.org/officeDocument/2006/relationships/image" Target="../media/image49.png"/><Relationship Id="rId18" Type="http://schemas.openxmlformats.org/officeDocument/2006/relationships/tags" Target="../tags/tag56.xml"/><Relationship Id="rId17" Type="http://schemas.openxmlformats.org/officeDocument/2006/relationships/tags" Target="../tags/tag55.xml"/><Relationship Id="rId16" Type="http://schemas.openxmlformats.org/officeDocument/2006/relationships/image" Target="../media/image48.png"/><Relationship Id="rId15" Type="http://schemas.openxmlformats.org/officeDocument/2006/relationships/tags" Target="../tags/tag54.xml"/><Relationship Id="rId14" Type="http://schemas.openxmlformats.org/officeDocument/2006/relationships/image" Target="../media/image47.png"/><Relationship Id="rId13" Type="http://schemas.openxmlformats.org/officeDocument/2006/relationships/tags" Target="../tags/tag53.xml"/><Relationship Id="rId12" Type="http://schemas.openxmlformats.org/officeDocument/2006/relationships/image" Target="../media/image46.png"/><Relationship Id="rId11" Type="http://schemas.openxmlformats.org/officeDocument/2006/relationships/tags" Target="../tags/tag52.xml"/><Relationship Id="rId10" Type="http://schemas.openxmlformats.org/officeDocument/2006/relationships/image" Target="../media/image45.pn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9" Type="http://schemas.openxmlformats.org/officeDocument/2006/relationships/tags" Target="../tags/tag78.xml"/><Relationship Id="rId8" Type="http://schemas.openxmlformats.org/officeDocument/2006/relationships/image" Target="../media/image44.png"/><Relationship Id="rId7" Type="http://schemas.openxmlformats.org/officeDocument/2006/relationships/tags" Target="../tags/tag77.xml"/><Relationship Id="rId6" Type="http://schemas.openxmlformats.org/officeDocument/2006/relationships/image" Target="../media/image43.png"/><Relationship Id="rId51" Type="http://schemas.openxmlformats.org/officeDocument/2006/relationships/notesSlide" Target="../notesSlides/notesSlide6.xml"/><Relationship Id="rId50" Type="http://schemas.openxmlformats.org/officeDocument/2006/relationships/slideLayout" Target="../slideLayouts/slideLayout1.xml"/><Relationship Id="rId5" Type="http://schemas.openxmlformats.org/officeDocument/2006/relationships/tags" Target="../tags/tag76.xml"/><Relationship Id="rId49" Type="http://schemas.openxmlformats.org/officeDocument/2006/relationships/tags" Target="../tags/tag102.xml"/><Relationship Id="rId48" Type="http://schemas.openxmlformats.org/officeDocument/2006/relationships/tags" Target="../tags/tag101.xml"/><Relationship Id="rId47" Type="http://schemas.openxmlformats.org/officeDocument/2006/relationships/tags" Target="../tags/tag100.xml"/><Relationship Id="rId46" Type="http://schemas.openxmlformats.org/officeDocument/2006/relationships/tags" Target="../tags/tag99.xml"/><Relationship Id="rId45" Type="http://schemas.openxmlformats.org/officeDocument/2006/relationships/tags" Target="../tags/tag98.xml"/><Relationship Id="rId44" Type="http://schemas.openxmlformats.org/officeDocument/2006/relationships/tags" Target="../tags/tag97.xml"/><Relationship Id="rId43" Type="http://schemas.openxmlformats.org/officeDocument/2006/relationships/tags" Target="../tags/tag96.xml"/><Relationship Id="rId42" Type="http://schemas.openxmlformats.org/officeDocument/2006/relationships/tags" Target="../tags/tag95.xml"/><Relationship Id="rId41" Type="http://schemas.openxmlformats.org/officeDocument/2006/relationships/tags" Target="../tags/tag94.xml"/><Relationship Id="rId40" Type="http://schemas.openxmlformats.org/officeDocument/2006/relationships/image" Target="../media/image58.png"/><Relationship Id="rId4" Type="http://schemas.openxmlformats.org/officeDocument/2006/relationships/image" Target="../media/image9.png"/><Relationship Id="rId39" Type="http://schemas.openxmlformats.org/officeDocument/2006/relationships/tags" Target="../tags/tag93.xml"/><Relationship Id="rId38" Type="http://schemas.openxmlformats.org/officeDocument/2006/relationships/image" Target="../media/image57.png"/><Relationship Id="rId37" Type="http://schemas.openxmlformats.org/officeDocument/2006/relationships/tags" Target="../tags/tag92.xml"/><Relationship Id="rId36" Type="http://schemas.openxmlformats.org/officeDocument/2006/relationships/image" Target="../media/image56.png"/><Relationship Id="rId35" Type="http://schemas.openxmlformats.org/officeDocument/2006/relationships/tags" Target="../tags/tag91.xml"/><Relationship Id="rId34" Type="http://schemas.openxmlformats.org/officeDocument/2006/relationships/image" Target="../media/image42.png"/><Relationship Id="rId33" Type="http://schemas.openxmlformats.org/officeDocument/2006/relationships/image" Target="../media/image41.png"/><Relationship Id="rId32" Type="http://schemas.openxmlformats.org/officeDocument/2006/relationships/image" Target="../media/image55.png"/><Relationship Id="rId31" Type="http://schemas.openxmlformats.org/officeDocument/2006/relationships/tags" Target="../tags/tag90.xml"/><Relationship Id="rId30" Type="http://schemas.openxmlformats.org/officeDocument/2006/relationships/image" Target="../media/image54.png"/><Relationship Id="rId3" Type="http://schemas.openxmlformats.org/officeDocument/2006/relationships/image" Target="../media/image3.png"/><Relationship Id="rId29" Type="http://schemas.openxmlformats.org/officeDocument/2006/relationships/tags" Target="../tags/tag89.xml"/><Relationship Id="rId28" Type="http://schemas.openxmlformats.org/officeDocument/2006/relationships/image" Target="../media/image53.png"/><Relationship Id="rId27" Type="http://schemas.openxmlformats.org/officeDocument/2006/relationships/tags" Target="../tags/tag88.xml"/><Relationship Id="rId26" Type="http://schemas.openxmlformats.org/officeDocument/2006/relationships/tags" Target="../tags/tag87.xml"/><Relationship Id="rId25" Type="http://schemas.openxmlformats.org/officeDocument/2006/relationships/image" Target="../media/image52.png"/><Relationship Id="rId24" Type="http://schemas.openxmlformats.org/officeDocument/2006/relationships/tags" Target="../tags/tag86.xml"/><Relationship Id="rId23" Type="http://schemas.openxmlformats.org/officeDocument/2006/relationships/image" Target="../media/image51.png"/><Relationship Id="rId22" Type="http://schemas.openxmlformats.org/officeDocument/2006/relationships/tags" Target="../tags/tag85.xml"/><Relationship Id="rId21" Type="http://schemas.openxmlformats.org/officeDocument/2006/relationships/image" Target="../media/image50.png"/><Relationship Id="rId20" Type="http://schemas.openxmlformats.org/officeDocument/2006/relationships/tags" Target="../tags/tag84.xml"/><Relationship Id="rId2" Type="http://schemas.openxmlformats.org/officeDocument/2006/relationships/image" Target="../media/image2.png"/><Relationship Id="rId19" Type="http://schemas.openxmlformats.org/officeDocument/2006/relationships/image" Target="../media/image49.png"/><Relationship Id="rId18" Type="http://schemas.openxmlformats.org/officeDocument/2006/relationships/tags" Target="../tags/tag83.xml"/><Relationship Id="rId17" Type="http://schemas.openxmlformats.org/officeDocument/2006/relationships/tags" Target="../tags/tag82.xml"/><Relationship Id="rId16" Type="http://schemas.openxmlformats.org/officeDocument/2006/relationships/image" Target="../media/image48.png"/><Relationship Id="rId15" Type="http://schemas.openxmlformats.org/officeDocument/2006/relationships/tags" Target="../tags/tag81.xml"/><Relationship Id="rId14" Type="http://schemas.openxmlformats.org/officeDocument/2006/relationships/image" Target="../media/image47.png"/><Relationship Id="rId13" Type="http://schemas.openxmlformats.org/officeDocument/2006/relationships/tags" Target="../tags/tag80.xml"/><Relationship Id="rId12" Type="http://schemas.openxmlformats.org/officeDocument/2006/relationships/image" Target="../media/image46.png"/><Relationship Id="rId11" Type="http://schemas.openxmlformats.org/officeDocument/2006/relationships/tags" Target="../tags/tag79.xml"/><Relationship Id="rId10" Type="http://schemas.openxmlformats.org/officeDocument/2006/relationships/image" Target="../media/image45.png"/><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9" Type="http://schemas.openxmlformats.org/officeDocument/2006/relationships/tags" Target="../tags/tag105.xml"/><Relationship Id="rId8" Type="http://schemas.openxmlformats.org/officeDocument/2006/relationships/image" Target="../media/image44.png"/><Relationship Id="rId7" Type="http://schemas.openxmlformats.org/officeDocument/2006/relationships/tags" Target="../tags/tag104.xml"/><Relationship Id="rId6" Type="http://schemas.openxmlformats.org/officeDocument/2006/relationships/image" Target="../media/image43.png"/><Relationship Id="rId51" Type="http://schemas.openxmlformats.org/officeDocument/2006/relationships/notesSlide" Target="../notesSlides/notesSlide7.xml"/><Relationship Id="rId50" Type="http://schemas.openxmlformats.org/officeDocument/2006/relationships/slideLayout" Target="../slideLayouts/slideLayout1.xml"/><Relationship Id="rId5" Type="http://schemas.openxmlformats.org/officeDocument/2006/relationships/tags" Target="../tags/tag103.xml"/><Relationship Id="rId49" Type="http://schemas.openxmlformats.org/officeDocument/2006/relationships/tags" Target="../tags/tag129.xml"/><Relationship Id="rId48" Type="http://schemas.openxmlformats.org/officeDocument/2006/relationships/tags" Target="../tags/tag128.xml"/><Relationship Id="rId47" Type="http://schemas.openxmlformats.org/officeDocument/2006/relationships/tags" Target="../tags/tag127.xml"/><Relationship Id="rId46" Type="http://schemas.openxmlformats.org/officeDocument/2006/relationships/tags" Target="../tags/tag126.xml"/><Relationship Id="rId45" Type="http://schemas.openxmlformats.org/officeDocument/2006/relationships/tags" Target="../tags/tag125.xml"/><Relationship Id="rId44" Type="http://schemas.openxmlformats.org/officeDocument/2006/relationships/tags" Target="../tags/tag124.xml"/><Relationship Id="rId43" Type="http://schemas.openxmlformats.org/officeDocument/2006/relationships/tags" Target="../tags/tag123.xml"/><Relationship Id="rId42" Type="http://schemas.openxmlformats.org/officeDocument/2006/relationships/tags" Target="../tags/tag122.xml"/><Relationship Id="rId41" Type="http://schemas.openxmlformats.org/officeDocument/2006/relationships/tags" Target="../tags/tag121.xml"/><Relationship Id="rId40" Type="http://schemas.openxmlformats.org/officeDocument/2006/relationships/image" Target="../media/image58.png"/><Relationship Id="rId4" Type="http://schemas.openxmlformats.org/officeDocument/2006/relationships/image" Target="../media/image9.png"/><Relationship Id="rId39" Type="http://schemas.openxmlformats.org/officeDocument/2006/relationships/tags" Target="../tags/tag120.xml"/><Relationship Id="rId38" Type="http://schemas.openxmlformats.org/officeDocument/2006/relationships/image" Target="../media/image57.png"/><Relationship Id="rId37" Type="http://schemas.openxmlformats.org/officeDocument/2006/relationships/tags" Target="../tags/tag119.xml"/><Relationship Id="rId36" Type="http://schemas.openxmlformats.org/officeDocument/2006/relationships/image" Target="../media/image56.png"/><Relationship Id="rId35" Type="http://schemas.openxmlformats.org/officeDocument/2006/relationships/tags" Target="../tags/tag118.xml"/><Relationship Id="rId34" Type="http://schemas.openxmlformats.org/officeDocument/2006/relationships/image" Target="../media/image42.png"/><Relationship Id="rId33" Type="http://schemas.openxmlformats.org/officeDocument/2006/relationships/image" Target="../media/image41.png"/><Relationship Id="rId32" Type="http://schemas.openxmlformats.org/officeDocument/2006/relationships/image" Target="../media/image55.png"/><Relationship Id="rId31" Type="http://schemas.openxmlformats.org/officeDocument/2006/relationships/tags" Target="../tags/tag117.xml"/><Relationship Id="rId30" Type="http://schemas.openxmlformats.org/officeDocument/2006/relationships/image" Target="../media/image54.png"/><Relationship Id="rId3" Type="http://schemas.openxmlformats.org/officeDocument/2006/relationships/image" Target="../media/image3.png"/><Relationship Id="rId29" Type="http://schemas.openxmlformats.org/officeDocument/2006/relationships/tags" Target="../tags/tag116.xml"/><Relationship Id="rId28" Type="http://schemas.openxmlformats.org/officeDocument/2006/relationships/image" Target="../media/image53.png"/><Relationship Id="rId27" Type="http://schemas.openxmlformats.org/officeDocument/2006/relationships/tags" Target="../tags/tag115.xml"/><Relationship Id="rId26" Type="http://schemas.openxmlformats.org/officeDocument/2006/relationships/tags" Target="../tags/tag114.xml"/><Relationship Id="rId25" Type="http://schemas.openxmlformats.org/officeDocument/2006/relationships/image" Target="../media/image52.png"/><Relationship Id="rId24" Type="http://schemas.openxmlformats.org/officeDocument/2006/relationships/tags" Target="../tags/tag113.xml"/><Relationship Id="rId23" Type="http://schemas.openxmlformats.org/officeDocument/2006/relationships/image" Target="../media/image51.png"/><Relationship Id="rId22" Type="http://schemas.openxmlformats.org/officeDocument/2006/relationships/tags" Target="../tags/tag112.xml"/><Relationship Id="rId21" Type="http://schemas.openxmlformats.org/officeDocument/2006/relationships/image" Target="../media/image50.png"/><Relationship Id="rId20" Type="http://schemas.openxmlformats.org/officeDocument/2006/relationships/tags" Target="../tags/tag111.xml"/><Relationship Id="rId2" Type="http://schemas.openxmlformats.org/officeDocument/2006/relationships/image" Target="../media/image2.png"/><Relationship Id="rId19" Type="http://schemas.openxmlformats.org/officeDocument/2006/relationships/image" Target="../media/image49.png"/><Relationship Id="rId18" Type="http://schemas.openxmlformats.org/officeDocument/2006/relationships/tags" Target="../tags/tag110.xml"/><Relationship Id="rId17" Type="http://schemas.openxmlformats.org/officeDocument/2006/relationships/tags" Target="../tags/tag109.xml"/><Relationship Id="rId16" Type="http://schemas.openxmlformats.org/officeDocument/2006/relationships/image" Target="../media/image48.png"/><Relationship Id="rId15" Type="http://schemas.openxmlformats.org/officeDocument/2006/relationships/tags" Target="../tags/tag108.xml"/><Relationship Id="rId14" Type="http://schemas.openxmlformats.org/officeDocument/2006/relationships/image" Target="../media/image47.png"/><Relationship Id="rId13" Type="http://schemas.openxmlformats.org/officeDocument/2006/relationships/tags" Target="../tags/tag107.xml"/><Relationship Id="rId12" Type="http://schemas.openxmlformats.org/officeDocument/2006/relationships/image" Target="../media/image46.png"/><Relationship Id="rId11" Type="http://schemas.openxmlformats.org/officeDocument/2006/relationships/tags" Target="../tags/tag106.xml"/><Relationship Id="rId10" Type="http://schemas.openxmlformats.org/officeDocument/2006/relationships/image" Target="../media/image45.pn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9" Type="http://schemas.openxmlformats.org/officeDocument/2006/relationships/tags" Target="../tags/tag132.xml"/><Relationship Id="rId8" Type="http://schemas.openxmlformats.org/officeDocument/2006/relationships/image" Target="../media/image48.png"/><Relationship Id="rId7" Type="http://schemas.openxmlformats.org/officeDocument/2006/relationships/tags" Target="../tags/tag131.xml"/><Relationship Id="rId6" Type="http://schemas.openxmlformats.org/officeDocument/2006/relationships/image" Target="../media/image45.png"/><Relationship Id="rId5" Type="http://schemas.openxmlformats.org/officeDocument/2006/relationships/tags" Target="../tags/tag130.xml"/><Relationship Id="rId40" Type="http://schemas.openxmlformats.org/officeDocument/2006/relationships/notesSlide" Target="../notesSlides/notesSlide8.xml"/><Relationship Id="rId4" Type="http://schemas.openxmlformats.org/officeDocument/2006/relationships/image" Target="../media/image9.png"/><Relationship Id="rId39" Type="http://schemas.openxmlformats.org/officeDocument/2006/relationships/slideLayout" Target="../slideLayouts/slideLayout1.xml"/><Relationship Id="rId38" Type="http://schemas.openxmlformats.org/officeDocument/2006/relationships/tags" Target="../tags/tag149.xml"/><Relationship Id="rId37" Type="http://schemas.openxmlformats.org/officeDocument/2006/relationships/tags" Target="../tags/tag148.xml"/><Relationship Id="rId36" Type="http://schemas.openxmlformats.org/officeDocument/2006/relationships/tags" Target="../tags/tag147.xml"/><Relationship Id="rId35" Type="http://schemas.openxmlformats.org/officeDocument/2006/relationships/tags" Target="../tags/tag146.xml"/><Relationship Id="rId34" Type="http://schemas.openxmlformats.org/officeDocument/2006/relationships/tags" Target="../tags/tag145.xml"/><Relationship Id="rId33" Type="http://schemas.openxmlformats.org/officeDocument/2006/relationships/tags" Target="../tags/tag144.xml"/><Relationship Id="rId32" Type="http://schemas.openxmlformats.org/officeDocument/2006/relationships/tags" Target="../tags/tag143.xml"/><Relationship Id="rId31" Type="http://schemas.openxmlformats.org/officeDocument/2006/relationships/image" Target="../media/image57.png"/><Relationship Id="rId30" Type="http://schemas.openxmlformats.org/officeDocument/2006/relationships/tags" Target="../tags/tag142.xml"/><Relationship Id="rId3" Type="http://schemas.openxmlformats.org/officeDocument/2006/relationships/image" Target="../media/image3.png"/><Relationship Id="rId29" Type="http://schemas.openxmlformats.org/officeDocument/2006/relationships/image" Target="../media/image56.png"/><Relationship Id="rId28" Type="http://schemas.openxmlformats.org/officeDocument/2006/relationships/tags" Target="../tags/tag141.xml"/><Relationship Id="rId27" Type="http://schemas.openxmlformats.org/officeDocument/2006/relationships/image" Target="../media/image42.png"/><Relationship Id="rId26" Type="http://schemas.openxmlformats.org/officeDocument/2006/relationships/image" Target="../media/image41.png"/><Relationship Id="rId25" Type="http://schemas.openxmlformats.org/officeDocument/2006/relationships/image" Target="../media/image55.png"/><Relationship Id="rId24" Type="http://schemas.openxmlformats.org/officeDocument/2006/relationships/tags" Target="../tags/tag140.xml"/><Relationship Id="rId23" Type="http://schemas.openxmlformats.org/officeDocument/2006/relationships/image" Target="../media/image54.png"/><Relationship Id="rId22" Type="http://schemas.openxmlformats.org/officeDocument/2006/relationships/tags" Target="../tags/tag139.xml"/><Relationship Id="rId21" Type="http://schemas.openxmlformats.org/officeDocument/2006/relationships/image" Target="../media/image53.png"/><Relationship Id="rId20" Type="http://schemas.openxmlformats.org/officeDocument/2006/relationships/tags" Target="../tags/tag138.xml"/><Relationship Id="rId2" Type="http://schemas.openxmlformats.org/officeDocument/2006/relationships/image" Target="../media/image2.png"/><Relationship Id="rId19" Type="http://schemas.openxmlformats.org/officeDocument/2006/relationships/tags" Target="../tags/tag137.xml"/><Relationship Id="rId18" Type="http://schemas.openxmlformats.org/officeDocument/2006/relationships/image" Target="../media/image52.png"/><Relationship Id="rId17" Type="http://schemas.openxmlformats.org/officeDocument/2006/relationships/tags" Target="../tags/tag136.xml"/><Relationship Id="rId16" Type="http://schemas.openxmlformats.org/officeDocument/2006/relationships/image" Target="../media/image51.png"/><Relationship Id="rId15" Type="http://schemas.openxmlformats.org/officeDocument/2006/relationships/tags" Target="../tags/tag135.xml"/><Relationship Id="rId14" Type="http://schemas.openxmlformats.org/officeDocument/2006/relationships/image" Target="../media/image50.png"/><Relationship Id="rId13" Type="http://schemas.openxmlformats.org/officeDocument/2006/relationships/tags" Target="../tags/tag134.xml"/><Relationship Id="rId12" Type="http://schemas.openxmlformats.org/officeDocument/2006/relationships/image" Target="../media/image49.png"/><Relationship Id="rId11" Type="http://schemas.openxmlformats.org/officeDocument/2006/relationships/tags" Target="../tags/tag133.xml"/><Relationship Id="rId10" Type="http://schemas.openxmlformats.org/officeDocument/2006/relationships/image" Target="../media/image44.png"/><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9" Type="http://schemas.openxmlformats.org/officeDocument/2006/relationships/tags" Target="../tags/tag151.xml"/><Relationship Id="rId8" Type="http://schemas.openxmlformats.org/officeDocument/2006/relationships/image" Target="../media/image60.png"/><Relationship Id="rId7" Type="http://schemas.openxmlformats.org/officeDocument/2006/relationships/tags" Target="../tags/tag150.xml"/><Relationship Id="rId6" Type="http://schemas.openxmlformats.org/officeDocument/2006/relationships/image" Target="../media/image21.png"/><Relationship Id="rId5" Type="http://schemas.openxmlformats.org/officeDocument/2006/relationships/image" Target="../media/image59.png"/><Relationship Id="rId4" Type="http://schemas.openxmlformats.org/officeDocument/2006/relationships/image" Target="../media/image16.png"/><Relationship Id="rId3" Type="http://schemas.openxmlformats.org/officeDocument/2006/relationships/image" Target="../media/image3.png"/><Relationship Id="rId28" Type="http://schemas.openxmlformats.org/officeDocument/2006/relationships/notesSlide" Target="../notesSlides/notesSlide9.xml"/><Relationship Id="rId27" Type="http://schemas.openxmlformats.org/officeDocument/2006/relationships/slideLayout" Target="../slideLayouts/slideLayout1.xml"/><Relationship Id="rId26" Type="http://schemas.openxmlformats.org/officeDocument/2006/relationships/tags" Target="../tags/tag164.xml"/><Relationship Id="rId25" Type="http://schemas.openxmlformats.org/officeDocument/2006/relationships/tags" Target="../tags/tag163.xml"/><Relationship Id="rId24" Type="http://schemas.openxmlformats.org/officeDocument/2006/relationships/tags" Target="../tags/tag162.xml"/><Relationship Id="rId23" Type="http://schemas.openxmlformats.org/officeDocument/2006/relationships/tags" Target="../tags/tag161.xml"/><Relationship Id="rId22" Type="http://schemas.openxmlformats.org/officeDocument/2006/relationships/tags" Target="../tags/tag160.xml"/><Relationship Id="rId21" Type="http://schemas.openxmlformats.org/officeDocument/2006/relationships/tags" Target="../tags/tag159.xml"/><Relationship Id="rId20" Type="http://schemas.openxmlformats.org/officeDocument/2006/relationships/image" Target="../media/image23.png"/><Relationship Id="rId2" Type="http://schemas.openxmlformats.org/officeDocument/2006/relationships/image" Target="../media/image2.png"/><Relationship Id="rId19" Type="http://schemas.openxmlformats.org/officeDocument/2006/relationships/tags" Target="../tags/tag158.xml"/><Relationship Id="rId18" Type="http://schemas.openxmlformats.org/officeDocument/2006/relationships/tags" Target="../tags/tag157.xml"/><Relationship Id="rId17" Type="http://schemas.openxmlformats.org/officeDocument/2006/relationships/tags" Target="../tags/tag156.xml"/><Relationship Id="rId16" Type="http://schemas.openxmlformats.org/officeDocument/2006/relationships/image" Target="../media/image39.png"/><Relationship Id="rId15" Type="http://schemas.openxmlformats.org/officeDocument/2006/relationships/tags" Target="../tags/tag155.xml"/><Relationship Id="rId14" Type="http://schemas.openxmlformats.org/officeDocument/2006/relationships/image" Target="../media/image22.png"/><Relationship Id="rId13" Type="http://schemas.openxmlformats.org/officeDocument/2006/relationships/tags" Target="../tags/tag154.xml"/><Relationship Id="rId12" Type="http://schemas.openxmlformats.org/officeDocument/2006/relationships/tags" Target="../tags/tag153.xml"/><Relationship Id="rId11" Type="http://schemas.openxmlformats.org/officeDocument/2006/relationships/tags" Target="../tags/tag152.xml"/><Relationship Id="rId10" Type="http://schemas.openxmlformats.org/officeDocument/2006/relationships/image" Target="../media/image61.png"/><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9" Type="http://schemas.openxmlformats.org/officeDocument/2006/relationships/image" Target="../media/image66.png"/><Relationship Id="rId8" Type="http://schemas.openxmlformats.org/officeDocument/2006/relationships/image" Target="../media/image65.png"/><Relationship Id="rId7" Type="http://schemas.openxmlformats.org/officeDocument/2006/relationships/image" Target="../media/image64.png"/><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9.png"/><Relationship Id="rId3" Type="http://schemas.openxmlformats.org/officeDocument/2006/relationships/image" Target="../media/image3.png"/><Relationship Id="rId2" Type="http://schemas.openxmlformats.org/officeDocument/2006/relationships/image" Target="../media/image2.png"/><Relationship Id="rId12" Type="http://schemas.openxmlformats.org/officeDocument/2006/relationships/notesSlide" Target="../notesSlides/notesSlide10.xml"/><Relationship Id="rId11" Type="http://schemas.openxmlformats.org/officeDocument/2006/relationships/slideLayout" Target="../slideLayouts/slideLayout1.xml"/><Relationship Id="rId10" Type="http://schemas.openxmlformats.org/officeDocument/2006/relationships/image" Target="../media/image67.png"/><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9" Type="http://schemas.openxmlformats.org/officeDocument/2006/relationships/image" Target="../media/image66.png"/><Relationship Id="rId8" Type="http://schemas.openxmlformats.org/officeDocument/2006/relationships/image" Target="../media/image65.png"/><Relationship Id="rId7" Type="http://schemas.openxmlformats.org/officeDocument/2006/relationships/image" Target="../media/image64.png"/><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9.png"/><Relationship Id="rId3" Type="http://schemas.openxmlformats.org/officeDocument/2006/relationships/image" Target="../media/image3.png"/><Relationship Id="rId2" Type="http://schemas.openxmlformats.org/officeDocument/2006/relationships/image" Target="../media/image2.png"/><Relationship Id="rId12" Type="http://schemas.openxmlformats.org/officeDocument/2006/relationships/notesSlide" Target="../notesSlides/notesSlide11.xml"/><Relationship Id="rId11" Type="http://schemas.openxmlformats.org/officeDocument/2006/relationships/slideLayout" Target="../slideLayouts/slideLayout1.xml"/><Relationship Id="rId10" Type="http://schemas.openxmlformats.org/officeDocument/2006/relationships/image" Target="../media/image67.png"/><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9" Type="http://schemas.openxmlformats.org/officeDocument/2006/relationships/image" Target="../media/image66.png"/><Relationship Id="rId8" Type="http://schemas.openxmlformats.org/officeDocument/2006/relationships/image" Target="../media/image65.png"/><Relationship Id="rId7" Type="http://schemas.openxmlformats.org/officeDocument/2006/relationships/image" Target="../media/image64.png"/><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9.png"/><Relationship Id="rId3" Type="http://schemas.openxmlformats.org/officeDocument/2006/relationships/image" Target="../media/image3.png"/><Relationship Id="rId2" Type="http://schemas.openxmlformats.org/officeDocument/2006/relationships/image" Target="../media/image2.png"/><Relationship Id="rId12" Type="http://schemas.openxmlformats.org/officeDocument/2006/relationships/notesSlide" Target="../notesSlides/notesSlide12.xml"/><Relationship Id="rId11" Type="http://schemas.openxmlformats.org/officeDocument/2006/relationships/slideLayout" Target="../slideLayouts/slideLayout1.xml"/><Relationship Id="rId10" Type="http://schemas.openxmlformats.org/officeDocument/2006/relationships/image" Target="../media/image67.png"/><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9" Type="http://schemas.openxmlformats.org/officeDocument/2006/relationships/tags" Target="../tags/tag167.xml"/><Relationship Id="rId8" Type="http://schemas.openxmlformats.org/officeDocument/2006/relationships/image" Target="../media/image44.png"/><Relationship Id="rId7" Type="http://schemas.openxmlformats.org/officeDocument/2006/relationships/tags" Target="../tags/tag166.xml"/><Relationship Id="rId6" Type="http://schemas.openxmlformats.org/officeDocument/2006/relationships/image" Target="../media/image43.png"/><Relationship Id="rId51" Type="http://schemas.openxmlformats.org/officeDocument/2006/relationships/notesSlide" Target="../notesSlides/notesSlide13.xml"/><Relationship Id="rId50" Type="http://schemas.openxmlformats.org/officeDocument/2006/relationships/slideLayout" Target="../slideLayouts/slideLayout1.xml"/><Relationship Id="rId5" Type="http://schemas.openxmlformats.org/officeDocument/2006/relationships/tags" Target="../tags/tag165.xml"/><Relationship Id="rId49" Type="http://schemas.openxmlformats.org/officeDocument/2006/relationships/tags" Target="../tags/tag191.xml"/><Relationship Id="rId48" Type="http://schemas.openxmlformats.org/officeDocument/2006/relationships/tags" Target="../tags/tag190.xml"/><Relationship Id="rId47" Type="http://schemas.openxmlformats.org/officeDocument/2006/relationships/tags" Target="../tags/tag189.xml"/><Relationship Id="rId46" Type="http://schemas.openxmlformats.org/officeDocument/2006/relationships/tags" Target="../tags/tag188.xml"/><Relationship Id="rId45" Type="http://schemas.openxmlformats.org/officeDocument/2006/relationships/tags" Target="../tags/tag187.xml"/><Relationship Id="rId44" Type="http://schemas.openxmlformats.org/officeDocument/2006/relationships/tags" Target="../tags/tag186.xml"/><Relationship Id="rId43" Type="http://schemas.openxmlformats.org/officeDocument/2006/relationships/tags" Target="../tags/tag185.xml"/><Relationship Id="rId42" Type="http://schemas.openxmlformats.org/officeDocument/2006/relationships/tags" Target="../tags/tag184.xml"/><Relationship Id="rId41" Type="http://schemas.openxmlformats.org/officeDocument/2006/relationships/tags" Target="../tags/tag183.xml"/><Relationship Id="rId40" Type="http://schemas.openxmlformats.org/officeDocument/2006/relationships/image" Target="../media/image58.png"/><Relationship Id="rId4" Type="http://schemas.openxmlformats.org/officeDocument/2006/relationships/image" Target="../media/image9.png"/><Relationship Id="rId39" Type="http://schemas.openxmlformats.org/officeDocument/2006/relationships/tags" Target="../tags/tag182.xml"/><Relationship Id="rId38" Type="http://schemas.openxmlformats.org/officeDocument/2006/relationships/image" Target="../media/image57.png"/><Relationship Id="rId37" Type="http://schemas.openxmlformats.org/officeDocument/2006/relationships/tags" Target="../tags/tag181.xml"/><Relationship Id="rId36" Type="http://schemas.openxmlformats.org/officeDocument/2006/relationships/image" Target="../media/image56.png"/><Relationship Id="rId35" Type="http://schemas.openxmlformats.org/officeDocument/2006/relationships/tags" Target="../tags/tag180.xml"/><Relationship Id="rId34" Type="http://schemas.openxmlformats.org/officeDocument/2006/relationships/image" Target="../media/image42.png"/><Relationship Id="rId33" Type="http://schemas.openxmlformats.org/officeDocument/2006/relationships/image" Target="../media/image41.png"/><Relationship Id="rId32" Type="http://schemas.openxmlformats.org/officeDocument/2006/relationships/image" Target="../media/image55.png"/><Relationship Id="rId31" Type="http://schemas.openxmlformats.org/officeDocument/2006/relationships/tags" Target="../tags/tag179.xml"/><Relationship Id="rId30" Type="http://schemas.openxmlformats.org/officeDocument/2006/relationships/image" Target="../media/image54.png"/><Relationship Id="rId3" Type="http://schemas.openxmlformats.org/officeDocument/2006/relationships/image" Target="../media/image3.png"/><Relationship Id="rId29" Type="http://schemas.openxmlformats.org/officeDocument/2006/relationships/tags" Target="../tags/tag178.xml"/><Relationship Id="rId28" Type="http://schemas.openxmlformats.org/officeDocument/2006/relationships/image" Target="../media/image53.png"/><Relationship Id="rId27" Type="http://schemas.openxmlformats.org/officeDocument/2006/relationships/tags" Target="../tags/tag177.xml"/><Relationship Id="rId26" Type="http://schemas.openxmlformats.org/officeDocument/2006/relationships/tags" Target="../tags/tag176.xml"/><Relationship Id="rId25" Type="http://schemas.openxmlformats.org/officeDocument/2006/relationships/image" Target="../media/image52.png"/><Relationship Id="rId24" Type="http://schemas.openxmlformats.org/officeDocument/2006/relationships/tags" Target="../tags/tag175.xml"/><Relationship Id="rId23" Type="http://schemas.openxmlformats.org/officeDocument/2006/relationships/image" Target="../media/image51.png"/><Relationship Id="rId22" Type="http://schemas.openxmlformats.org/officeDocument/2006/relationships/tags" Target="../tags/tag174.xml"/><Relationship Id="rId21" Type="http://schemas.openxmlformats.org/officeDocument/2006/relationships/image" Target="../media/image50.png"/><Relationship Id="rId20" Type="http://schemas.openxmlformats.org/officeDocument/2006/relationships/tags" Target="../tags/tag173.xml"/><Relationship Id="rId2" Type="http://schemas.openxmlformats.org/officeDocument/2006/relationships/image" Target="../media/image2.png"/><Relationship Id="rId19" Type="http://schemas.openxmlformats.org/officeDocument/2006/relationships/image" Target="../media/image49.png"/><Relationship Id="rId18" Type="http://schemas.openxmlformats.org/officeDocument/2006/relationships/tags" Target="../tags/tag172.xml"/><Relationship Id="rId17" Type="http://schemas.openxmlformats.org/officeDocument/2006/relationships/tags" Target="../tags/tag171.xml"/><Relationship Id="rId16" Type="http://schemas.openxmlformats.org/officeDocument/2006/relationships/image" Target="../media/image48.png"/><Relationship Id="rId15" Type="http://schemas.openxmlformats.org/officeDocument/2006/relationships/tags" Target="../tags/tag170.xml"/><Relationship Id="rId14" Type="http://schemas.openxmlformats.org/officeDocument/2006/relationships/image" Target="../media/image47.png"/><Relationship Id="rId13" Type="http://schemas.openxmlformats.org/officeDocument/2006/relationships/tags" Target="../tags/tag169.xml"/><Relationship Id="rId12" Type="http://schemas.openxmlformats.org/officeDocument/2006/relationships/image" Target="../media/image46.png"/><Relationship Id="rId11" Type="http://schemas.openxmlformats.org/officeDocument/2006/relationships/tags" Target="../tags/tag168.xml"/><Relationship Id="rId10" Type="http://schemas.openxmlformats.org/officeDocument/2006/relationships/image" Target="../media/image45.png"/><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9" Type="http://schemas.openxmlformats.org/officeDocument/2006/relationships/tags" Target="../tags/tag194.xml"/><Relationship Id="rId8" Type="http://schemas.openxmlformats.org/officeDocument/2006/relationships/image" Target="../media/image25.png"/><Relationship Id="rId7" Type="http://schemas.openxmlformats.org/officeDocument/2006/relationships/tags" Target="../tags/tag193.xml"/><Relationship Id="rId6" Type="http://schemas.openxmlformats.org/officeDocument/2006/relationships/image" Target="../media/image24.png"/><Relationship Id="rId58" Type="http://schemas.openxmlformats.org/officeDocument/2006/relationships/notesSlide" Target="../notesSlides/notesSlide14.xml"/><Relationship Id="rId57" Type="http://schemas.openxmlformats.org/officeDocument/2006/relationships/slideLayout" Target="../slideLayouts/slideLayout1.xml"/><Relationship Id="rId56" Type="http://schemas.openxmlformats.org/officeDocument/2006/relationships/tags" Target="../tags/tag223.xml"/><Relationship Id="rId55" Type="http://schemas.openxmlformats.org/officeDocument/2006/relationships/tags" Target="../tags/tag222.xml"/><Relationship Id="rId54" Type="http://schemas.openxmlformats.org/officeDocument/2006/relationships/tags" Target="../tags/tag221.xml"/><Relationship Id="rId53" Type="http://schemas.openxmlformats.org/officeDocument/2006/relationships/tags" Target="../tags/tag220.xml"/><Relationship Id="rId52" Type="http://schemas.openxmlformats.org/officeDocument/2006/relationships/tags" Target="../tags/tag219.xml"/><Relationship Id="rId51" Type="http://schemas.openxmlformats.org/officeDocument/2006/relationships/tags" Target="../tags/tag218.xml"/><Relationship Id="rId50" Type="http://schemas.openxmlformats.org/officeDocument/2006/relationships/tags" Target="../tags/tag217.xml"/><Relationship Id="rId5" Type="http://schemas.openxmlformats.org/officeDocument/2006/relationships/tags" Target="../tags/tag192.xml"/><Relationship Id="rId49" Type="http://schemas.openxmlformats.org/officeDocument/2006/relationships/tags" Target="../tags/tag216.xml"/><Relationship Id="rId48" Type="http://schemas.openxmlformats.org/officeDocument/2006/relationships/tags" Target="../tags/tag215.xml"/><Relationship Id="rId47" Type="http://schemas.openxmlformats.org/officeDocument/2006/relationships/tags" Target="../tags/tag214.xml"/><Relationship Id="rId46" Type="http://schemas.openxmlformats.org/officeDocument/2006/relationships/tags" Target="../tags/tag213.xml"/><Relationship Id="rId45" Type="http://schemas.openxmlformats.org/officeDocument/2006/relationships/tags" Target="../tags/tag212.xml"/><Relationship Id="rId44" Type="http://schemas.openxmlformats.org/officeDocument/2006/relationships/image" Target="../media/image42.png"/><Relationship Id="rId43" Type="http://schemas.openxmlformats.org/officeDocument/2006/relationships/image" Target="../media/image41.png"/><Relationship Id="rId42" Type="http://schemas.openxmlformats.org/officeDocument/2006/relationships/image" Target="../media/image40.png"/><Relationship Id="rId41" Type="http://schemas.openxmlformats.org/officeDocument/2006/relationships/image" Target="../media/image23.png"/><Relationship Id="rId40" Type="http://schemas.openxmlformats.org/officeDocument/2006/relationships/tags" Target="../tags/tag211.xml"/><Relationship Id="rId4" Type="http://schemas.openxmlformats.org/officeDocument/2006/relationships/image" Target="../media/image9.png"/><Relationship Id="rId39" Type="http://schemas.openxmlformats.org/officeDocument/2006/relationships/image" Target="../media/image39.png"/><Relationship Id="rId38" Type="http://schemas.openxmlformats.org/officeDocument/2006/relationships/tags" Target="../tags/tag210.xml"/><Relationship Id="rId37" Type="http://schemas.openxmlformats.org/officeDocument/2006/relationships/image" Target="../media/image38.png"/><Relationship Id="rId36" Type="http://schemas.openxmlformats.org/officeDocument/2006/relationships/tags" Target="../tags/tag209.xml"/><Relationship Id="rId35" Type="http://schemas.openxmlformats.org/officeDocument/2006/relationships/image" Target="../media/image37.png"/><Relationship Id="rId34" Type="http://schemas.openxmlformats.org/officeDocument/2006/relationships/tags" Target="../tags/tag208.xml"/><Relationship Id="rId33" Type="http://schemas.openxmlformats.org/officeDocument/2006/relationships/image" Target="../media/image36.png"/><Relationship Id="rId32" Type="http://schemas.openxmlformats.org/officeDocument/2006/relationships/tags" Target="../tags/tag207.xml"/><Relationship Id="rId31" Type="http://schemas.openxmlformats.org/officeDocument/2006/relationships/image" Target="../media/image35.png"/><Relationship Id="rId30" Type="http://schemas.openxmlformats.org/officeDocument/2006/relationships/tags" Target="../tags/tag206.xml"/><Relationship Id="rId3" Type="http://schemas.openxmlformats.org/officeDocument/2006/relationships/image" Target="../media/image3.png"/><Relationship Id="rId29" Type="http://schemas.openxmlformats.org/officeDocument/2006/relationships/image" Target="../media/image34.png"/><Relationship Id="rId28" Type="http://schemas.openxmlformats.org/officeDocument/2006/relationships/tags" Target="../tags/tag205.xml"/><Relationship Id="rId27" Type="http://schemas.openxmlformats.org/officeDocument/2006/relationships/image" Target="../media/image33.png"/><Relationship Id="rId26" Type="http://schemas.openxmlformats.org/officeDocument/2006/relationships/tags" Target="../tags/tag204.xml"/><Relationship Id="rId25" Type="http://schemas.openxmlformats.org/officeDocument/2006/relationships/image" Target="../media/image32.png"/><Relationship Id="rId24" Type="http://schemas.openxmlformats.org/officeDocument/2006/relationships/tags" Target="../tags/tag203.xml"/><Relationship Id="rId23" Type="http://schemas.openxmlformats.org/officeDocument/2006/relationships/image" Target="../media/image31.png"/><Relationship Id="rId22" Type="http://schemas.openxmlformats.org/officeDocument/2006/relationships/tags" Target="../tags/tag202.xml"/><Relationship Id="rId21" Type="http://schemas.openxmlformats.org/officeDocument/2006/relationships/image" Target="../media/image30.png"/><Relationship Id="rId20" Type="http://schemas.openxmlformats.org/officeDocument/2006/relationships/tags" Target="../tags/tag201.xml"/><Relationship Id="rId2" Type="http://schemas.openxmlformats.org/officeDocument/2006/relationships/image" Target="../media/image2.png"/><Relationship Id="rId19" Type="http://schemas.openxmlformats.org/officeDocument/2006/relationships/image" Target="../media/image29.png"/><Relationship Id="rId18" Type="http://schemas.openxmlformats.org/officeDocument/2006/relationships/tags" Target="../tags/tag200.xml"/><Relationship Id="rId17" Type="http://schemas.openxmlformats.org/officeDocument/2006/relationships/tags" Target="../tags/tag199.xml"/><Relationship Id="rId16" Type="http://schemas.openxmlformats.org/officeDocument/2006/relationships/tags" Target="../tags/tag198.xml"/><Relationship Id="rId15" Type="http://schemas.openxmlformats.org/officeDocument/2006/relationships/image" Target="../media/image28.png"/><Relationship Id="rId14" Type="http://schemas.openxmlformats.org/officeDocument/2006/relationships/tags" Target="../tags/tag197.xml"/><Relationship Id="rId13" Type="http://schemas.openxmlformats.org/officeDocument/2006/relationships/tags" Target="../tags/tag196.xml"/><Relationship Id="rId12" Type="http://schemas.openxmlformats.org/officeDocument/2006/relationships/image" Target="../media/image27.png"/><Relationship Id="rId11" Type="http://schemas.openxmlformats.org/officeDocument/2006/relationships/tags" Target="../tags/tag195.xml"/><Relationship Id="rId10" Type="http://schemas.openxmlformats.org/officeDocument/2006/relationships/image" Target="../media/image26.png"/><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9" Type="http://schemas.openxmlformats.org/officeDocument/2006/relationships/tags" Target="../tags/tag226.xml"/><Relationship Id="rId8" Type="http://schemas.openxmlformats.org/officeDocument/2006/relationships/image" Target="../media/image25.png"/><Relationship Id="rId7" Type="http://schemas.openxmlformats.org/officeDocument/2006/relationships/tags" Target="../tags/tag225.xml"/><Relationship Id="rId6" Type="http://schemas.openxmlformats.org/officeDocument/2006/relationships/image" Target="../media/image24.png"/><Relationship Id="rId58" Type="http://schemas.openxmlformats.org/officeDocument/2006/relationships/notesSlide" Target="../notesSlides/notesSlide15.xml"/><Relationship Id="rId57" Type="http://schemas.openxmlformats.org/officeDocument/2006/relationships/slideLayout" Target="../slideLayouts/slideLayout1.xml"/><Relationship Id="rId56" Type="http://schemas.openxmlformats.org/officeDocument/2006/relationships/tags" Target="../tags/tag255.xml"/><Relationship Id="rId55" Type="http://schemas.openxmlformats.org/officeDocument/2006/relationships/tags" Target="../tags/tag254.xml"/><Relationship Id="rId54" Type="http://schemas.openxmlformats.org/officeDocument/2006/relationships/tags" Target="../tags/tag253.xml"/><Relationship Id="rId53" Type="http://schemas.openxmlformats.org/officeDocument/2006/relationships/tags" Target="../tags/tag252.xml"/><Relationship Id="rId52" Type="http://schemas.openxmlformats.org/officeDocument/2006/relationships/tags" Target="../tags/tag251.xml"/><Relationship Id="rId51" Type="http://schemas.openxmlformats.org/officeDocument/2006/relationships/tags" Target="../tags/tag250.xml"/><Relationship Id="rId50" Type="http://schemas.openxmlformats.org/officeDocument/2006/relationships/tags" Target="../tags/tag249.xml"/><Relationship Id="rId5" Type="http://schemas.openxmlformats.org/officeDocument/2006/relationships/tags" Target="../tags/tag224.xml"/><Relationship Id="rId49" Type="http://schemas.openxmlformats.org/officeDocument/2006/relationships/tags" Target="../tags/tag248.xml"/><Relationship Id="rId48" Type="http://schemas.openxmlformats.org/officeDocument/2006/relationships/tags" Target="../tags/tag247.xml"/><Relationship Id="rId47" Type="http://schemas.openxmlformats.org/officeDocument/2006/relationships/tags" Target="../tags/tag246.xml"/><Relationship Id="rId46" Type="http://schemas.openxmlformats.org/officeDocument/2006/relationships/tags" Target="../tags/tag245.xml"/><Relationship Id="rId45" Type="http://schemas.openxmlformats.org/officeDocument/2006/relationships/tags" Target="../tags/tag244.xml"/><Relationship Id="rId44" Type="http://schemas.openxmlformats.org/officeDocument/2006/relationships/image" Target="../media/image42.png"/><Relationship Id="rId43" Type="http://schemas.openxmlformats.org/officeDocument/2006/relationships/image" Target="../media/image41.png"/><Relationship Id="rId42" Type="http://schemas.openxmlformats.org/officeDocument/2006/relationships/image" Target="../media/image40.png"/><Relationship Id="rId41" Type="http://schemas.openxmlformats.org/officeDocument/2006/relationships/image" Target="../media/image23.png"/><Relationship Id="rId40" Type="http://schemas.openxmlformats.org/officeDocument/2006/relationships/tags" Target="../tags/tag243.xml"/><Relationship Id="rId4" Type="http://schemas.openxmlformats.org/officeDocument/2006/relationships/image" Target="../media/image9.png"/><Relationship Id="rId39" Type="http://schemas.openxmlformats.org/officeDocument/2006/relationships/image" Target="../media/image39.png"/><Relationship Id="rId38" Type="http://schemas.openxmlformats.org/officeDocument/2006/relationships/tags" Target="../tags/tag242.xml"/><Relationship Id="rId37" Type="http://schemas.openxmlformats.org/officeDocument/2006/relationships/image" Target="../media/image38.png"/><Relationship Id="rId36" Type="http://schemas.openxmlformats.org/officeDocument/2006/relationships/tags" Target="../tags/tag241.xml"/><Relationship Id="rId35" Type="http://schemas.openxmlformats.org/officeDocument/2006/relationships/image" Target="../media/image37.png"/><Relationship Id="rId34" Type="http://schemas.openxmlformats.org/officeDocument/2006/relationships/tags" Target="../tags/tag240.xml"/><Relationship Id="rId33" Type="http://schemas.openxmlformats.org/officeDocument/2006/relationships/image" Target="../media/image36.png"/><Relationship Id="rId32" Type="http://schemas.openxmlformats.org/officeDocument/2006/relationships/tags" Target="../tags/tag239.xml"/><Relationship Id="rId31" Type="http://schemas.openxmlformats.org/officeDocument/2006/relationships/image" Target="../media/image35.png"/><Relationship Id="rId30" Type="http://schemas.openxmlformats.org/officeDocument/2006/relationships/tags" Target="../tags/tag238.xml"/><Relationship Id="rId3" Type="http://schemas.openxmlformats.org/officeDocument/2006/relationships/image" Target="../media/image3.png"/><Relationship Id="rId29" Type="http://schemas.openxmlformats.org/officeDocument/2006/relationships/image" Target="../media/image34.png"/><Relationship Id="rId28" Type="http://schemas.openxmlformats.org/officeDocument/2006/relationships/tags" Target="../tags/tag237.xml"/><Relationship Id="rId27" Type="http://schemas.openxmlformats.org/officeDocument/2006/relationships/image" Target="../media/image33.png"/><Relationship Id="rId26" Type="http://schemas.openxmlformats.org/officeDocument/2006/relationships/tags" Target="../tags/tag236.xml"/><Relationship Id="rId25" Type="http://schemas.openxmlformats.org/officeDocument/2006/relationships/image" Target="../media/image32.png"/><Relationship Id="rId24" Type="http://schemas.openxmlformats.org/officeDocument/2006/relationships/tags" Target="../tags/tag235.xml"/><Relationship Id="rId23" Type="http://schemas.openxmlformats.org/officeDocument/2006/relationships/image" Target="../media/image31.png"/><Relationship Id="rId22" Type="http://schemas.openxmlformats.org/officeDocument/2006/relationships/tags" Target="../tags/tag234.xml"/><Relationship Id="rId21" Type="http://schemas.openxmlformats.org/officeDocument/2006/relationships/image" Target="../media/image30.png"/><Relationship Id="rId20" Type="http://schemas.openxmlformats.org/officeDocument/2006/relationships/tags" Target="../tags/tag233.xml"/><Relationship Id="rId2" Type="http://schemas.openxmlformats.org/officeDocument/2006/relationships/image" Target="../media/image2.png"/><Relationship Id="rId19" Type="http://schemas.openxmlformats.org/officeDocument/2006/relationships/image" Target="../media/image29.png"/><Relationship Id="rId18" Type="http://schemas.openxmlformats.org/officeDocument/2006/relationships/tags" Target="../tags/tag232.xml"/><Relationship Id="rId17" Type="http://schemas.openxmlformats.org/officeDocument/2006/relationships/tags" Target="../tags/tag231.xml"/><Relationship Id="rId16" Type="http://schemas.openxmlformats.org/officeDocument/2006/relationships/tags" Target="../tags/tag230.xml"/><Relationship Id="rId15" Type="http://schemas.openxmlformats.org/officeDocument/2006/relationships/image" Target="../media/image28.png"/><Relationship Id="rId14" Type="http://schemas.openxmlformats.org/officeDocument/2006/relationships/tags" Target="../tags/tag229.xml"/><Relationship Id="rId13" Type="http://schemas.openxmlformats.org/officeDocument/2006/relationships/tags" Target="../tags/tag228.xml"/><Relationship Id="rId12" Type="http://schemas.openxmlformats.org/officeDocument/2006/relationships/image" Target="../media/image27.png"/><Relationship Id="rId11" Type="http://schemas.openxmlformats.org/officeDocument/2006/relationships/tags" Target="../tags/tag227.xml"/><Relationship Id="rId10" Type="http://schemas.openxmlformats.org/officeDocument/2006/relationships/image" Target="../media/image26.png"/><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9" Type="http://schemas.openxmlformats.org/officeDocument/2006/relationships/image" Target="../media/image21.png"/><Relationship Id="rId8" Type="http://schemas.openxmlformats.org/officeDocument/2006/relationships/image" Target="../media/image20.png"/><Relationship Id="rId7" Type="http://schemas.openxmlformats.org/officeDocument/2006/relationships/image" Target="../media/image19.png"/><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 Id="rId3" Type="http://schemas.openxmlformats.org/officeDocument/2006/relationships/image" Target="../media/image3.png"/><Relationship Id="rId2" Type="http://schemas.openxmlformats.org/officeDocument/2006/relationships/image" Target="../media/image2.png"/><Relationship Id="rId13" Type="http://schemas.openxmlformats.org/officeDocument/2006/relationships/notesSlide" Target="../notesSlides/notesSlide16.xml"/><Relationship Id="rId12" Type="http://schemas.openxmlformats.org/officeDocument/2006/relationships/slideLayout" Target="../slideLayouts/slideLayout1.xml"/><Relationship Id="rId11" Type="http://schemas.openxmlformats.org/officeDocument/2006/relationships/image" Target="../media/image23.png"/><Relationship Id="rId10" Type="http://schemas.openxmlformats.org/officeDocument/2006/relationships/image" Target="../media/image22.png"/><Relationship Id="rId1" Type="http://schemas.openxmlformats.org/officeDocument/2006/relationships/image" Target="../media/image1.png"/></Relationships>
</file>

<file path=ppt/slides/_rels/slide17.xml.rels><?xml version="1.0" encoding="UTF-8" standalone="yes"?>
<Relationships xmlns="http://schemas.openxmlformats.org/package/2006/relationships"><Relationship Id="rId9" Type="http://schemas.openxmlformats.org/officeDocument/2006/relationships/image" Target="../media/image66.png"/><Relationship Id="rId8" Type="http://schemas.openxmlformats.org/officeDocument/2006/relationships/image" Target="../media/image65.png"/><Relationship Id="rId7" Type="http://schemas.openxmlformats.org/officeDocument/2006/relationships/image" Target="../media/image64.png"/><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9.png"/><Relationship Id="rId3" Type="http://schemas.openxmlformats.org/officeDocument/2006/relationships/image" Target="../media/image3.png"/><Relationship Id="rId2" Type="http://schemas.openxmlformats.org/officeDocument/2006/relationships/image" Target="../media/image2.png"/><Relationship Id="rId12" Type="http://schemas.openxmlformats.org/officeDocument/2006/relationships/notesSlide" Target="../notesSlides/notesSlide17.xml"/><Relationship Id="rId11" Type="http://schemas.openxmlformats.org/officeDocument/2006/relationships/slideLayout" Target="../slideLayouts/slideLayout1.xml"/><Relationship Id="rId10" Type="http://schemas.openxmlformats.org/officeDocument/2006/relationships/image" Target="../media/image67.png"/><Relationship Id="rId1" Type="http://schemas.openxmlformats.org/officeDocument/2006/relationships/image" Target="../media/image1.png"/></Relationships>
</file>

<file path=ppt/slides/_rels/slide18.xml.rels><?xml version="1.0" encoding="UTF-8" standalone="yes"?>
<Relationships xmlns="http://schemas.openxmlformats.org/package/2006/relationships"><Relationship Id="rId9" Type="http://schemas.openxmlformats.org/officeDocument/2006/relationships/image" Target="../media/image66.png"/><Relationship Id="rId8" Type="http://schemas.openxmlformats.org/officeDocument/2006/relationships/image" Target="../media/image65.png"/><Relationship Id="rId7" Type="http://schemas.openxmlformats.org/officeDocument/2006/relationships/image" Target="../media/image64.png"/><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9.png"/><Relationship Id="rId3" Type="http://schemas.openxmlformats.org/officeDocument/2006/relationships/image" Target="../media/image3.png"/><Relationship Id="rId2" Type="http://schemas.openxmlformats.org/officeDocument/2006/relationships/image" Target="../media/image2.png"/><Relationship Id="rId12" Type="http://schemas.openxmlformats.org/officeDocument/2006/relationships/notesSlide" Target="../notesSlides/notesSlide18.xml"/><Relationship Id="rId11" Type="http://schemas.openxmlformats.org/officeDocument/2006/relationships/slideLayout" Target="../slideLayouts/slideLayout1.xml"/><Relationship Id="rId10" Type="http://schemas.openxmlformats.org/officeDocument/2006/relationships/image" Target="../media/image67.png"/><Relationship Id="rId1" Type="http://schemas.openxmlformats.org/officeDocument/2006/relationships/image" Target="../media/image1.png"/></Relationships>
</file>

<file path=ppt/slides/_rels/slide19.xml.rels><?xml version="1.0" encoding="UTF-8" standalone="yes"?>
<Relationships xmlns="http://schemas.openxmlformats.org/package/2006/relationships"><Relationship Id="rId9" Type="http://schemas.openxmlformats.org/officeDocument/2006/relationships/image" Target="../media/image21.png"/><Relationship Id="rId8" Type="http://schemas.openxmlformats.org/officeDocument/2006/relationships/image" Target="../media/image20.png"/><Relationship Id="rId7" Type="http://schemas.openxmlformats.org/officeDocument/2006/relationships/image" Target="../media/image19.png"/><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 Id="rId3" Type="http://schemas.openxmlformats.org/officeDocument/2006/relationships/image" Target="../media/image3.png"/><Relationship Id="rId2" Type="http://schemas.openxmlformats.org/officeDocument/2006/relationships/image" Target="../media/image2.png"/><Relationship Id="rId13" Type="http://schemas.openxmlformats.org/officeDocument/2006/relationships/notesSlide" Target="../notesSlides/notesSlide19.xml"/><Relationship Id="rId12" Type="http://schemas.openxmlformats.org/officeDocument/2006/relationships/slideLayout" Target="../slideLayouts/slideLayout1.xml"/><Relationship Id="rId11" Type="http://schemas.openxmlformats.org/officeDocument/2006/relationships/image" Target="../media/image23.png"/><Relationship Id="rId10" Type="http://schemas.openxmlformats.org/officeDocument/2006/relationships/image" Target="../media/image22.png"/><Relationship Id="rId1" Type="http://schemas.openxmlformats.org/officeDocument/2006/relationships/image" Target="../media/image1.png"/></Relationships>
</file>

<file path=ppt/slides/_rels/slide20.xml.rels><?xml version="1.0" encoding="UTF-8" standalone="yes"?>
<Relationships xmlns="http://schemas.openxmlformats.org/package/2006/relationships"><Relationship Id="rId9" Type="http://schemas.openxmlformats.org/officeDocument/2006/relationships/tags" Target="../tags/tag257.xml"/><Relationship Id="rId8" Type="http://schemas.openxmlformats.org/officeDocument/2006/relationships/image" Target="../media/image60.png"/><Relationship Id="rId7" Type="http://schemas.openxmlformats.org/officeDocument/2006/relationships/tags" Target="../tags/tag256.xml"/><Relationship Id="rId6" Type="http://schemas.openxmlformats.org/officeDocument/2006/relationships/image" Target="../media/image21.png"/><Relationship Id="rId5" Type="http://schemas.openxmlformats.org/officeDocument/2006/relationships/image" Target="../media/image59.png"/><Relationship Id="rId4" Type="http://schemas.openxmlformats.org/officeDocument/2006/relationships/image" Target="../media/image16.png"/><Relationship Id="rId3" Type="http://schemas.openxmlformats.org/officeDocument/2006/relationships/image" Target="../media/image3.png"/><Relationship Id="rId28" Type="http://schemas.openxmlformats.org/officeDocument/2006/relationships/notesSlide" Target="../notesSlides/notesSlide20.xml"/><Relationship Id="rId27" Type="http://schemas.openxmlformats.org/officeDocument/2006/relationships/slideLayout" Target="../slideLayouts/slideLayout1.xml"/><Relationship Id="rId26" Type="http://schemas.openxmlformats.org/officeDocument/2006/relationships/tags" Target="../tags/tag270.xml"/><Relationship Id="rId25" Type="http://schemas.openxmlformats.org/officeDocument/2006/relationships/tags" Target="../tags/tag269.xml"/><Relationship Id="rId24" Type="http://schemas.openxmlformats.org/officeDocument/2006/relationships/tags" Target="../tags/tag268.xml"/><Relationship Id="rId23" Type="http://schemas.openxmlformats.org/officeDocument/2006/relationships/tags" Target="../tags/tag267.xml"/><Relationship Id="rId22" Type="http://schemas.openxmlformats.org/officeDocument/2006/relationships/tags" Target="../tags/tag266.xml"/><Relationship Id="rId21" Type="http://schemas.openxmlformats.org/officeDocument/2006/relationships/tags" Target="../tags/tag265.xml"/><Relationship Id="rId20" Type="http://schemas.openxmlformats.org/officeDocument/2006/relationships/image" Target="../media/image23.png"/><Relationship Id="rId2" Type="http://schemas.openxmlformats.org/officeDocument/2006/relationships/image" Target="../media/image2.png"/><Relationship Id="rId19" Type="http://schemas.openxmlformats.org/officeDocument/2006/relationships/tags" Target="../tags/tag264.xml"/><Relationship Id="rId18" Type="http://schemas.openxmlformats.org/officeDocument/2006/relationships/tags" Target="../tags/tag263.xml"/><Relationship Id="rId17" Type="http://schemas.openxmlformats.org/officeDocument/2006/relationships/tags" Target="../tags/tag262.xml"/><Relationship Id="rId16" Type="http://schemas.openxmlformats.org/officeDocument/2006/relationships/image" Target="../media/image39.png"/><Relationship Id="rId15" Type="http://schemas.openxmlformats.org/officeDocument/2006/relationships/tags" Target="../tags/tag261.xml"/><Relationship Id="rId14" Type="http://schemas.openxmlformats.org/officeDocument/2006/relationships/image" Target="../media/image22.png"/><Relationship Id="rId13" Type="http://schemas.openxmlformats.org/officeDocument/2006/relationships/tags" Target="../tags/tag260.xml"/><Relationship Id="rId12" Type="http://schemas.openxmlformats.org/officeDocument/2006/relationships/tags" Target="../tags/tag259.xml"/><Relationship Id="rId11" Type="http://schemas.openxmlformats.org/officeDocument/2006/relationships/tags" Target="../tags/tag258.xml"/><Relationship Id="rId10" Type="http://schemas.openxmlformats.org/officeDocument/2006/relationships/image" Target="../media/image61.png"/><Relationship Id="rId1" Type="http://schemas.openxmlformats.org/officeDocument/2006/relationships/image" Target="../media/image1.png"/></Relationships>
</file>

<file path=ppt/slides/_rels/slide21.xml.rels><?xml version="1.0" encoding="UTF-8" standalone="yes"?>
<Relationships xmlns="http://schemas.openxmlformats.org/package/2006/relationships"><Relationship Id="rId9" Type="http://schemas.openxmlformats.org/officeDocument/2006/relationships/image" Target="../media/image21.png"/><Relationship Id="rId8" Type="http://schemas.openxmlformats.org/officeDocument/2006/relationships/image" Target="../media/image20.png"/><Relationship Id="rId7" Type="http://schemas.openxmlformats.org/officeDocument/2006/relationships/image" Target="../media/image19.png"/><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 Id="rId3" Type="http://schemas.openxmlformats.org/officeDocument/2006/relationships/image" Target="../media/image3.png"/><Relationship Id="rId2" Type="http://schemas.openxmlformats.org/officeDocument/2006/relationships/image" Target="../media/image2.png"/><Relationship Id="rId13" Type="http://schemas.openxmlformats.org/officeDocument/2006/relationships/notesSlide" Target="../notesSlides/notesSlide21.xml"/><Relationship Id="rId12" Type="http://schemas.openxmlformats.org/officeDocument/2006/relationships/slideLayout" Target="../slideLayouts/slideLayout1.xml"/><Relationship Id="rId11" Type="http://schemas.openxmlformats.org/officeDocument/2006/relationships/image" Target="../media/image23.png"/><Relationship Id="rId10" Type="http://schemas.openxmlformats.org/officeDocument/2006/relationships/image" Target="../media/image22.png"/><Relationship Id="rId1" Type="http://schemas.openxmlformats.org/officeDocument/2006/relationships/image" Target="../media/image1.png"/></Relationships>
</file>

<file path=ppt/slides/_rels/slide22.xml.rels><?xml version="1.0" encoding="UTF-8" standalone="yes"?>
<Relationships xmlns="http://schemas.openxmlformats.org/package/2006/relationships"><Relationship Id="rId9" Type="http://schemas.openxmlformats.org/officeDocument/2006/relationships/image" Target="../media/image21.png"/><Relationship Id="rId8" Type="http://schemas.openxmlformats.org/officeDocument/2006/relationships/image" Target="../media/image20.png"/><Relationship Id="rId7" Type="http://schemas.openxmlformats.org/officeDocument/2006/relationships/image" Target="../media/image19.png"/><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 Id="rId3" Type="http://schemas.openxmlformats.org/officeDocument/2006/relationships/image" Target="../media/image3.png"/><Relationship Id="rId2" Type="http://schemas.openxmlformats.org/officeDocument/2006/relationships/image" Target="../media/image2.png"/><Relationship Id="rId13" Type="http://schemas.openxmlformats.org/officeDocument/2006/relationships/notesSlide" Target="../notesSlides/notesSlide22.xml"/><Relationship Id="rId12" Type="http://schemas.openxmlformats.org/officeDocument/2006/relationships/slideLayout" Target="../slideLayouts/slideLayout1.xml"/><Relationship Id="rId11" Type="http://schemas.openxmlformats.org/officeDocument/2006/relationships/image" Target="../media/image23.png"/><Relationship Id="rId10" Type="http://schemas.openxmlformats.org/officeDocument/2006/relationships/image" Target="../media/image22.png"/><Relationship Id="rId1" Type="http://schemas.openxmlformats.org/officeDocument/2006/relationships/image" Target="../media/image1.png"/></Relationships>
</file>

<file path=ppt/slides/_rels/slide23.xml.rels><?xml version="1.0" encoding="UTF-8" standalone="yes"?>
<Relationships xmlns="http://schemas.openxmlformats.org/package/2006/relationships"><Relationship Id="rId9" Type="http://schemas.openxmlformats.org/officeDocument/2006/relationships/image" Target="../media/image21.png"/><Relationship Id="rId8" Type="http://schemas.openxmlformats.org/officeDocument/2006/relationships/image" Target="../media/image20.png"/><Relationship Id="rId7" Type="http://schemas.openxmlformats.org/officeDocument/2006/relationships/image" Target="../media/image18.png"/><Relationship Id="rId6" Type="http://schemas.openxmlformats.org/officeDocument/2006/relationships/image" Target="../media/image19.png"/><Relationship Id="rId5" Type="http://schemas.openxmlformats.org/officeDocument/2006/relationships/image" Target="../media/image17.png"/><Relationship Id="rId4" Type="http://schemas.openxmlformats.org/officeDocument/2006/relationships/image" Target="../media/image16.png"/><Relationship Id="rId3" Type="http://schemas.openxmlformats.org/officeDocument/2006/relationships/image" Target="../media/image3.png"/><Relationship Id="rId2" Type="http://schemas.openxmlformats.org/officeDocument/2006/relationships/image" Target="../media/image2.png"/><Relationship Id="rId12" Type="http://schemas.openxmlformats.org/officeDocument/2006/relationships/notesSlide" Target="../notesSlides/notesSlide23.xml"/><Relationship Id="rId11" Type="http://schemas.openxmlformats.org/officeDocument/2006/relationships/slideLayout" Target="../slideLayouts/slideLayout1.xml"/><Relationship Id="rId10" Type="http://schemas.openxmlformats.org/officeDocument/2006/relationships/image" Target="../media/image23.png"/><Relationship Id="rId1" Type="http://schemas.openxmlformats.org/officeDocument/2006/relationships/image" Target="../media/image1.png"/></Relationships>
</file>

<file path=ppt/slides/_rels/slide24.xml.rels><?xml version="1.0" encoding="UTF-8" standalone="yes"?>
<Relationships xmlns="http://schemas.openxmlformats.org/package/2006/relationships"><Relationship Id="rId9" Type="http://schemas.openxmlformats.org/officeDocument/2006/relationships/tags" Target="../tags/tag273.xml"/><Relationship Id="rId8" Type="http://schemas.openxmlformats.org/officeDocument/2006/relationships/image" Target="../media/image44.png"/><Relationship Id="rId7" Type="http://schemas.openxmlformats.org/officeDocument/2006/relationships/tags" Target="../tags/tag272.xml"/><Relationship Id="rId6" Type="http://schemas.openxmlformats.org/officeDocument/2006/relationships/image" Target="../media/image43.png"/><Relationship Id="rId51" Type="http://schemas.openxmlformats.org/officeDocument/2006/relationships/notesSlide" Target="../notesSlides/notesSlide24.xml"/><Relationship Id="rId50" Type="http://schemas.openxmlformats.org/officeDocument/2006/relationships/slideLayout" Target="../slideLayouts/slideLayout1.xml"/><Relationship Id="rId5" Type="http://schemas.openxmlformats.org/officeDocument/2006/relationships/tags" Target="../tags/tag271.xml"/><Relationship Id="rId49" Type="http://schemas.openxmlformats.org/officeDocument/2006/relationships/tags" Target="../tags/tag297.xml"/><Relationship Id="rId48" Type="http://schemas.openxmlformats.org/officeDocument/2006/relationships/tags" Target="../tags/tag296.xml"/><Relationship Id="rId47" Type="http://schemas.openxmlformats.org/officeDocument/2006/relationships/tags" Target="../tags/tag295.xml"/><Relationship Id="rId46" Type="http://schemas.openxmlformats.org/officeDocument/2006/relationships/tags" Target="../tags/tag294.xml"/><Relationship Id="rId45" Type="http://schemas.openxmlformats.org/officeDocument/2006/relationships/tags" Target="../tags/tag293.xml"/><Relationship Id="rId44" Type="http://schemas.openxmlformats.org/officeDocument/2006/relationships/tags" Target="../tags/tag292.xml"/><Relationship Id="rId43" Type="http://schemas.openxmlformats.org/officeDocument/2006/relationships/tags" Target="../tags/tag291.xml"/><Relationship Id="rId42" Type="http://schemas.openxmlformats.org/officeDocument/2006/relationships/tags" Target="../tags/tag290.xml"/><Relationship Id="rId41" Type="http://schemas.openxmlformats.org/officeDocument/2006/relationships/tags" Target="../tags/tag289.xml"/><Relationship Id="rId40" Type="http://schemas.openxmlformats.org/officeDocument/2006/relationships/image" Target="../media/image58.png"/><Relationship Id="rId4" Type="http://schemas.openxmlformats.org/officeDocument/2006/relationships/image" Target="../media/image9.png"/><Relationship Id="rId39" Type="http://schemas.openxmlformats.org/officeDocument/2006/relationships/tags" Target="../tags/tag288.xml"/><Relationship Id="rId38" Type="http://schemas.openxmlformats.org/officeDocument/2006/relationships/image" Target="../media/image57.png"/><Relationship Id="rId37" Type="http://schemas.openxmlformats.org/officeDocument/2006/relationships/tags" Target="../tags/tag287.xml"/><Relationship Id="rId36" Type="http://schemas.openxmlformats.org/officeDocument/2006/relationships/image" Target="../media/image56.png"/><Relationship Id="rId35" Type="http://schemas.openxmlformats.org/officeDocument/2006/relationships/tags" Target="../tags/tag286.xml"/><Relationship Id="rId34" Type="http://schemas.openxmlformats.org/officeDocument/2006/relationships/image" Target="../media/image42.png"/><Relationship Id="rId33" Type="http://schemas.openxmlformats.org/officeDocument/2006/relationships/image" Target="../media/image41.png"/><Relationship Id="rId32" Type="http://schemas.openxmlformats.org/officeDocument/2006/relationships/image" Target="../media/image55.png"/><Relationship Id="rId31" Type="http://schemas.openxmlformats.org/officeDocument/2006/relationships/tags" Target="../tags/tag285.xml"/><Relationship Id="rId30" Type="http://schemas.openxmlformats.org/officeDocument/2006/relationships/image" Target="../media/image54.png"/><Relationship Id="rId3" Type="http://schemas.openxmlformats.org/officeDocument/2006/relationships/image" Target="../media/image3.png"/><Relationship Id="rId29" Type="http://schemas.openxmlformats.org/officeDocument/2006/relationships/tags" Target="../tags/tag284.xml"/><Relationship Id="rId28" Type="http://schemas.openxmlformats.org/officeDocument/2006/relationships/image" Target="../media/image53.png"/><Relationship Id="rId27" Type="http://schemas.openxmlformats.org/officeDocument/2006/relationships/tags" Target="../tags/tag283.xml"/><Relationship Id="rId26" Type="http://schemas.openxmlformats.org/officeDocument/2006/relationships/tags" Target="../tags/tag282.xml"/><Relationship Id="rId25" Type="http://schemas.openxmlformats.org/officeDocument/2006/relationships/image" Target="../media/image52.png"/><Relationship Id="rId24" Type="http://schemas.openxmlformats.org/officeDocument/2006/relationships/tags" Target="../tags/tag281.xml"/><Relationship Id="rId23" Type="http://schemas.openxmlformats.org/officeDocument/2006/relationships/image" Target="../media/image51.png"/><Relationship Id="rId22" Type="http://schemas.openxmlformats.org/officeDocument/2006/relationships/tags" Target="../tags/tag280.xml"/><Relationship Id="rId21" Type="http://schemas.openxmlformats.org/officeDocument/2006/relationships/image" Target="../media/image50.png"/><Relationship Id="rId20" Type="http://schemas.openxmlformats.org/officeDocument/2006/relationships/tags" Target="../tags/tag279.xml"/><Relationship Id="rId2" Type="http://schemas.openxmlformats.org/officeDocument/2006/relationships/image" Target="../media/image2.png"/><Relationship Id="rId19" Type="http://schemas.openxmlformats.org/officeDocument/2006/relationships/image" Target="../media/image49.png"/><Relationship Id="rId18" Type="http://schemas.openxmlformats.org/officeDocument/2006/relationships/tags" Target="../tags/tag278.xml"/><Relationship Id="rId17" Type="http://schemas.openxmlformats.org/officeDocument/2006/relationships/tags" Target="../tags/tag277.xml"/><Relationship Id="rId16" Type="http://schemas.openxmlformats.org/officeDocument/2006/relationships/image" Target="../media/image48.png"/><Relationship Id="rId15" Type="http://schemas.openxmlformats.org/officeDocument/2006/relationships/tags" Target="../tags/tag276.xml"/><Relationship Id="rId14" Type="http://schemas.openxmlformats.org/officeDocument/2006/relationships/image" Target="../media/image47.png"/><Relationship Id="rId13" Type="http://schemas.openxmlformats.org/officeDocument/2006/relationships/tags" Target="../tags/tag275.xml"/><Relationship Id="rId12" Type="http://schemas.openxmlformats.org/officeDocument/2006/relationships/image" Target="../media/image46.png"/><Relationship Id="rId11" Type="http://schemas.openxmlformats.org/officeDocument/2006/relationships/tags" Target="../tags/tag274.xml"/><Relationship Id="rId10" Type="http://schemas.openxmlformats.org/officeDocument/2006/relationships/image" Target="../media/image45.png"/><Relationship Id="rId1" Type="http://schemas.openxmlformats.org/officeDocument/2006/relationships/image" Target="../media/image1.png"/></Relationships>
</file>

<file path=ppt/slides/_rels/slide25.xml.rels><?xml version="1.0" encoding="UTF-8" standalone="yes"?>
<Relationships xmlns="http://schemas.openxmlformats.org/package/2006/relationships"><Relationship Id="rId9" Type="http://schemas.openxmlformats.org/officeDocument/2006/relationships/tags" Target="../tags/tag299.xml"/><Relationship Id="rId8" Type="http://schemas.openxmlformats.org/officeDocument/2006/relationships/image" Target="../media/image60.png"/><Relationship Id="rId7" Type="http://schemas.openxmlformats.org/officeDocument/2006/relationships/tags" Target="../tags/tag298.xml"/><Relationship Id="rId6" Type="http://schemas.openxmlformats.org/officeDocument/2006/relationships/image" Target="../media/image21.png"/><Relationship Id="rId5" Type="http://schemas.openxmlformats.org/officeDocument/2006/relationships/image" Target="../media/image59.png"/><Relationship Id="rId4" Type="http://schemas.openxmlformats.org/officeDocument/2006/relationships/image" Target="../media/image16.png"/><Relationship Id="rId3" Type="http://schemas.openxmlformats.org/officeDocument/2006/relationships/image" Target="../media/image3.png"/><Relationship Id="rId28" Type="http://schemas.openxmlformats.org/officeDocument/2006/relationships/notesSlide" Target="../notesSlides/notesSlide25.xml"/><Relationship Id="rId27" Type="http://schemas.openxmlformats.org/officeDocument/2006/relationships/slideLayout" Target="../slideLayouts/slideLayout1.xml"/><Relationship Id="rId26" Type="http://schemas.openxmlformats.org/officeDocument/2006/relationships/tags" Target="../tags/tag312.xml"/><Relationship Id="rId25" Type="http://schemas.openxmlformats.org/officeDocument/2006/relationships/tags" Target="../tags/tag311.xml"/><Relationship Id="rId24" Type="http://schemas.openxmlformats.org/officeDocument/2006/relationships/tags" Target="../tags/tag310.xml"/><Relationship Id="rId23" Type="http://schemas.openxmlformats.org/officeDocument/2006/relationships/tags" Target="../tags/tag309.xml"/><Relationship Id="rId22" Type="http://schemas.openxmlformats.org/officeDocument/2006/relationships/tags" Target="../tags/tag308.xml"/><Relationship Id="rId21" Type="http://schemas.openxmlformats.org/officeDocument/2006/relationships/tags" Target="../tags/tag307.xml"/><Relationship Id="rId20" Type="http://schemas.openxmlformats.org/officeDocument/2006/relationships/image" Target="../media/image23.png"/><Relationship Id="rId2" Type="http://schemas.openxmlformats.org/officeDocument/2006/relationships/image" Target="../media/image2.png"/><Relationship Id="rId19" Type="http://schemas.openxmlformats.org/officeDocument/2006/relationships/tags" Target="../tags/tag306.xml"/><Relationship Id="rId18" Type="http://schemas.openxmlformats.org/officeDocument/2006/relationships/tags" Target="../tags/tag305.xml"/><Relationship Id="rId17" Type="http://schemas.openxmlformats.org/officeDocument/2006/relationships/tags" Target="../tags/tag304.xml"/><Relationship Id="rId16" Type="http://schemas.openxmlformats.org/officeDocument/2006/relationships/image" Target="../media/image39.png"/><Relationship Id="rId15" Type="http://schemas.openxmlformats.org/officeDocument/2006/relationships/tags" Target="../tags/tag303.xml"/><Relationship Id="rId14" Type="http://schemas.openxmlformats.org/officeDocument/2006/relationships/image" Target="../media/image22.png"/><Relationship Id="rId13" Type="http://schemas.openxmlformats.org/officeDocument/2006/relationships/tags" Target="../tags/tag302.xml"/><Relationship Id="rId12" Type="http://schemas.openxmlformats.org/officeDocument/2006/relationships/tags" Target="../tags/tag301.xml"/><Relationship Id="rId11" Type="http://schemas.openxmlformats.org/officeDocument/2006/relationships/tags" Target="../tags/tag300.xml"/><Relationship Id="rId10" Type="http://schemas.openxmlformats.org/officeDocument/2006/relationships/image" Target="../media/image61.png"/><Relationship Id="rId1" Type="http://schemas.openxmlformats.org/officeDocument/2006/relationships/image" Target="../media/image1.png"/></Relationships>
</file>

<file path=ppt/slides/_rels/slide26.xml.rels><?xml version="1.0" encoding="UTF-8" standalone="yes"?>
<Relationships xmlns="http://schemas.openxmlformats.org/package/2006/relationships"><Relationship Id="rId9" Type="http://schemas.openxmlformats.org/officeDocument/2006/relationships/notesSlide" Target="../notesSlides/notesSlide26.xml"/><Relationship Id="rId8" Type="http://schemas.openxmlformats.org/officeDocument/2006/relationships/slideLayout" Target="../slideLayouts/slideLayout1.xml"/><Relationship Id="rId7" Type="http://schemas.openxmlformats.org/officeDocument/2006/relationships/image" Target="../media/image70.png"/><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image" Target="../media/image9.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2"/>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3"/>
          <a:stretch>
            <a:fillRect/>
          </a:stretch>
        </p:blipFill>
        <p:spPr>
          <a:xfrm>
            <a:off x="0" y="0"/>
            <a:ext cx="12192000" cy="6858000"/>
          </a:xfrm>
          <a:prstGeom prst="rect">
            <a:avLst/>
          </a:prstGeom>
        </p:spPr>
      </p:pic>
      <p:pic>
        <p:nvPicPr>
          <p:cNvPr id="5" name="Image 3" descr="preencoded.png"/>
          <p:cNvPicPr>
            <a:picLocks noChangeAspect="1"/>
          </p:cNvPicPr>
          <p:nvPr/>
        </p:nvPicPr>
        <p:blipFill>
          <a:blip r:embed="rId4"/>
          <a:stretch>
            <a:fillRect/>
          </a:stretch>
        </p:blipFill>
        <p:spPr>
          <a:xfrm>
            <a:off x="0" y="0"/>
            <a:ext cx="12192000" cy="6858000"/>
          </a:xfrm>
          <a:prstGeom prst="rect">
            <a:avLst/>
          </a:prstGeom>
        </p:spPr>
      </p:pic>
      <p:pic>
        <p:nvPicPr>
          <p:cNvPr id="6" name="Image 4" descr="preencoded.png"/>
          <p:cNvPicPr>
            <a:picLocks noChangeAspect="1"/>
          </p:cNvPicPr>
          <p:nvPr/>
        </p:nvPicPr>
        <p:blipFill>
          <a:blip r:embed="rId5"/>
          <a:stretch>
            <a:fillRect/>
          </a:stretch>
        </p:blipFill>
        <p:spPr>
          <a:xfrm>
            <a:off x="1397000" y="2044700"/>
            <a:ext cx="8318500" cy="1663700"/>
          </a:xfrm>
          <a:prstGeom prst="rect">
            <a:avLst/>
          </a:prstGeom>
        </p:spPr>
      </p:pic>
      <p:pic>
        <p:nvPicPr>
          <p:cNvPr id="7" name="Image 5" descr="preencoded.png"/>
          <p:cNvPicPr>
            <a:picLocks noChangeAspect="1"/>
          </p:cNvPicPr>
          <p:nvPr/>
        </p:nvPicPr>
        <p:blipFill>
          <a:blip r:embed="rId6"/>
          <a:stretch>
            <a:fillRect/>
          </a:stretch>
        </p:blipFill>
        <p:spPr>
          <a:xfrm>
            <a:off x="1397000" y="3568700"/>
            <a:ext cx="7734300" cy="317500"/>
          </a:xfrm>
          <a:prstGeom prst="rect">
            <a:avLst/>
          </a:prstGeom>
        </p:spPr>
      </p:pic>
      <p:pic>
        <p:nvPicPr>
          <p:cNvPr id="8" name="Image 6" descr="preencoded.png"/>
          <p:cNvPicPr>
            <a:picLocks noChangeAspect="1"/>
          </p:cNvPicPr>
          <p:nvPr/>
        </p:nvPicPr>
        <p:blipFill>
          <a:blip r:embed="rId7"/>
          <a:stretch>
            <a:fillRect/>
          </a:stretch>
        </p:blipFill>
        <p:spPr>
          <a:xfrm>
            <a:off x="1397000" y="5143500"/>
            <a:ext cx="4902200" cy="190500"/>
          </a:xfrm>
          <a:prstGeom prst="rect">
            <a:avLst/>
          </a:prstGeom>
        </p:spPr>
      </p:pic>
      <p:pic>
        <p:nvPicPr>
          <p:cNvPr id="9" name="Image 7" descr="preencoded.png"/>
          <p:cNvPicPr>
            <a:picLocks noChangeAspect="1"/>
          </p:cNvPicPr>
          <p:nvPr/>
        </p:nvPicPr>
        <p:blipFill>
          <a:blip r:embed="rId8"/>
          <a:stretch>
            <a:fillRect/>
          </a:stretch>
        </p:blipFill>
        <p:spPr>
          <a:xfrm>
            <a:off x="1536700" y="4254500"/>
            <a:ext cx="711200" cy="76200"/>
          </a:xfrm>
          <a:prstGeom prst="rect">
            <a:avLst/>
          </a:prstGeom>
        </p:spPr>
      </p:pic>
      <p:sp>
        <p:nvSpPr>
          <p:cNvPr id="10" name="Text 0"/>
          <p:cNvSpPr/>
          <p:nvPr/>
        </p:nvSpPr>
        <p:spPr>
          <a:xfrm>
            <a:off x="1460500" y="2082800"/>
            <a:ext cx="9436100" cy="603448"/>
          </a:xfrm>
          <a:prstGeom prst="rect">
            <a:avLst/>
          </a:prstGeom>
          <a:noFill/>
        </p:spPr>
        <p:txBody>
          <a:bodyPr vert="horz" wrap="square" lIns="0" tIns="0" rIns="0" bIns="0" rtlCol="0" anchor="t"/>
          <a:lstStyle/>
          <a:p>
            <a:pPr marL="0" indent="0" algn="l">
              <a:lnSpc>
                <a:spcPts val="4750"/>
              </a:lnSpc>
              <a:buNone/>
            </a:pPr>
            <a:r>
              <a:rPr lang="en-US" sz="4400" b="1" dirty="0">
                <a:solidFill>
                  <a:srgbClr val="FFFFFF"/>
                </a:solidFill>
                <a:latin typeface="Poppins_Bold" pitchFamily="34" charset="0"/>
                <a:ea typeface="Poppins_Bold" pitchFamily="34" charset="-122"/>
                <a:cs typeface="Poppins_Bold" pitchFamily="34" charset="-120"/>
              </a:rPr>
              <a:t>LLM Fundamentals &amp;</a:t>
            </a:r>
            <a:endParaRPr lang="en-US" sz="4400" dirty="0"/>
          </a:p>
        </p:txBody>
      </p:sp>
      <p:sp>
        <p:nvSpPr>
          <p:cNvPr id="11" name="Text 1"/>
          <p:cNvSpPr/>
          <p:nvPr/>
        </p:nvSpPr>
        <p:spPr>
          <a:xfrm>
            <a:off x="1460500" y="2686249"/>
            <a:ext cx="9436100" cy="603448"/>
          </a:xfrm>
          <a:prstGeom prst="rect">
            <a:avLst/>
          </a:prstGeom>
          <a:noFill/>
        </p:spPr>
        <p:txBody>
          <a:bodyPr vert="horz" wrap="square" lIns="0" tIns="0" rIns="0" bIns="0" rtlCol="0" anchor="t"/>
          <a:lstStyle/>
          <a:p>
            <a:pPr marL="0" indent="0" algn="l">
              <a:lnSpc>
                <a:spcPts val="4750"/>
              </a:lnSpc>
              <a:buNone/>
            </a:pPr>
            <a:r>
              <a:rPr lang="en-US" sz="4400" b="1" dirty="0">
                <a:solidFill>
                  <a:srgbClr val="FFFFFF"/>
                </a:solidFill>
                <a:latin typeface="Poppins_Bold" pitchFamily="34" charset="0"/>
                <a:ea typeface="Poppins_Bold" pitchFamily="34" charset="-122"/>
                <a:cs typeface="Poppins_Bold" pitchFamily="34" charset="-120"/>
              </a:rPr>
              <a:t>LLM Core Skills</a:t>
            </a:r>
            <a:endParaRPr lang="en-US" sz="4400" dirty="0"/>
          </a:p>
        </p:txBody>
      </p:sp>
      <p:sp>
        <p:nvSpPr>
          <p:cNvPr id="12" name="Text 2"/>
          <p:cNvSpPr/>
          <p:nvPr/>
        </p:nvSpPr>
        <p:spPr>
          <a:xfrm>
            <a:off x="1460500" y="3606800"/>
            <a:ext cx="12687300" cy="259556"/>
          </a:xfrm>
          <a:prstGeom prst="rect">
            <a:avLst/>
          </a:prstGeom>
          <a:noFill/>
        </p:spPr>
        <p:txBody>
          <a:bodyPr vert="horz" wrap="square" lIns="0" tIns="0" rIns="0" bIns="0" rtlCol="0" anchor="t"/>
          <a:lstStyle/>
          <a:p>
            <a:pPr marL="0" indent="0" algn="l">
              <a:lnSpc>
                <a:spcPts val="1945"/>
              </a:lnSpc>
              <a:buNone/>
            </a:pPr>
            <a:r>
              <a:rPr lang="en-US" sz="1800" b="1" dirty="0">
                <a:solidFill>
                  <a:srgbClr val="FFFFFF"/>
                </a:solidFill>
                <a:latin typeface="Poppins_Bold" pitchFamily="34" charset="0"/>
                <a:ea typeface="Poppins_Bold" pitchFamily="34" charset="-122"/>
                <a:cs typeface="Poppins_Bold" pitchFamily="34" charset="-120"/>
              </a:rPr>
              <a:t>• Core Architecture · Strategic Prompting · AI Applications</a:t>
            </a:r>
            <a:endParaRPr lang="en-US" sz="1800" dirty="0"/>
          </a:p>
        </p:txBody>
      </p:sp>
      <p:sp>
        <p:nvSpPr>
          <p:cNvPr id="13" name="Text 3"/>
          <p:cNvSpPr/>
          <p:nvPr/>
        </p:nvSpPr>
        <p:spPr>
          <a:xfrm>
            <a:off x="1460500" y="5181600"/>
            <a:ext cx="10572750" cy="191889"/>
          </a:xfrm>
          <a:prstGeom prst="rect">
            <a:avLst/>
          </a:prstGeom>
          <a:noFill/>
        </p:spPr>
        <p:txBody>
          <a:bodyPr vert="horz" wrap="square" lIns="0" tIns="0" rIns="0" bIns="0" rtlCol="0" anchor="t"/>
          <a:lstStyle/>
          <a:p>
            <a:pPr marL="0" indent="0" algn="l">
              <a:lnSpc>
                <a:spcPts val="1510"/>
              </a:lnSpc>
              <a:buNone/>
            </a:pPr>
            <a:r>
              <a:rPr lang="en-US" sz="1400" dirty="0">
                <a:solidFill>
                  <a:srgbClr val="FFFFFF"/>
                </a:solidFill>
                <a:latin typeface="Outfit" pitchFamily="34" charset="0"/>
                <a:ea typeface="Outfit" pitchFamily="34" charset="-122"/>
                <a:cs typeface="Outfit" pitchFamily="34" charset="-120"/>
              </a:rPr>
              <a:t>3-Hour Course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2"/>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3"/>
          <a:stretch>
            <a:fillRect/>
          </a:stretch>
        </p:blipFill>
        <p:spPr>
          <a:xfrm>
            <a:off x="0" y="0"/>
            <a:ext cx="12192000" cy="6858000"/>
          </a:xfrm>
          <a:prstGeom prst="rect">
            <a:avLst/>
          </a:prstGeom>
        </p:spPr>
      </p:pic>
      <p:pic>
        <p:nvPicPr>
          <p:cNvPr id="5" name="Image 3" descr="preencoded.png"/>
          <p:cNvPicPr>
            <a:picLocks noChangeAspect="1"/>
          </p:cNvPicPr>
          <p:nvPr/>
        </p:nvPicPr>
        <p:blipFill>
          <a:blip r:embed="rId4"/>
          <a:stretch>
            <a:fillRect/>
          </a:stretch>
        </p:blipFill>
        <p:spPr>
          <a:xfrm>
            <a:off x="19050" y="0"/>
            <a:ext cx="12192000" cy="6858000"/>
          </a:xfrm>
          <a:prstGeom prst="rect">
            <a:avLst/>
          </a:prstGeom>
        </p:spPr>
      </p:pic>
      <p:pic>
        <p:nvPicPr>
          <p:cNvPr id="6" name="Image 4" descr="preencoded.png"/>
          <p:cNvPicPr>
            <a:picLocks noChangeAspect="1"/>
          </p:cNvPicPr>
          <p:nvPr>
            <p:custDataLst>
              <p:tags r:id="rId5"/>
            </p:custDataLst>
          </p:nvPr>
        </p:nvPicPr>
        <p:blipFill>
          <a:blip r:embed="rId6"/>
          <a:stretch>
            <a:fillRect/>
          </a:stretch>
        </p:blipFill>
        <p:spPr>
          <a:xfrm>
            <a:off x="2768600" y="3378200"/>
            <a:ext cx="2781300" cy="660400"/>
          </a:xfrm>
          <a:prstGeom prst="rect">
            <a:avLst/>
          </a:prstGeom>
        </p:spPr>
      </p:pic>
      <p:pic>
        <p:nvPicPr>
          <p:cNvPr id="7" name="Image 5" descr="preencoded.png"/>
          <p:cNvPicPr>
            <a:picLocks noChangeAspect="1"/>
          </p:cNvPicPr>
          <p:nvPr>
            <p:custDataLst>
              <p:tags r:id="rId7"/>
            </p:custDataLst>
          </p:nvPr>
        </p:nvPicPr>
        <p:blipFill>
          <a:blip r:embed="rId8"/>
          <a:stretch>
            <a:fillRect/>
          </a:stretch>
        </p:blipFill>
        <p:spPr>
          <a:xfrm>
            <a:off x="2171700" y="3327400"/>
            <a:ext cx="546100" cy="495300"/>
          </a:xfrm>
          <a:prstGeom prst="rect">
            <a:avLst/>
          </a:prstGeom>
        </p:spPr>
      </p:pic>
      <p:pic>
        <p:nvPicPr>
          <p:cNvPr id="8" name="Image 6" descr="preencoded.png"/>
          <p:cNvPicPr>
            <a:picLocks noChangeAspect="1"/>
          </p:cNvPicPr>
          <p:nvPr>
            <p:custDataLst>
              <p:tags r:id="rId9"/>
            </p:custDataLst>
          </p:nvPr>
        </p:nvPicPr>
        <p:blipFill>
          <a:blip r:embed="rId10"/>
          <a:stretch>
            <a:fillRect/>
          </a:stretch>
        </p:blipFill>
        <p:spPr>
          <a:xfrm>
            <a:off x="7137400" y="3378200"/>
            <a:ext cx="2908300" cy="368300"/>
          </a:xfrm>
          <a:prstGeom prst="rect">
            <a:avLst/>
          </a:prstGeom>
        </p:spPr>
      </p:pic>
      <p:pic>
        <p:nvPicPr>
          <p:cNvPr id="9" name="Image 7" descr="preencoded.png"/>
          <p:cNvPicPr>
            <a:picLocks noChangeAspect="1"/>
          </p:cNvPicPr>
          <p:nvPr>
            <p:custDataLst>
              <p:tags r:id="rId11"/>
            </p:custDataLst>
          </p:nvPr>
        </p:nvPicPr>
        <p:blipFill>
          <a:blip r:embed="rId12"/>
          <a:stretch>
            <a:fillRect/>
          </a:stretch>
        </p:blipFill>
        <p:spPr>
          <a:xfrm>
            <a:off x="6477000" y="3327400"/>
            <a:ext cx="660400" cy="495300"/>
          </a:xfrm>
          <a:prstGeom prst="rect">
            <a:avLst/>
          </a:prstGeom>
        </p:spPr>
      </p:pic>
      <p:pic>
        <p:nvPicPr>
          <p:cNvPr id="10" name="Image 8" descr="preencoded.png"/>
          <p:cNvPicPr>
            <a:picLocks noChangeAspect="1"/>
          </p:cNvPicPr>
          <p:nvPr>
            <p:custDataLst>
              <p:tags r:id="rId13"/>
            </p:custDataLst>
          </p:nvPr>
        </p:nvPicPr>
        <p:blipFill>
          <a:blip r:embed="rId6"/>
          <a:stretch>
            <a:fillRect/>
          </a:stretch>
        </p:blipFill>
        <p:spPr>
          <a:xfrm>
            <a:off x="2768600" y="4584700"/>
            <a:ext cx="2781300" cy="660400"/>
          </a:xfrm>
          <a:prstGeom prst="rect">
            <a:avLst/>
          </a:prstGeom>
        </p:spPr>
      </p:pic>
      <p:pic>
        <p:nvPicPr>
          <p:cNvPr id="11" name="Image 9" descr="preencoded.png"/>
          <p:cNvPicPr>
            <a:picLocks noChangeAspect="1"/>
          </p:cNvPicPr>
          <p:nvPr>
            <p:custDataLst>
              <p:tags r:id="rId14"/>
            </p:custDataLst>
          </p:nvPr>
        </p:nvPicPr>
        <p:blipFill>
          <a:blip r:embed="rId12"/>
          <a:stretch>
            <a:fillRect/>
          </a:stretch>
        </p:blipFill>
        <p:spPr>
          <a:xfrm>
            <a:off x="2171700" y="4533900"/>
            <a:ext cx="660400" cy="495300"/>
          </a:xfrm>
          <a:prstGeom prst="rect">
            <a:avLst/>
          </a:prstGeom>
        </p:spPr>
      </p:pic>
      <p:pic>
        <p:nvPicPr>
          <p:cNvPr id="12" name="Image 10" descr="preencoded.png"/>
          <p:cNvPicPr>
            <a:picLocks noChangeAspect="1"/>
          </p:cNvPicPr>
          <p:nvPr>
            <p:custDataLst>
              <p:tags r:id="rId15"/>
            </p:custDataLst>
          </p:nvPr>
        </p:nvPicPr>
        <p:blipFill>
          <a:blip r:embed="rId16"/>
          <a:stretch>
            <a:fillRect/>
          </a:stretch>
        </p:blipFill>
        <p:spPr>
          <a:xfrm>
            <a:off x="7137400" y="4584700"/>
            <a:ext cx="2882900" cy="660400"/>
          </a:xfrm>
          <a:prstGeom prst="rect">
            <a:avLst/>
          </a:prstGeom>
        </p:spPr>
      </p:pic>
      <p:pic>
        <p:nvPicPr>
          <p:cNvPr id="13" name="Image 11" descr="preencoded.png"/>
          <p:cNvPicPr>
            <a:picLocks noChangeAspect="1"/>
          </p:cNvPicPr>
          <p:nvPr>
            <p:custDataLst>
              <p:tags r:id="rId17"/>
            </p:custDataLst>
          </p:nvPr>
        </p:nvPicPr>
        <p:blipFill>
          <a:blip r:embed="rId12"/>
          <a:stretch>
            <a:fillRect/>
          </a:stretch>
        </p:blipFill>
        <p:spPr>
          <a:xfrm>
            <a:off x="6477000" y="4533900"/>
            <a:ext cx="660400" cy="495300"/>
          </a:xfrm>
          <a:prstGeom prst="rect">
            <a:avLst/>
          </a:prstGeom>
        </p:spPr>
      </p:pic>
      <p:pic>
        <p:nvPicPr>
          <p:cNvPr id="14" name="Image 12" descr="preencoded.png"/>
          <p:cNvPicPr>
            <a:picLocks noChangeAspect="1"/>
          </p:cNvPicPr>
          <p:nvPr/>
        </p:nvPicPr>
        <p:blipFill>
          <a:blip r:embed="rId18"/>
          <a:stretch>
            <a:fillRect/>
          </a:stretch>
        </p:blipFill>
        <p:spPr>
          <a:xfrm>
            <a:off x="2603500" y="977900"/>
            <a:ext cx="6985000" cy="1028700"/>
          </a:xfrm>
          <a:prstGeom prst="rect">
            <a:avLst/>
          </a:prstGeom>
        </p:spPr>
      </p:pic>
      <p:sp>
        <p:nvSpPr>
          <p:cNvPr id="15" name="Text 0"/>
          <p:cNvSpPr/>
          <p:nvPr>
            <p:custDataLst>
              <p:tags r:id="rId19"/>
            </p:custDataLst>
          </p:nvPr>
        </p:nvSpPr>
        <p:spPr>
          <a:xfrm>
            <a:off x="2832100" y="3562152"/>
            <a:ext cx="3810000" cy="292497"/>
          </a:xfrm>
          <a:prstGeom prst="rect">
            <a:avLst/>
          </a:prstGeom>
          <a:noFill/>
        </p:spPr>
        <p:txBody>
          <a:bodyPr vert="horz" wrap="square" lIns="0" tIns="0" rIns="0" bIns="0" rtlCol="0" anchor="t"/>
          <a:lstStyle/>
          <a:p>
            <a:pPr marL="0" indent="0" algn="l">
              <a:lnSpc>
                <a:spcPts val="2305"/>
              </a:lnSpc>
              <a:buNone/>
            </a:pPr>
            <a:r>
              <a:rPr lang="en-US" sz="1600" dirty="0">
                <a:solidFill>
                  <a:srgbClr val="FFFFFF"/>
                </a:solidFill>
                <a:latin typeface="Outfit" pitchFamily="34" charset="0"/>
                <a:ea typeface="Outfit" pitchFamily="34" charset="-122"/>
                <a:cs typeface="Outfit" pitchFamily="34" charset="-120"/>
              </a:rPr>
              <a:t>Transformer</a:t>
            </a:r>
            <a:endParaRPr lang="en-US" sz="1600" dirty="0"/>
          </a:p>
        </p:txBody>
      </p:sp>
      <p:sp>
        <p:nvSpPr>
          <p:cNvPr id="16" name="Text 1"/>
          <p:cNvSpPr/>
          <p:nvPr>
            <p:custDataLst>
              <p:tags r:id="rId20"/>
            </p:custDataLst>
          </p:nvPr>
        </p:nvSpPr>
        <p:spPr>
          <a:xfrm>
            <a:off x="2235200" y="3501728"/>
            <a:ext cx="533400" cy="438745"/>
          </a:xfrm>
          <a:prstGeom prst="rect">
            <a:avLst/>
          </a:prstGeom>
          <a:noFill/>
        </p:spPr>
        <p:txBody>
          <a:bodyPr vert="horz" wrap="square" lIns="0" tIns="0" rIns="0" bIns="0" rtlCol="0" anchor="t"/>
          <a:lstStyle/>
          <a:p>
            <a:pPr marL="0" indent="0" algn="l">
              <a:lnSpc>
                <a:spcPts val="3455"/>
              </a:lnSpc>
              <a:buNone/>
            </a:pPr>
            <a:r>
              <a:rPr lang="en-US" sz="2400" b="1" dirty="0">
                <a:solidFill>
                  <a:srgbClr val="00AACF"/>
                </a:solidFill>
                <a:latin typeface="Outfit" pitchFamily="34" charset="0"/>
                <a:ea typeface="Outfit" pitchFamily="34" charset="-122"/>
                <a:cs typeface="Outfit" pitchFamily="34" charset="-120"/>
              </a:rPr>
              <a:t>01</a:t>
            </a:r>
            <a:endParaRPr lang="en-US" sz="2400" dirty="0"/>
          </a:p>
        </p:txBody>
      </p:sp>
      <p:sp>
        <p:nvSpPr>
          <p:cNvPr id="17" name="Text 2"/>
          <p:cNvSpPr/>
          <p:nvPr>
            <p:custDataLst>
              <p:tags r:id="rId21"/>
            </p:custDataLst>
          </p:nvPr>
        </p:nvSpPr>
        <p:spPr>
          <a:xfrm>
            <a:off x="7200900" y="3473252"/>
            <a:ext cx="3810000" cy="292497"/>
          </a:xfrm>
          <a:prstGeom prst="rect">
            <a:avLst/>
          </a:prstGeom>
          <a:noFill/>
        </p:spPr>
        <p:txBody>
          <a:bodyPr vert="horz" wrap="square" lIns="0" tIns="0" rIns="0" bIns="0" rtlCol="0" anchor="t"/>
          <a:lstStyle/>
          <a:p>
            <a:pPr marL="0" indent="0" algn="l">
              <a:lnSpc>
                <a:spcPts val="2305"/>
              </a:lnSpc>
              <a:buNone/>
            </a:pPr>
            <a:r>
              <a:rPr lang="en-US" sz="1600" dirty="0">
                <a:solidFill>
                  <a:srgbClr val="FFFFFF"/>
                </a:solidFill>
                <a:latin typeface="Outfit" pitchFamily="34" charset="0"/>
                <a:ea typeface="Outfit" pitchFamily="34" charset="-122"/>
                <a:cs typeface="Outfit" pitchFamily="34" charset="-120"/>
              </a:rPr>
              <a:t>Transformer Architecture</a:t>
            </a:r>
            <a:endParaRPr lang="en-US" sz="1600" dirty="0"/>
          </a:p>
        </p:txBody>
      </p:sp>
      <p:sp>
        <p:nvSpPr>
          <p:cNvPr id="18" name="Text 3"/>
          <p:cNvSpPr/>
          <p:nvPr>
            <p:custDataLst>
              <p:tags r:id="rId22"/>
            </p:custDataLst>
          </p:nvPr>
        </p:nvSpPr>
        <p:spPr>
          <a:xfrm>
            <a:off x="6540500" y="3355677"/>
            <a:ext cx="533400" cy="438745"/>
          </a:xfrm>
          <a:prstGeom prst="rect">
            <a:avLst/>
          </a:prstGeom>
          <a:noFill/>
        </p:spPr>
        <p:txBody>
          <a:bodyPr vert="horz" wrap="square" lIns="0" tIns="0" rIns="0" bIns="0" rtlCol="0" anchor="t"/>
          <a:lstStyle/>
          <a:p>
            <a:pPr marL="0" indent="0" algn="l">
              <a:lnSpc>
                <a:spcPts val="3455"/>
              </a:lnSpc>
              <a:buNone/>
            </a:pPr>
            <a:r>
              <a:rPr lang="en-US" sz="2400" b="1" dirty="0">
                <a:solidFill>
                  <a:srgbClr val="57EFE9"/>
                </a:solidFill>
                <a:latin typeface="Outfit" pitchFamily="34" charset="0"/>
                <a:ea typeface="Outfit" pitchFamily="34" charset="-122"/>
                <a:cs typeface="Outfit" pitchFamily="34" charset="-120"/>
              </a:rPr>
              <a:t>02</a:t>
            </a:r>
            <a:endParaRPr lang="en-US" sz="2400" dirty="0"/>
          </a:p>
        </p:txBody>
      </p:sp>
      <p:sp>
        <p:nvSpPr>
          <p:cNvPr id="19" name="Text 4"/>
          <p:cNvSpPr/>
          <p:nvPr>
            <p:custDataLst>
              <p:tags r:id="rId23"/>
            </p:custDataLst>
          </p:nvPr>
        </p:nvSpPr>
        <p:spPr>
          <a:xfrm>
            <a:off x="2832100" y="4768652"/>
            <a:ext cx="3810000" cy="292497"/>
          </a:xfrm>
          <a:prstGeom prst="rect">
            <a:avLst/>
          </a:prstGeom>
          <a:noFill/>
        </p:spPr>
        <p:txBody>
          <a:bodyPr vert="horz" wrap="square" lIns="0" tIns="0" rIns="0" bIns="0" rtlCol="0" anchor="t"/>
          <a:lstStyle/>
          <a:p>
            <a:pPr marL="0" indent="0" algn="l">
              <a:lnSpc>
                <a:spcPts val="2305"/>
              </a:lnSpc>
              <a:buNone/>
            </a:pPr>
            <a:r>
              <a:rPr lang="en-US" sz="1600" dirty="0">
                <a:solidFill>
                  <a:srgbClr val="FFFFFF"/>
                </a:solidFill>
                <a:latin typeface="Outfit" pitchFamily="34" charset="0"/>
                <a:ea typeface="Outfit" pitchFamily="34" charset="-122"/>
                <a:cs typeface="Outfit" pitchFamily="34" charset="-120"/>
                <a:sym typeface="+mn-ea"/>
              </a:rPr>
              <a:t>Prompt Engineering</a:t>
            </a:r>
            <a:endParaRPr lang="en-US" sz="1600" dirty="0"/>
          </a:p>
        </p:txBody>
      </p:sp>
      <p:sp>
        <p:nvSpPr>
          <p:cNvPr id="20" name="Text 5"/>
          <p:cNvSpPr/>
          <p:nvPr>
            <p:custDataLst>
              <p:tags r:id="rId24"/>
            </p:custDataLst>
          </p:nvPr>
        </p:nvSpPr>
        <p:spPr>
          <a:xfrm>
            <a:off x="2235200" y="4562177"/>
            <a:ext cx="533400" cy="438745"/>
          </a:xfrm>
          <a:prstGeom prst="rect">
            <a:avLst/>
          </a:prstGeom>
          <a:noFill/>
        </p:spPr>
        <p:txBody>
          <a:bodyPr vert="horz" wrap="square" lIns="0" tIns="0" rIns="0" bIns="0" rtlCol="0" anchor="t"/>
          <a:lstStyle/>
          <a:p>
            <a:pPr marL="0" indent="0" algn="l">
              <a:lnSpc>
                <a:spcPts val="3455"/>
              </a:lnSpc>
              <a:buNone/>
            </a:pPr>
            <a:r>
              <a:rPr lang="en-US" sz="2400" b="1" dirty="0">
                <a:solidFill>
                  <a:srgbClr val="A4EC98"/>
                </a:solidFill>
                <a:latin typeface="Outfit" pitchFamily="34" charset="0"/>
                <a:ea typeface="Outfit" pitchFamily="34" charset="-122"/>
                <a:cs typeface="Outfit" pitchFamily="34" charset="-120"/>
              </a:rPr>
              <a:t>03</a:t>
            </a:r>
            <a:endParaRPr lang="en-US" sz="2400" dirty="0"/>
          </a:p>
        </p:txBody>
      </p:sp>
      <p:sp>
        <p:nvSpPr>
          <p:cNvPr id="21" name="Text 6"/>
          <p:cNvSpPr/>
          <p:nvPr>
            <p:custDataLst>
              <p:tags r:id="rId25"/>
            </p:custDataLst>
          </p:nvPr>
        </p:nvSpPr>
        <p:spPr>
          <a:xfrm>
            <a:off x="7200900" y="4768652"/>
            <a:ext cx="3810000" cy="292497"/>
          </a:xfrm>
          <a:prstGeom prst="rect">
            <a:avLst/>
          </a:prstGeom>
          <a:noFill/>
        </p:spPr>
        <p:txBody>
          <a:bodyPr vert="horz" wrap="square" lIns="0" tIns="0" rIns="0" bIns="0" rtlCol="0" anchor="t"/>
          <a:lstStyle/>
          <a:p>
            <a:pPr marL="0" indent="0" algn="l">
              <a:lnSpc>
                <a:spcPts val="2305"/>
              </a:lnSpc>
              <a:buNone/>
            </a:pPr>
            <a:r>
              <a:rPr lang="en-US" sz="1600" dirty="0">
                <a:solidFill>
                  <a:srgbClr val="FFFFFF"/>
                </a:solidFill>
                <a:latin typeface="Outfit" pitchFamily="34" charset="0"/>
                <a:ea typeface="Outfit" pitchFamily="34" charset="-122"/>
                <a:cs typeface="Outfit" pitchFamily="34" charset="-120"/>
              </a:rPr>
              <a:t>Output Parser</a:t>
            </a:r>
            <a:endParaRPr lang="en-US" sz="1600" dirty="0"/>
          </a:p>
        </p:txBody>
      </p:sp>
      <p:sp>
        <p:nvSpPr>
          <p:cNvPr id="22" name="Text 7"/>
          <p:cNvSpPr/>
          <p:nvPr>
            <p:custDataLst>
              <p:tags r:id="rId26"/>
            </p:custDataLst>
          </p:nvPr>
        </p:nvSpPr>
        <p:spPr>
          <a:xfrm>
            <a:off x="6540500" y="4562177"/>
            <a:ext cx="685800" cy="438745"/>
          </a:xfrm>
          <a:prstGeom prst="rect">
            <a:avLst/>
          </a:prstGeom>
          <a:noFill/>
        </p:spPr>
        <p:txBody>
          <a:bodyPr vert="horz" wrap="square" lIns="0" tIns="0" rIns="0" bIns="0" rtlCol="0" anchor="t"/>
          <a:lstStyle/>
          <a:p>
            <a:pPr marL="0" indent="0" algn="l">
              <a:lnSpc>
                <a:spcPts val="3455"/>
              </a:lnSpc>
              <a:buNone/>
            </a:pPr>
            <a:r>
              <a:rPr lang="en-US" sz="2400" b="1" dirty="0">
                <a:solidFill>
                  <a:srgbClr val="D3F87B"/>
                </a:solidFill>
                <a:latin typeface="Outfit" pitchFamily="34" charset="0"/>
                <a:ea typeface="Outfit" pitchFamily="34" charset="-122"/>
                <a:cs typeface="Outfit" pitchFamily="34" charset="-120"/>
              </a:rPr>
              <a:t>04</a:t>
            </a:r>
            <a:endParaRPr lang="en-US" sz="2400" dirty="0"/>
          </a:p>
        </p:txBody>
      </p:sp>
      <p:sp>
        <p:nvSpPr>
          <p:cNvPr id="23" name="Text 8"/>
          <p:cNvSpPr/>
          <p:nvPr/>
        </p:nvSpPr>
        <p:spPr>
          <a:xfrm>
            <a:off x="1968500" y="1016000"/>
            <a:ext cx="8255000" cy="1031081"/>
          </a:xfrm>
          <a:prstGeom prst="rect">
            <a:avLst/>
          </a:prstGeom>
          <a:noFill/>
        </p:spPr>
        <p:txBody>
          <a:bodyPr vert="horz" wrap="square" lIns="0" tIns="0" rIns="0" bIns="0" rtlCol="0" anchor="t"/>
          <a:lstStyle/>
          <a:p>
            <a:pPr marL="0" indent="0" algn="ctr">
              <a:lnSpc>
                <a:spcPts val="7920"/>
              </a:lnSpc>
              <a:buNone/>
            </a:pPr>
            <a:r>
              <a:rPr lang="en-US" sz="5500" b="1" dirty="0">
                <a:solidFill>
                  <a:srgbClr val="FFFFFF"/>
                </a:solidFill>
                <a:latin typeface="Poppins_Bold" pitchFamily="34" charset="0"/>
                <a:ea typeface="Poppins_Bold" pitchFamily="34" charset="-122"/>
                <a:cs typeface="Poppins_Bold" pitchFamily="34" charset="-120"/>
              </a:rPr>
              <a:t>Concepts</a:t>
            </a:r>
            <a:endParaRPr lang="en-US" sz="5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2"/>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3"/>
          <a:stretch>
            <a:fillRect/>
          </a:stretch>
        </p:blipFill>
        <p:spPr>
          <a:xfrm>
            <a:off x="0" y="0"/>
            <a:ext cx="12192000" cy="6858000"/>
          </a:xfrm>
          <a:prstGeom prst="rect">
            <a:avLst/>
          </a:prstGeom>
        </p:spPr>
      </p:pic>
      <p:pic>
        <p:nvPicPr>
          <p:cNvPr id="5" name="Image 3" descr="preencoded.png"/>
          <p:cNvPicPr>
            <a:picLocks noChangeAspect="1"/>
          </p:cNvPicPr>
          <p:nvPr/>
        </p:nvPicPr>
        <p:blipFill>
          <a:blip r:embed="rId4"/>
          <a:stretch>
            <a:fillRect/>
          </a:stretch>
        </p:blipFill>
        <p:spPr>
          <a:xfrm>
            <a:off x="9525" y="0"/>
            <a:ext cx="12192000" cy="6858000"/>
          </a:xfrm>
          <a:prstGeom prst="rect">
            <a:avLst/>
          </a:prstGeom>
        </p:spPr>
      </p:pic>
      <p:pic>
        <p:nvPicPr>
          <p:cNvPr id="6" name="Image 4" descr="preencoded.png"/>
          <p:cNvPicPr>
            <a:picLocks noChangeAspect="1"/>
          </p:cNvPicPr>
          <p:nvPr/>
        </p:nvPicPr>
        <p:blipFill>
          <a:blip r:embed="rId5"/>
          <a:stretch>
            <a:fillRect/>
          </a:stretch>
        </p:blipFill>
        <p:spPr>
          <a:xfrm>
            <a:off x="6146800" y="1790700"/>
            <a:ext cx="5016500" cy="1625600"/>
          </a:xfrm>
          <a:prstGeom prst="rect">
            <a:avLst/>
          </a:prstGeom>
        </p:spPr>
      </p:pic>
      <p:pic>
        <p:nvPicPr>
          <p:cNvPr id="7" name="Image 5" descr="preencoded.png"/>
          <p:cNvPicPr>
            <a:picLocks noChangeAspect="1"/>
          </p:cNvPicPr>
          <p:nvPr/>
        </p:nvPicPr>
        <p:blipFill>
          <a:blip r:embed="rId6"/>
          <a:stretch>
            <a:fillRect/>
          </a:stretch>
        </p:blipFill>
        <p:spPr>
          <a:xfrm>
            <a:off x="6235700" y="1397000"/>
            <a:ext cx="5016500" cy="368300"/>
          </a:xfrm>
          <a:prstGeom prst="rect">
            <a:avLst/>
          </a:prstGeom>
        </p:spPr>
      </p:pic>
      <p:pic>
        <p:nvPicPr>
          <p:cNvPr id="8" name="Image 6" descr="preencoded.png"/>
          <p:cNvPicPr>
            <a:picLocks noChangeAspect="1"/>
          </p:cNvPicPr>
          <p:nvPr/>
        </p:nvPicPr>
        <p:blipFill>
          <a:blip r:embed="rId7"/>
          <a:stretch>
            <a:fillRect/>
          </a:stretch>
        </p:blipFill>
        <p:spPr>
          <a:xfrm>
            <a:off x="6146800" y="4330700"/>
            <a:ext cx="5016500" cy="1638300"/>
          </a:xfrm>
          <a:prstGeom prst="rect">
            <a:avLst/>
          </a:prstGeom>
        </p:spPr>
      </p:pic>
      <p:pic>
        <p:nvPicPr>
          <p:cNvPr id="9" name="Image 7" descr="preencoded.png"/>
          <p:cNvPicPr>
            <a:picLocks noChangeAspect="1"/>
          </p:cNvPicPr>
          <p:nvPr/>
        </p:nvPicPr>
        <p:blipFill>
          <a:blip r:embed="rId6"/>
          <a:stretch>
            <a:fillRect/>
          </a:stretch>
        </p:blipFill>
        <p:spPr>
          <a:xfrm>
            <a:off x="6235700" y="3937000"/>
            <a:ext cx="5016500" cy="368300"/>
          </a:xfrm>
          <a:prstGeom prst="rect">
            <a:avLst/>
          </a:prstGeom>
        </p:spPr>
      </p:pic>
      <p:pic>
        <p:nvPicPr>
          <p:cNvPr id="10" name="Image 8" descr="preencoded.png"/>
          <p:cNvPicPr>
            <a:picLocks noChangeAspect="1"/>
          </p:cNvPicPr>
          <p:nvPr/>
        </p:nvPicPr>
        <p:blipFill>
          <a:blip r:embed="rId8"/>
          <a:stretch>
            <a:fillRect/>
          </a:stretch>
        </p:blipFill>
        <p:spPr>
          <a:xfrm>
            <a:off x="977900" y="2387600"/>
            <a:ext cx="3975100" cy="1231900"/>
          </a:xfrm>
          <a:prstGeom prst="rect">
            <a:avLst/>
          </a:prstGeom>
        </p:spPr>
      </p:pic>
      <p:pic>
        <p:nvPicPr>
          <p:cNvPr id="11" name="Image 9" descr="preencoded.png"/>
          <p:cNvPicPr>
            <a:picLocks noChangeAspect="1"/>
          </p:cNvPicPr>
          <p:nvPr/>
        </p:nvPicPr>
        <p:blipFill>
          <a:blip r:embed="rId9"/>
          <a:stretch>
            <a:fillRect/>
          </a:stretch>
        </p:blipFill>
        <p:spPr>
          <a:xfrm>
            <a:off x="1028700" y="1993900"/>
            <a:ext cx="711200" cy="76200"/>
          </a:xfrm>
          <a:prstGeom prst="rect">
            <a:avLst/>
          </a:prstGeom>
        </p:spPr>
      </p:pic>
      <p:pic>
        <p:nvPicPr>
          <p:cNvPr id="12" name="Image 10" descr="preencoded.png"/>
          <p:cNvPicPr>
            <a:picLocks noChangeAspect="1"/>
          </p:cNvPicPr>
          <p:nvPr/>
        </p:nvPicPr>
        <p:blipFill>
          <a:blip r:embed="rId10"/>
          <a:stretch>
            <a:fillRect/>
          </a:stretch>
        </p:blipFill>
        <p:spPr>
          <a:xfrm>
            <a:off x="6134100" y="1536700"/>
            <a:ext cx="88900" cy="88900"/>
          </a:xfrm>
          <a:prstGeom prst="rect">
            <a:avLst/>
          </a:prstGeom>
        </p:spPr>
      </p:pic>
      <p:pic>
        <p:nvPicPr>
          <p:cNvPr id="13" name="Image 11" descr="preencoded.png"/>
          <p:cNvPicPr>
            <a:picLocks noChangeAspect="1"/>
          </p:cNvPicPr>
          <p:nvPr/>
        </p:nvPicPr>
        <p:blipFill>
          <a:blip r:embed="rId11"/>
          <a:stretch>
            <a:fillRect/>
          </a:stretch>
        </p:blipFill>
        <p:spPr>
          <a:xfrm>
            <a:off x="6134100" y="4089400"/>
            <a:ext cx="88900" cy="88900"/>
          </a:xfrm>
          <a:prstGeom prst="rect">
            <a:avLst/>
          </a:prstGeom>
        </p:spPr>
      </p:pic>
      <p:sp>
        <p:nvSpPr>
          <p:cNvPr id="14" name="Text 0"/>
          <p:cNvSpPr/>
          <p:nvPr/>
        </p:nvSpPr>
        <p:spPr>
          <a:xfrm>
            <a:off x="6210300" y="1828800"/>
            <a:ext cx="5359401" cy="1371600"/>
          </a:xfrm>
          <a:prstGeom prst="rect">
            <a:avLst/>
          </a:prstGeom>
          <a:noFill/>
        </p:spPr>
        <p:txBody>
          <a:bodyPr vert="horz" wrap="square" lIns="0" tIns="0" rIns="0" bIns="0" rtlCol="0" anchor="t"/>
          <a:lstStyle/>
          <a:p>
            <a:pPr marL="0" indent="0" algn="l">
              <a:lnSpc>
                <a:spcPct val="150000"/>
              </a:lnSpc>
              <a:buNone/>
            </a:pPr>
            <a:r>
              <a:rPr lang="en-US" altLang="en-US" sz="1600" dirty="0">
                <a:solidFill>
                  <a:schemeClr val="bg1"/>
                </a:solidFill>
                <a:latin typeface="Times New Roman" panose="02020603050405020304" charset="0"/>
                <a:cs typeface="Times New Roman" panose="02020603050405020304" charset="0"/>
              </a:rPr>
              <a:t>Transformers use attention mechanism which is Instead of reading the input text equally word by word in order, they look at the most important parts of the input and see how all words relate to each other. This helps the model better understand meaning</a:t>
            </a:r>
            <a:endParaRPr lang="en-US" altLang="en-US" sz="1600" dirty="0">
              <a:solidFill>
                <a:schemeClr val="bg1"/>
              </a:solidFill>
              <a:latin typeface="Times New Roman" panose="02020603050405020304" charset="0"/>
              <a:cs typeface="Times New Roman" panose="02020603050405020304" charset="0"/>
            </a:endParaRPr>
          </a:p>
        </p:txBody>
      </p:sp>
      <p:sp>
        <p:nvSpPr>
          <p:cNvPr id="15" name="Text 1"/>
          <p:cNvSpPr/>
          <p:nvPr/>
        </p:nvSpPr>
        <p:spPr>
          <a:xfrm>
            <a:off x="6299200" y="1435100"/>
            <a:ext cx="5734050" cy="274241"/>
          </a:xfrm>
          <a:prstGeom prst="rect">
            <a:avLst/>
          </a:prstGeom>
          <a:noFill/>
        </p:spPr>
        <p:txBody>
          <a:bodyPr vert="horz" wrap="square" lIns="0" tIns="0" rIns="0" bIns="0" rtlCol="0" anchor="t"/>
          <a:lstStyle/>
          <a:p>
            <a:pPr marL="0" indent="0" algn="l">
              <a:lnSpc>
                <a:spcPts val="2160"/>
              </a:lnSpc>
              <a:buNone/>
            </a:pPr>
            <a:r>
              <a:rPr lang="en-US" sz="1800" dirty="0">
                <a:solidFill>
                  <a:srgbClr val="56F0E8"/>
                </a:solidFill>
                <a:latin typeface="Outfit" pitchFamily="34" charset="0"/>
                <a:ea typeface="Outfit" pitchFamily="34" charset="-122"/>
                <a:cs typeface="Outfit" pitchFamily="34" charset="-120"/>
              </a:rPr>
              <a:t>The Modern Core</a:t>
            </a:r>
            <a:endParaRPr lang="en-US" sz="1800" dirty="0"/>
          </a:p>
        </p:txBody>
      </p:sp>
      <p:sp>
        <p:nvSpPr>
          <p:cNvPr id="16" name="Text 2"/>
          <p:cNvSpPr/>
          <p:nvPr/>
        </p:nvSpPr>
        <p:spPr>
          <a:xfrm>
            <a:off x="6210300" y="4381500"/>
            <a:ext cx="5325745" cy="641985"/>
          </a:xfrm>
          <a:prstGeom prst="rect">
            <a:avLst/>
          </a:prstGeom>
          <a:noFill/>
        </p:spPr>
        <p:txBody>
          <a:bodyPr vert="horz" wrap="square" lIns="0" tIns="0" rIns="0" bIns="0" rtlCol="0" anchor="t"/>
          <a:lstStyle/>
          <a:p>
            <a:pPr marL="0" indent="0" algn="l">
              <a:lnSpc>
                <a:spcPts val="1800"/>
              </a:lnSpc>
              <a:buNone/>
            </a:pPr>
            <a:r>
              <a:rPr lang="en-US" altLang="en-US" sz="1600" dirty="0">
                <a:solidFill>
                  <a:schemeClr val="bg1"/>
                </a:solidFill>
                <a:latin typeface="Times New Roman" panose="02020603050405020304" charset="0"/>
                <a:cs typeface="Times New Roman" panose="02020603050405020304" charset="0"/>
              </a:rPr>
              <a:t>Dynamic Weighting: The model decides which words are more important depending on the situation and the sentence.</a:t>
            </a:r>
            <a:endParaRPr lang="en-US" altLang="en-US" sz="1600" dirty="0">
              <a:solidFill>
                <a:schemeClr val="bg1"/>
              </a:solidFill>
              <a:latin typeface="Times New Roman" panose="02020603050405020304" charset="0"/>
              <a:cs typeface="Times New Roman" panose="02020603050405020304" charset="0"/>
            </a:endParaRPr>
          </a:p>
          <a:p>
            <a:pPr marL="0" indent="0" algn="l">
              <a:lnSpc>
                <a:spcPts val="1800"/>
              </a:lnSpc>
              <a:buNone/>
            </a:pPr>
            <a:endParaRPr lang="en-US" altLang="en-US" sz="1600" dirty="0">
              <a:solidFill>
                <a:schemeClr val="bg1"/>
              </a:solidFill>
              <a:latin typeface="Times New Roman" panose="02020603050405020304" charset="0"/>
              <a:cs typeface="Times New Roman" panose="02020603050405020304" charset="0"/>
            </a:endParaRPr>
          </a:p>
          <a:p>
            <a:pPr marL="0" indent="0" algn="l">
              <a:lnSpc>
                <a:spcPts val="1800"/>
              </a:lnSpc>
              <a:buNone/>
            </a:pPr>
            <a:r>
              <a:rPr lang="en-US" altLang="en-US" sz="1600" dirty="0">
                <a:solidFill>
                  <a:schemeClr val="bg1"/>
                </a:solidFill>
                <a:latin typeface="Times New Roman" panose="02020603050405020304" charset="0"/>
                <a:cs typeface="Times New Roman" panose="02020603050405020304" charset="0"/>
              </a:rPr>
              <a:t>Long-Range Dependencies: It can connect ideas even if the related words are far from each other in the text.</a:t>
            </a:r>
            <a:endParaRPr lang="en-US" altLang="en-US" sz="1600" dirty="0">
              <a:solidFill>
                <a:schemeClr val="bg1"/>
              </a:solidFill>
              <a:latin typeface="Times New Roman" panose="02020603050405020304" charset="0"/>
              <a:cs typeface="Times New Roman" panose="02020603050405020304" charset="0"/>
            </a:endParaRPr>
          </a:p>
          <a:p>
            <a:pPr marL="0" indent="0" algn="l">
              <a:lnSpc>
                <a:spcPts val="1800"/>
              </a:lnSpc>
              <a:buNone/>
            </a:pPr>
            <a:endParaRPr lang="en-US" altLang="en-US" sz="1400" dirty="0">
              <a:solidFill>
                <a:schemeClr val="bg1"/>
              </a:solidFill>
              <a:latin typeface="Times New Roman" panose="02020603050405020304" charset="0"/>
              <a:cs typeface="Times New Roman" panose="02020603050405020304" charset="0"/>
            </a:endParaRPr>
          </a:p>
          <a:p>
            <a:pPr marL="0" indent="0" algn="l">
              <a:lnSpc>
                <a:spcPts val="1800"/>
              </a:lnSpc>
              <a:buNone/>
            </a:pPr>
            <a:r>
              <a:rPr lang="en-US" altLang="en-US" sz="1600" dirty="0">
                <a:solidFill>
                  <a:schemeClr val="bg1"/>
                </a:solidFill>
                <a:latin typeface="Times New Roman" panose="02020603050405020304" charset="0"/>
                <a:cs typeface="Times New Roman" panose="02020603050405020304" charset="0"/>
              </a:rPr>
              <a:t>Context Representation: Words don’t have a fixed meaning, the model understands them based on the other words around them</a:t>
            </a:r>
            <a:r>
              <a:rPr lang="en-US" altLang="en-US" sz="1200" dirty="0">
                <a:solidFill>
                  <a:schemeClr val="bg1"/>
                </a:solidFill>
                <a:latin typeface="Times New Roman" panose="02020603050405020304" charset="0"/>
                <a:cs typeface="Times New Roman" panose="02020603050405020304" charset="0"/>
              </a:rPr>
              <a:t>.</a:t>
            </a:r>
            <a:endParaRPr lang="en-US" altLang="en-US" sz="1200" dirty="0">
              <a:solidFill>
                <a:schemeClr val="bg1"/>
              </a:solidFill>
              <a:latin typeface="Times New Roman" panose="02020603050405020304" charset="0"/>
              <a:cs typeface="Times New Roman" panose="02020603050405020304" charset="0"/>
            </a:endParaRPr>
          </a:p>
        </p:txBody>
      </p:sp>
      <p:sp>
        <p:nvSpPr>
          <p:cNvPr id="17" name="Text 3"/>
          <p:cNvSpPr/>
          <p:nvPr/>
        </p:nvSpPr>
        <p:spPr>
          <a:xfrm>
            <a:off x="3404235" y="5024120"/>
            <a:ext cx="2246630" cy="490220"/>
          </a:xfrm>
          <a:prstGeom prst="rect">
            <a:avLst/>
          </a:prstGeom>
          <a:noFill/>
        </p:spPr>
        <p:txBody>
          <a:bodyPr vert="horz" wrap="square" lIns="0" tIns="0" rIns="0" bIns="0" rtlCol="0" anchor="t"/>
          <a:lstStyle/>
          <a:p>
            <a:pPr marL="0" indent="0" algn="l">
              <a:lnSpc>
                <a:spcPts val="1800"/>
              </a:lnSpc>
              <a:buNone/>
            </a:pPr>
            <a:endParaRPr lang="en-US" sz="1200" dirty="0"/>
          </a:p>
        </p:txBody>
      </p:sp>
      <p:sp>
        <p:nvSpPr>
          <p:cNvPr id="18" name="Text 4"/>
          <p:cNvSpPr/>
          <p:nvPr/>
        </p:nvSpPr>
        <p:spPr>
          <a:xfrm flipV="1">
            <a:off x="6210300" y="6099175"/>
            <a:ext cx="4889500" cy="299085"/>
          </a:xfrm>
          <a:prstGeom prst="rect">
            <a:avLst/>
          </a:prstGeom>
          <a:noFill/>
        </p:spPr>
        <p:txBody>
          <a:bodyPr vert="horz" wrap="square" lIns="0" tIns="0" rIns="0" bIns="0" rtlCol="0" anchor="t"/>
          <a:lstStyle/>
          <a:p>
            <a:pPr marL="0" indent="0" algn="l">
              <a:lnSpc>
                <a:spcPts val="1800"/>
              </a:lnSpc>
              <a:buNone/>
            </a:pPr>
            <a:endParaRPr lang="en-US" sz="1200" dirty="0"/>
          </a:p>
        </p:txBody>
      </p:sp>
      <p:sp>
        <p:nvSpPr>
          <p:cNvPr id="19" name="Text 5"/>
          <p:cNvSpPr/>
          <p:nvPr/>
        </p:nvSpPr>
        <p:spPr>
          <a:xfrm>
            <a:off x="6299200" y="3975100"/>
            <a:ext cx="5734050" cy="274241"/>
          </a:xfrm>
          <a:prstGeom prst="rect">
            <a:avLst/>
          </a:prstGeom>
          <a:noFill/>
        </p:spPr>
        <p:txBody>
          <a:bodyPr vert="horz" wrap="square" lIns="0" tIns="0" rIns="0" bIns="0" rtlCol="0" anchor="t"/>
          <a:lstStyle/>
          <a:p>
            <a:pPr marL="0" indent="0" algn="l">
              <a:lnSpc>
                <a:spcPts val="2160"/>
              </a:lnSpc>
              <a:buNone/>
            </a:pPr>
            <a:r>
              <a:rPr lang="en-US" sz="1800" dirty="0">
                <a:solidFill>
                  <a:srgbClr val="D3F87B"/>
                </a:solidFill>
                <a:latin typeface="Outfit" pitchFamily="34" charset="0"/>
                <a:ea typeface="Outfit" pitchFamily="34" charset="-122"/>
                <a:cs typeface="Outfit" pitchFamily="34" charset="-120"/>
              </a:rPr>
              <a:t>Key Features</a:t>
            </a:r>
            <a:endParaRPr lang="en-US" sz="1800" dirty="0"/>
          </a:p>
        </p:txBody>
      </p:sp>
      <p:sp>
        <p:nvSpPr>
          <p:cNvPr id="20" name="Text 6"/>
          <p:cNvSpPr/>
          <p:nvPr/>
        </p:nvSpPr>
        <p:spPr>
          <a:xfrm>
            <a:off x="990600" y="2425700"/>
            <a:ext cx="4038600" cy="1195784"/>
          </a:xfrm>
          <a:prstGeom prst="rect">
            <a:avLst/>
          </a:prstGeom>
          <a:noFill/>
        </p:spPr>
        <p:txBody>
          <a:bodyPr vert="horz" wrap="square" lIns="0" tIns="0" rIns="0" bIns="0" rtlCol="0" anchor="t"/>
          <a:lstStyle/>
          <a:p>
            <a:pPr marL="0" indent="0" algn="l">
              <a:lnSpc>
                <a:spcPts val="4610"/>
              </a:lnSpc>
              <a:buNone/>
            </a:pPr>
            <a:r>
              <a:rPr lang="en-US" sz="3200" b="1" dirty="0">
                <a:solidFill>
                  <a:srgbClr val="FFFFFF"/>
                </a:solidFill>
                <a:latin typeface="Poppins_Bold" pitchFamily="34" charset="0"/>
                <a:ea typeface="Poppins_Bold" pitchFamily="34" charset="-122"/>
                <a:cs typeface="Poppins_Bold" pitchFamily="34" charset="-120"/>
              </a:rPr>
              <a:t>Transformer Model </a:t>
            </a:r>
            <a:endParaRPr lang="en-US" sz="3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2"/>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3"/>
          <a:stretch>
            <a:fillRect/>
          </a:stretch>
        </p:blipFill>
        <p:spPr>
          <a:xfrm>
            <a:off x="0" y="0"/>
            <a:ext cx="12192000" cy="6858000"/>
          </a:xfrm>
          <a:prstGeom prst="rect">
            <a:avLst/>
          </a:prstGeom>
        </p:spPr>
      </p:pic>
      <p:pic>
        <p:nvPicPr>
          <p:cNvPr id="5" name="Image 3" descr="preencoded.png"/>
          <p:cNvPicPr>
            <a:picLocks noChangeAspect="1"/>
          </p:cNvPicPr>
          <p:nvPr/>
        </p:nvPicPr>
        <p:blipFill>
          <a:blip r:embed="rId4"/>
          <a:stretch>
            <a:fillRect/>
          </a:stretch>
        </p:blipFill>
        <p:spPr>
          <a:xfrm>
            <a:off x="-9525" y="0"/>
            <a:ext cx="12192000" cy="6858000"/>
          </a:xfrm>
          <a:prstGeom prst="rect">
            <a:avLst/>
          </a:prstGeom>
        </p:spPr>
      </p:pic>
      <p:pic>
        <p:nvPicPr>
          <p:cNvPr id="6" name="Image 4" descr="preencoded.png"/>
          <p:cNvPicPr>
            <a:picLocks noChangeAspect="1"/>
          </p:cNvPicPr>
          <p:nvPr>
            <p:custDataLst>
              <p:tags r:id="rId5"/>
            </p:custDataLst>
          </p:nvPr>
        </p:nvPicPr>
        <p:blipFill>
          <a:blip r:embed="rId6"/>
          <a:stretch>
            <a:fillRect/>
          </a:stretch>
        </p:blipFill>
        <p:spPr>
          <a:xfrm>
            <a:off x="1308100" y="3759200"/>
            <a:ext cx="2400300" cy="292100"/>
          </a:xfrm>
          <a:prstGeom prst="rect">
            <a:avLst/>
          </a:prstGeom>
        </p:spPr>
      </p:pic>
      <p:pic>
        <p:nvPicPr>
          <p:cNvPr id="7" name="Image 5" descr="preencoded.png"/>
          <p:cNvPicPr>
            <a:picLocks noChangeAspect="1"/>
          </p:cNvPicPr>
          <p:nvPr>
            <p:custDataLst>
              <p:tags r:id="rId7"/>
            </p:custDataLst>
          </p:nvPr>
        </p:nvPicPr>
        <p:blipFill>
          <a:blip r:embed="rId8"/>
          <a:stretch>
            <a:fillRect/>
          </a:stretch>
        </p:blipFill>
        <p:spPr>
          <a:xfrm>
            <a:off x="1308100" y="2997200"/>
            <a:ext cx="2133600" cy="647700"/>
          </a:xfrm>
          <a:prstGeom prst="rect">
            <a:avLst/>
          </a:prstGeom>
        </p:spPr>
      </p:pic>
      <p:pic>
        <p:nvPicPr>
          <p:cNvPr id="8" name="Image 6" descr="preencoded.png"/>
          <p:cNvPicPr>
            <a:picLocks noChangeAspect="1"/>
          </p:cNvPicPr>
          <p:nvPr>
            <p:custDataLst>
              <p:tags r:id="rId9"/>
            </p:custDataLst>
          </p:nvPr>
        </p:nvPicPr>
        <p:blipFill>
          <a:blip r:embed="rId10"/>
          <a:stretch>
            <a:fillRect/>
          </a:stretch>
        </p:blipFill>
        <p:spPr>
          <a:xfrm>
            <a:off x="1308100" y="4165600"/>
            <a:ext cx="2324100" cy="2298700"/>
          </a:xfrm>
          <a:prstGeom prst="rect">
            <a:avLst/>
          </a:prstGeom>
        </p:spPr>
      </p:pic>
      <p:pic>
        <p:nvPicPr>
          <p:cNvPr id="9" name="Image 7" descr="preencoded.png"/>
          <p:cNvPicPr>
            <a:picLocks noChangeAspect="1"/>
          </p:cNvPicPr>
          <p:nvPr>
            <p:custDataLst>
              <p:tags r:id="rId11"/>
            </p:custDataLst>
          </p:nvPr>
        </p:nvPicPr>
        <p:blipFill>
          <a:blip r:embed="rId12"/>
          <a:stretch>
            <a:fillRect/>
          </a:stretch>
        </p:blipFill>
        <p:spPr>
          <a:xfrm>
            <a:off x="3964940" y="3759200"/>
            <a:ext cx="2311400" cy="292100"/>
          </a:xfrm>
          <a:prstGeom prst="rect">
            <a:avLst/>
          </a:prstGeom>
        </p:spPr>
      </p:pic>
      <p:pic>
        <p:nvPicPr>
          <p:cNvPr id="10" name="Image 8" descr="preencoded.png"/>
          <p:cNvPicPr>
            <a:picLocks noChangeAspect="1"/>
          </p:cNvPicPr>
          <p:nvPr>
            <p:custDataLst>
              <p:tags r:id="rId13"/>
            </p:custDataLst>
          </p:nvPr>
        </p:nvPicPr>
        <p:blipFill>
          <a:blip r:embed="rId8"/>
          <a:stretch>
            <a:fillRect/>
          </a:stretch>
        </p:blipFill>
        <p:spPr>
          <a:xfrm>
            <a:off x="3975100" y="2997200"/>
            <a:ext cx="2133600" cy="647700"/>
          </a:xfrm>
          <a:prstGeom prst="rect">
            <a:avLst/>
          </a:prstGeom>
        </p:spPr>
      </p:pic>
      <p:pic>
        <p:nvPicPr>
          <p:cNvPr id="11" name="Image 9" descr="preencoded.png"/>
          <p:cNvPicPr>
            <a:picLocks noChangeAspect="1"/>
          </p:cNvPicPr>
          <p:nvPr>
            <p:custDataLst>
              <p:tags r:id="rId14"/>
            </p:custDataLst>
          </p:nvPr>
        </p:nvPicPr>
        <p:blipFill>
          <a:blip r:embed="rId15"/>
          <a:stretch>
            <a:fillRect/>
          </a:stretch>
        </p:blipFill>
        <p:spPr>
          <a:xfrm>
            <a:off x="3975100" y="4165600"/>
            <a:ext cx="2311400" cy="2006600"/>
          </a:xfrm>
          <a:prstGeom prst="rect">
            <a:avLst/>
          </a:prstGeom>
        </p:spPr>
      </p:pic>
      <p:pic>
        <p:nvPicPr>
          <p:cNvPr id="12" name="Image 10" descr="preencoded.png"/>
          <p:cNvPicPr>
            <a:picLocks noChangeAspect="1"/>
          </p:cNvPicPr>
          <p:nvPr>
            <p:custDataLst>
              <p:tags r:id="rId16"/>
            </p:custDataLst>
          </p:nvPr>
        </p:nvPicPr>
        <p:blipFill>
          <a:blip r:embed="rId12"/>
          <a:stretch>
            <a:fillRect/>
          </a:stretch>
        </p:blipFill>
        <p:spPr>
          <a:xfrm>
            <a:off x="6642100" y="3759200"/>
            <a:ext cx="2311400" cy="292100"/>
          </a:xfrm>
          <a:prstGeom prst="rect">
            <a:avLst/>
          </a:prstGeom>
        </p:spPr>
      </p:pic>
      <p:pic>
        <p:nvPicPr>
          <p:cNvPr id="13" name="Image 11" descr="preencoded.png"/>
          <p:cNvPicPr>
            <a:picLocks noChangeAspect="1"/>
          </p:cNvPicPr>
          <p:nvPr>
            <p:custDataLst>
              <p:tags r:id="rId17"/>
            </p:custDataLst>
          </p:nvPr>
        </p:nvPicPr>
        <p:blipFill>
          <a:blip r:embed="rId8"/>
          <a:stretch>
            <a:fillRect/>
          </a:stretch>
        </p:blipFill>
        <p:spPr>
          <a:xfrm>
            <a:off x="6642100" y="2997200"/>
            <a:ext cx="2133600" cy="647700"/>
          </a:xfrm>
          <a:prstGeom prst="rect">
            <a:avLst/>
          </a:prstGeom>
        </p:spPr>
      </p:pic>
      <p:pic>
        <p:nvPicPr>
          <p:cNvPr id="14" name="Image 12" descr="preencoded.png"/>
          <p:cNvPicPr>
            <a:picLocks noChangeAspect="1"/>
          </p:cNvPicPr>
          <p:nvPr>
            <p:custDataLst>
              <p:tags r:id="rId18"/>
            </p:custDataLst>
          </p:nvPr>
        </p:nvPicPr>
        <p:blipFill>
          <a:blip r:embed="rId19"/>
          <a:stretch>
            <a:fillRect/>
          </a:stretch>
        </p:blipFill>
        <p:spPr>
          <a:xfrm>
            <a:off x="6642100" y="4165600"/>
            <a:ext cx="2298700" cy="1041400"/>
          </a:xfrm>
          <a:prstGeom prst="rect">
            <a:avLst/>
          </a:prstGeom>
        </p:spPr>
      </p:pic>
      <p:pic>
        <p:nvPicPr>
          <p:cNvPr id="15" name="Image 13" descr="preencoded.png"/>
          <p:cNvPicPr>
            <a:picLocks noChangeAspect="1"/>
          </p:cNvPicPr>
          <p:nvPr>
            <p:custDataLst>
              <p:tags r:id="rId20"/>
            </p:custDataLst>
          </p:nvPr>
        </p:nvPicPr>
        <p:blipFill>
          <a:blip r:embed="rId21"/>
          <a:stretch>
            <a:fillRect/>
          </a:stretch>
        </p:blipFill>
        <p:spPr>
          <a:xfrm>
            <a:off x="9144000" y="3378200"/>
            <a:ext cx="12700" cy="3606800"/>
          </a:xfrm>
          <a:prstGeom prst="rect">
            <a:avLst/>
          </a:prstGeom>
        </p:spPr>
      </p:pic>
      <p:pic>
        <p:nvPicPr>
          <p:cNvPr id="16" name="Image 14" descr="preencoded.png"/>
          <p:cNvPicPr>
            <a:picLocks noChangeAspect="1"/>
          </p:cNvPicPr>
          <p:nvPr>
            <p:custDataLst>
              <p:tags r:id="rId22"/>
            </p:custDataLst>
          </p:nvPr>
        </p:nvPicPr>
        <p:blipFill>
          <a:blip r:embed="rId23"/>
          <a:stretch>
            <a:fillRect/>
          </a:stretch>
        </p:blipFill>
        <p:spPr>
          <a:xfrm>
            <a:off x="9334500" y="3759200"/>
            <a:ext cx="2197101" cy="292100"/>
          </a:xfrm>
          <a:prstGeom prst="rect">
            <a:avLst/>
          </a:prstGeom>
        </p:spPr>
      </p:pic>
      <p:pic>
        <p:nvPicPr>
          <p:cNvPr id="17" name="Image 15" descr="preencoded.png"/>
          <p:cNvPicPr>
            <a:picLocks noChangeAspect="1"/>
          </p:cNvPicPr>
          <p:nvPr>
            <p:custDataLst>
              <p:tags r:id="rId24"/>
            </p:custDataLst>
          </p:nvPr>
        </p:nvPicPr>
        <p:blipFill>
          <a:blip r:embed="rId25"/>
          <a:stretch>
            <a:fillRect/>
          </a:stretch>
        </p:blipFill>
        <p:spPr>
          <a:xfrm>
            <a:off x="9334500" y="2997200"/>
            <a:ext cx="2120901" cy="647700"/>
          </a:xfrm>
          <a:prstGeom prst="rect">
            <a:avLst/>
          </a:prstGeom>
        </p:spPr>
      </p:pic>
      <p:pic>
        <p:nvPicPr>
          <p:cNvPr id="18" name="Image 16" descr="preencoded.png"/>
          <p:cNvPicPr>
            <a:picLocks noChangeAspect="1"/>
          </p:cNvPicPr>
          <p:nvPr>
            <p:custDataLst>
              <p:tags r:id="rId26"/>
            </p:custDataLst>
          </p:nvPr>
        </p:nvPicPr>
        <p:blipFill>
          <a:blip r:embed="rId27"/>
          <a:stretch>
            <a:fillRect/>
          </a:stretch>
        </p:blipFill>
        <p:spPr>
          <a:xfrm>
            <a:off x="9334500" y="4165600"/>
            <a:ext cx="2197101" cy="1625600"/>
          </a:xfrm>
          <a:prstGeom prst="rect">
            <a:avLst/>
          </a:prstGeom>
        </p:spPr>
      </p:pic>
      <p:pic>
        <p:nvPicPr>
          <p:cNvPr id="19" name="Image 17" descr="preencoded.png"/>
          <p:cNvPicPr>
            <a:picLocks noChangeAspect="1"/>
          </p:cNvPicPr>
          <p:nvPr>
            <p:custDataLst>
              <p:tags r:id="rId28"/>
            </p:custDataLst>
          </p:nvPr>
        </p:nvPicPr>
        <p:blipFill>
          <a:blip r:embed="rId29"/>
          <a:stretch>
            <a:fillRect/>
          </a:stretch>
        </p:blipFill>
        <p:spPr>
          <a:xfrm>
            <a:off x="6464300" y="3378200"/>
            <a:ext cx="12700" cy="3606800"/>
          </a:xfrm>
          <a:prstGeom prst="rect">
            <a:avLst/>
          </a:prstGeom>
        </p:spPr>
      </p:pic>
      <p:pic>
        <p:nvPicPr>
          <p:cNvPr id="20" name="Image 18" descr="preencoded.png"/>
          <p:cNvPicPr>
            <a:picLocks noChangeAspect="1"/>
          </p:cNvPicPr>
          <p:nvPr>
            <p:custDataLst>
              <p:tags r:id="rId30"/>
            </p:custDataLst>
          </p:nvPr>
        </p:nvPicPr>
        <p:blipFill>
          <a:blip r:embed="rId31"/>
          <a:stretch>
            <a:fillRect/>
          </a:stretch>
        </p:blipFill>
        <p:spPr>
          <a:xfrm>
            <a:off x="3810000" y="3378200"/>
            <a:ext cx="12700" cy="3606800"/>
          </a:xfrm>
          <a:prstGeom prst="rect">
            <a:avLst/>
          </a:prstGeom>
        </p:spPr>
      </p:pic>
      <p:pic>
        <p:nvPicPr>
          <p:cNvPr id="21" name="Image 19" descr="preencoded.png"/>
          <p:cNvPicPr>
            <a:picLocks noChangeAspect="1"/>
          </p:cNvPicPr>
          <p:nvPr>
            <p:custDataLst>
              <p:tags r:id="rId32"/>
            </p:custDataLst>
          </p:nvPr>
        </p:nvPicPr>
        <p:blipFill>
          <a:blip r:embed="rId33"/>
          <a:stretch>
            <a:fillRect/>
          </a:stretch>
        </p:blipFill>
        <p:spPr>
          <a:xfrm>
            <a:off x="1155700" y="3378200"/>
            <a:ext cx="12700" cy="3479800"/>
          </a:xfrm>
          <a:prstGeom prst="rect">
            <a:avLst/>
          </a:prstGeom>
        </p:spPr>
      </p:pic>
      <p:pic>
        <p:nvPicPr>
          <p:cNvPr id="22" name="Image 20" descr="preencoded.png"/>
          <p:cNvPicPr>
            <a:picLocks noChangeAspect="1"/>
          </p:cNvPicPr>
          <p:nvPr>
            <p:custDataLst>
              <p:tags r:id="rId34"/>
            </p:custDataLst>
          </p:nvPr>
        </p:nvPicPr>
        <p:blipFill>
          <a:blip r:embed="rId35"/>
          <a:stretch>
            <a:fillRect/>
          </a:stretch>
        </p:blipFill>
        <p:spPr>
          <a:xfrm>
            <a:off x="1117600" y="3302000"/>
            <a:ext cx="88900" cy="88900"/>
          </a:xfrm>
          <a:prstGeom prst="rect">
            <a:avLst/>
          </a:prstGeom>
        </p:spPr>
      </p:pic>
      <p:pic>
        <p:nvPicPr>
          <p:cNvPr id="23" name="Image 21" descr="preencoded.png"/>
          <p:cNvPicPr>
            <a:picLocks noChangeAspect="1"/>
          </p:cNvPicPr>
          <p:nvPr>
            <p:custDataLst>
              <p:tags r:id="rId36"/>
            </p:custDataLst>
          </p:nvPr>
        </p:nvPicPr>
        <p:blipFill>
          <a:blip r:embed="rId37"/>
          <a:stretch>
            <a:fillRect/>
          </a:stretch>
        </p:blipFill>
        <p:spPr>
          <a:xfrm>
            <a:off x="3759200" y="3302000"/>
            <a:ext cx="88900" cy="88900"/>
          </a:xfrm>
          <a:prstGeom prst="rect">
            <a:avLst/>
          </a:prstGeom>
        </p:spPr>
      </p:pic>
      <p:pic>
        <p:nvPicPr>
          <p:cNvPr id="24" name="Image 22" descr="preencoded.png"/>
          <p:cNvPicPr>
            <a:picLocks noChangeAspect="1"/>
          </p:cNvPicPr>
          <p:nvPr>
            <p:custDataLst>
              <p:tags r:id="rId38"/>
            </p:custDataLst>
          </p:nvPr>
        </p:nvPicPr>
        <p:blipFill>
          <a:blip r:embed="rId39"/>
          <a:stretch>
            <a:fillRect/>
          </a:stretch>
        </p:blipFill>
        <p:spPr>
          <a:xfrm>
            <a:off x="6426200" y="3302000"/>
            <a:ext cx="88900" cy="88900"/>
          </a:xfrm>
          <a:prstGeom prst="rect">
            <a:avLst/>
          </a:prstGeom>
        </p:spPr>
      </p:pic>
      <p:pic>
        <p:nvPicPr>
          <p:cNvPr id="25" name="Image 23" descr="preencoded.png"/>
          <p:cNvPicPr>
            <a:picLocks noChangeAspect="1"/>
          </p:cNvPicPr>
          <p:nvPr>
            <p:custDataLst>
              <p:tags r:id="rId40"/>
            </p:custDataLst>
          </p:nvPr>
        </p:nvPicPr>
        <p:blipFill>
          <a:blip r:embed="rId41"/>
          <a:stretch>
            <a:fillRect/>
          </a:stretch>
        </p:blipFill>
        <p:spPr>
          <a:xfrm>
            <a:off x="9093200" y="3302000"/>
            <a:ext cx="88900" cy="88900"/>
          </a:xfrm>
          <a:prstGeom prst="rect">
            <a:avLst/>
          </a:prstGeom>
        </p:spPr>
      </p:pic>
      <p:pic>
        <p:nvPicPr>
          <p:cNvPr id="26" name="Image 24" descr="preencoded.png"/>
          <p:cNvPicPr>
            <a:picLocks noChangeAspect="1"/>
          </p:cNvPicPr>
          <p:nvPr/>
        </p:nvPicPr>
        <p:blipFill>
          <a:blip r:embed="rId42"/>
          <a:stretch>
            <a:fillRect/>
          </a:stretch>
        </p:blipFill>
        <p:spPr>
          <a:xfrm>
            <a:off x="660400" y="965200"/>
            <a:ext cx="10655300" cy="419100"/>
          </a:xfrm>
          <a:prstGeom prst="rect">
            <a:avLst/>
          </a:prstGeom>
        </p:spPr>
      </p:pic>
      <p:pic>
        <p:nvPicPr>
          <p:cNvPr id="27" name="Image 25" descr="preencoded.png"/>
          <p:cNvPicPr>
            <a:picLocks noChangeAspect="1"/>
          </p:cNvPicPr>
          <p:nvPr/>
        </p:nvPicPr>
        <p:blipFill>
          <a:blip r:embed="rId43"/>
          <a:stretch>
            <a:fillRect/>
          </a:stretch>
        </p:blipFill>
        <p:spPr>
          <a:xfrm>
            <a:off x="660400" y="342900"/>
            <a:ext cx="8686801" cy="635000"/>
          </a:xfrm>
          <a:prstGeom prst="rect">
            <a:avLst/>
          </a:prstGeom>
        </p:spPr>
      </p:pic>
      <p:pic>
        <p:nvPicPr>
          <p:cNvPr id="28" name="Image 26" descr="preencoded.png"/>
          <p:cNvPicPr>
            <a:picLocks noChangeAspect="1"/>
          </p:cNvPicPr>
          <p:nvPr/>
        </p:nvPicPr>
        <p:blipFill>
          <a:blip r:embed="rId44"/>
          <a:stretch>
            <a:fillRect/>
          </a:stretch>
        </p:blipFill>
        <p:spPr>
          <a:xfrm>
            <a:off x="552450" y="501650"/>
            <a:ext cx="101600" cy="368300"/>
          </a:xfrm>
          <a:prstGeom prst="rect">
            <a:avLst/>
          </a:prstGeom>
        </p:spPr>
      </p:pic>
      <p:sp>
        <p:nvSpPr>
          <p:cNvPr id="29" name="Text 0"/>
          <p:cNvSpPr/>
          <p:nvPr>
            <p:custDataLst>
              <p:tags r:id="rId45"/>
            </p:custDataLst>
          </p:nvPr>
        </p:nvSpPr>
        <p:spPr>
          <a:xfrm>
            <a:off x="1371600" y="3784600"/>
            <a:ext cx="2735580" cy="190500"/>
          </a:xfrm>
          <a:prstGeom prst="rect">
            <a:avLst/>
          </a:prstGeom>
          <a:noFill/>
        </p:spPr>
        <p:txBody>
          <a:bodyPr vert="horz" wrap="square" lIns="0" tIns="0" rIns="0" bIns="0" rtlCol="0" anchor="t"/>
          <a:lstStyle/>
          <a:p>
            <a:pPr marL="0" indent="0" algn="l">
              <a:lnSpc>
                <a:spcPts val="1500"/>
              </a:lnSpc>
              <a:buNone/>
            </a:pPr>
            <a:r>
              <a:rPr lang="en-US" sz="1600" dirty="0">
                <a:solidFill>
                  <a:srgbClr val="00AACF"/>
                </a:solidFill>
                <a:latin typeface="Outfit" pitchFamily="34" charset="0"/>
                <a:ea typeface="Outfit" pitchFamily="34" charset="-122"/>
                <a:cs typeface="Outfit" pitchFamily="34" charset="-120"/>
              </a:rPr>
              <a:t>Encoder</a:t>
            </a:r>
            <a:endParaRPr lang="en-US" sz="1600" dirty="0"/>
          </a:p>
        </p:txBody>
      </p:sp>
      <p:sp>
        <p:nvSpPr>
          <p:cNvPr id="30" name="Text 1"/>
          <p:cNvSpPr/>
          <p:nvPr>
            <p:custDataLst>
              <p:tags r:id="rId46"/>
            </p:custDataLst>
          </p:nvPr>
        </p:nvSpPr>
        <p:spPr>
          <a:xfrm>
            <a:off x="1371600" y="3058319"/>
            <a:ext cx="2444750" cy="548481"/>
          </a:xfrm>
          <a:prstGeom prst="rect">
            <a:avLst/>
          </a:prstGeom>
          <a:noFill/>
        </p:spPr>
        <p:txBody>
          <a:bodyPr vert="horz" wrap="square" lIns="0" tIns="0" rIns="0" bIns="0" rtlCol="0" anchor="t"/>
          <a:lstStyle/>
          <a:p>
            <a:pPr marL="0" indent="0" algn="l">
              <a:lnSpc>
                <a:spcPts val="4320"/>
              </a:lnSpc>
              <a:buNone/>
            </a:pPr>
            <a:r>
              <a:rPr lang="en-US" sz="3600" b="1" dirty="0">
                <a:solidFill>
                  <a:srgbClr val="00AACF"/>
                </a:solidFill>
                <a:latin typeface="Outfit" pitchFamily="34" charset="0"/>
                <a:ea typeface="Outfit" pitchFamily="34" charset="-122"/>
                <a:cs typeface="Outfit" pitchFamily="34" charset="-120"/>
              </a:rPr>
              <a:t>01</a:t>
            </a:r>
            <a:endParaRPr lang="en-US" sz="3600" dirty="0"/>
          </a:p>
        </p:txBody>
      </p:sp>
      <p:sp>
        <p:nvSpPr>
          <p:cNvPr id="31" name="Text 2"/>
          <p:cNvSpPr/>
          <p:nvPr>
            <p:custDataLst>
              <p:tags r:id="rId47"/>
            </p:custDataLst>
          </p:nvPr>
        </p:nvSpPr>
        <p:spPr>
          <a:xfrm>
            <a:off x="1371600" y="4203700"/>
            <a:ext cx="2197100" cy="1524000"/>
          </a:xfrm>
          <a:prstGeom prst="rect">
            <a:avLst/>
          </a:prstGeom>
          <a:noFill/>
        </p:spPr>
        <p:txBody>
          <a:bodyPr vert="horz" wrap="square" lIns="0" tIns="0" rIns="0" bIns="0" rtlCol="0" anchor="t"/>
          <a:lstStyle/>
          <a:p>
            <a:pPr marL="285750" indent="-285750" algn="l">
              <a:lnSpc>
                <a:spcPct val="150000"/>
              </a:lnSpc>
              <a:buFont typeface="Arial" panose="020B0604020202020204" pitchFamily="34" charset="0"/>
              <a:buChar char="•"/>
            </a:pPr>
            <a:r>
              <a:rPr lang="en-US" sz="1600" dirty="0">
                <a:solidFill>
                  <a:srgbClr val="FFFFFF"/>
                </a:solidFill>
                <a:latin typeface="Times New Roman" panose="02020603050405020304" charset="0"/>
                <a:ea typeface="Outfit" pitchFamily="34" charset="-122"/>
                <a:cs typeface="Times New Roman" panose="02020603050405020304" charset="0"/>
              </a:rPr>
              <a:t>Tokenizer Layer</a:t>
            </a:r>
            <a:endParaRPr lang="en-US" sz="1600" dirty="0">
              <a:solidFill>
                <a:srgbClr val="FFFFFF"/>
              </a:solidFill>
              <a:latin typeface="Times New Roman" panose="02020603050405020304" charset="0"/>
              <a:ea typeface="Outfit" pitchFamily="34" charset="-122"/>
              <a:cs typeface="Times New Roman" panose="02020603050405020304" charset="0"/>
            </a:endParaRPr>
          </a:p>
          <a:p>
            <a:pPr marL="285750" indent="-285750" algn="l">
              <a:lnSpc>
                <a:spcPct val="150000"/>
              </a:lnSpc>
              <a:buFont typeface="Arial" panose="020B0604020202020204" pitchFamily="34" charset="0"/>
              <a:buChar char="•"/>
            </a:pPr>
            <a:r>
              <a:rPr lang="en-US" sz="1600" dirty="0">
                <a:solidFill>
                  <a:srgbClr val="FFFFFF"/>
                </a:solidFill>
                <a:latin typeface="Times New Roman" panose="02020603050405020304" charset="0"/>
                <a:ea typeface="Outfit" pitchFamily="34" charset="-122"/>
                <a:cs typeface="Times New Roman" panose="02020603050405020304" charset="0"/>
              </a:rPr>
              <a:t>Attention Layer</a:t>
            </a:r>
            <a:endParaRPr lang="en-US" sz="1600" dirty="0">
              <a:solidFill>
                <a:srgbClr val="FFFFFF"/>
              </a:solidFill>
              <a:latin typeface="Times New Roman" panose="02020603050405020304" charset="0"/>
              <a:ea typeface="Outfit" pitchFamily="34" charset="-122"/>
              <a:cs typeface="Times New Roman" panose="02020603050405020304" charset="0"/>
            </a:endParaRPr>
          </a:p>
          <a:p>
            <a:pPr marL="285750" indent="-285750" algn="l">
              <a:lnSpc>
                <a:spcPct val="150000"/>
              </a:lnSpc>
              <a:buFont typeface="Arial" panose="020B0604020202020204" pitchFamily="34" charset="0"/>
              <a:buChar char="•"/>
            </a:pPr>
            <a:r>
              <a:rPr lang="en-US" sz="1600" dirty="0">
                <a:solidFill>
                  <a:srgbClr val="FFFFFF"/>
                </a:solidFill>
                <a:latin typeface="Times New Roman" panose="02020603050405020304" charset="0"/>
                <a:ea typeface="Outfit" pitchFamily="34" charset="-122"/>
                <a:cs typeface="Times New Roman" panose="02020603050405020304" charset="0"/>
              </a:rPr>
              <a:t>Feed Forward Layer</a:t>
            </a:r>
            <a:endParaRPr lang="en-US" sz="1600" dirty="0">
              <a:solidFill>
                <a:srgbClr val="FFFFFF"/>
              </a:solidFill>
              <a:latin typeface="Times New Roman" panose="02020603050405020304" charset="0"/>
              <a:ea typeface="Outfit" pitchFamily="34" charset="-122"/>
              <a:cs typeface="Times New Roman" panose="02020603050405020304" charset="0"/>
            </a:endParaRPr>
          </a:p>
          <a:p>
            <a:pPr marL="285750" indent="-285750" algn="l">
              <a:lnSpc>
                <a:spcPct val="150000"/>
              </a:lnSpc>
              <a:buFont typeface="Arial" panose="020B0604020202020204" pitchFamily="34" charset="0"/>
              <a:buChar char="•"/>
            </a:pPr>
            <a:r>
              <a:rPr lang="en-US" sz="1600" dirty="0">
                <a:solidFill>
                  <a:srgbClr val="FFFFFF"/>
                </a:solidFill>
                <a:latin typeface="Times New Roman" panose="02020603050405020304" charset="0"/>
                <a:ea typeface="Outfit" pitchFamily="34" charset="-122"/>
                <a:cs typeface="Times New Roman" panose="02020603050405020304" charset="0"/>
              </a:rPr>
              <a:t>Normalization &amp; Residual connection</a:t>
            </a:r>
            <a:endParaRPr lang="en-US" sz="1600" dirty="0">
              <a:solidFill>
                <a:srgbClr val="FFFFFF"/>
              </a:solidFill>
              <a:latin typeface="Times New Roman" panose="02020603050405020304" charset="0"/>
              <a:ea typeface="Outfit" pitchFamily="34" charset="-122"/>
              <a:cs typeface="Times New Roman" panose="02020603050405020304" charset="0"/>
            </a:endParaRPr>
          </a:p>
        </p:txBody>
      </p:sp>
      <p:sp>
        <p:nvSpPr>
          <p:cNvPr id="32" name="Text 3"/>
          <p:cNvSpPr/>
          <p:nvPr>
            <p:custDataLst>
              <p:tags r:id="rId48"/>
            </p:custDataLst>
          </p:nvPr>
        </p:nvSpPr>
        <p:spPr>
          <a:xfrm>
            <a:off x="4038600" y="3784600"/>
            <a:ext cx="2720340" cy="190500"/>
          </a:xfrm>
          <a:prstGeom prst="rect">
            <a:avLst/>
          </a:prstGeom>
          <a:noFill/>
        </p:spPr>
        <p:txBody>
          <a:bodyPr vert="horz" wrap="square" lIns="0" tIns="0" rIns="0" bIns="0" rtlCol="0" anchor="t"/>
          <a:lstStyle/>
          <a:p>
            <a:pPr marL="0" indent="0" algn="l">
              <a:lnSpc>
                <a:spcPts val="1500"/>
              </a:lnSpc>
              <a:buNone/>
            </a:pPr>
            <a:r>
              <a:rPr lang="en-US" sz="1600" dirty="0">
                <a:solidFill>
                  <a:srgbClr val="59EFEA"/>
                </a:solidFill>
                <a:latin typeface="Outfit" pitchFamily="34" charset="0"/>
                <a:ea typeface="Outfit" pitchFamily="34" charset="-122"/>
                <a:cs typeface="Outfit" pitchFamily="34" charset="-120"/>
              </a:rPr>
              <a:t>Decoder</a:t>
            </a:r>
            <a:endParaRPr lang="en-US" sz="1600" dirty="0"/>
          </a:p>
        </p:txBody>
      </p:sp>
      <p:sp>
        <p:nvSpPr>
          <p:cNvPr id="33" name="Text 4"/>
          <p:cNvSpPr/>
          <p:nvPr>
            <p:custDataLst>
              <p:tags r:id="rId49"/>
            </p:custDataLst>
          </p:nvPr>
        </p:nvSpPr>
        <p:spPr>
          <a:xfrm>
            <a:off x="4038600" y="3058319"/>
            <a:ext cx="2444750" cy="548481"/>
          </a:xfrm>
          <a:prstGeom prst="rect">
            <a:avLst/>
          </a:prstGeom>
          <a:noFill/>
        </p:spPr>
        <p:txBody>
          <a:bodyPr vert="horz" wrap="square" lIns="0" tIns="0" rIns="0" bIns="0" rtlCol="0" anchor="t"/>
          <a:lstStyle/>
          <a:p>
            <a:pPr marL="0" indent="0" algn="l">
              <a:lnSpc>
                <a:spcPts val="4320"/>
              </a:lnSpc>
              <a:buNone/>
            </a:pPr>
            <a:r>
              <a:rPr lang="en-US" sz="3600" b="1" dirty="0">
                <a:solidFill>
                  <a:srgbClr val="59EFEA"/>
                </a:solidFill>
                <a:latin typeface="Outfit" pitchFamily="34" charset="0"/>
                <a:ea typeface="Outfit" pitchFamily="34" charset="-122"/>
                <a:cs typeface="Outfit" pitchFamily="34" charset="-120"/>
              </a:rPr>
              <a:t>02</a:t>
            </a:r>
            <a:endParaRPr lang="en-US" sz="3600" dirty="0"/>
          </a:p>
        </p:txBody>
      </p:sp>
      <p:sp>
        <p:nvSpPr>
          <p:cNvPr id="34" name="Text 5"/>
          <p:cNvSpPr/>
          <p:nvPr>
            <p:custDataLst>
              <p:tags r:id="rId50"/>
            </p:custDataLst>
          </p:nvPr>
        </p:nvSpPr>
        <p:spPr>
          <a:xfrm>
            <a:off x="4038600" y="4203700"/>
            <a:ext cx="2184400" cy="1905000"/>
          </a:xfrm>
          <a:prstGeom prst="rect">
            <a:avLst/>
          </a:prstGeom>
          <a:noFill/>
        </p:spPr>
        <p:txBody>
          <a:bodyPr vert="horz" wrap="square" lIns="0" tIns="0" rIns="0" bIns="0" rtlCol="0" anchor="t"/>
          <a:lstStyle/>
          <a:p>
            <a:pPr marL="171450" indent="-171450" algn="l">
              <a:lnSpc>
                <a:spcPct val="150000"/>
              </a:lnSpc>
              <a:buFont typeface="Arial" panose="020B0604020202020204" pitchFamily="34" charset="0"/>
              <a:buChar char="•"/>
            </a:pPr>
            <a:r>
              <a:rPr lang="en-US" sz="1600" dirty="0">
                <a:solidFill>
                  <a:srgbClr val="FFFFFF"/>
                </a:solidFill>
                <a:latin typeface="Times New Roman" panose="02020603050405020304" charset="0"/>
                <a:ea typeface="Outfit" pitchFamily="34" charset="-122"/>
                <a:cs typeface="Times New Roman" panose="02020603050405020304" charset="0"/>
              </a:rPr>
              <a:t>Multi Masked Head Attention </a:t>
            </a:r>
            <a:r>
              <a:rPr lang="en-US" sz="1600" dirty="0">
                <a:solidFill>
                  <a:srgbClr val="FFFFFF"/>
                </a:solidFill>
                <a:latin typeface="Times New Roman" panose="02020603050405020304" charset="0"/>
                <a:ea typeface="Outfit" pitchFamily="34" charset="-122"/>
                <a:cs typeface="Times New Roman" panose="02020603050405020304" charset="0"/>
                <a:sym typeface="+mn-ea"/>
              </a:rPr>
              <a:t>Layer</a:t>
            </a:r>
            <a:endParaRPr lang="en-US" sz="1600" dirty="0">
              <a:solidFill>
                <a:srgbClr val="FFFFFF"/>
              </a:solidFill>
              <a:latin typeface="Times New Roman" panose="02020603050405020304" charset="0"/>
              <a:ea typeface="Outfit" pitchFamily="34" charset="-122"/>
              <a:cs typeface="Times New Roman" panose="02020603050405020304" charset="0"/>
            </a:endParaRPr>
          </a:p>
          <a:p>
            <a:pPr marL="285750" indent="-285750" algn="l">
              <a:lnSpc>
                <a:spcPct val="150000"/>
              </a:lnSpc>
              <a:buFont typeface="Arial" panose="020B0604020202020204" pitchFamily="34" charset="0"/>
              <a:buChar char="•"/>
            </a:pPr>
            <a:r>
              <a:rPr lang="en-US" sz="1600" dirty="0">
                <a:solidFill>
                  <a:srgbClr val="FFFFFF"/>
                </a:solidFill>
                <a:latin typeface="Times New Roman" panose="02020603050405020304" charset="0"/>
                <a:ea typeface="Outfit" pitchFamily="34" charset="-122"/>
                <a:cs typeface="Times New Roman" panose="02020603050405020304" charset="0"/>
                <a:sym typeface="+mn-ea"/>
              </a:rPr>
              <a:t>Feed Forward </a:t>
            </a:r>
            <a:r>
              <a:rPr lang="en-US" sz="1600" dirty="0">
                <a:solidFill>
                  <a:srgbClr val="FFFFFF"/>
                </a:solidFill>
                <a:latin typeface="Times New Roman" panose="02020603050405020304" charset="0"/>
                <a:ea typeface="Outfit" pitchFamily="34" charset="-122"/>
                <a:cs typeface="Times New Roman" panose="02020603050405020304" charset="0"/>
                <a:sym typeface="+mn-ea"/>
              </a:rPr>
              <a:t>Layer</a:t>
            </a:r>
            <a:endParaRPr lang="en-US" sz="1600" dirty="0">
              <a:solidFill>
                <a:srgbClr val="FFFFFF"/>
              </a:solidFill>
              <a:latin typeface="Times New Roman" panose="02020603050405020304" charset="0"/>
              <a:ea typeface="Outfit" pitchFamily="34" charset="-122"/>
              <a:cs typeface="Times New Roman" panose="02020603050405020304" charset="0"/>
            </a:endParaRPr>
          </a:p>
          <a:p>
            <a:pPr marL="285750" indent="-285750" algn="l">
              <a:lnSpc>
                <a:spcPct val="150000"/>
              </a:lnSpc>
              <a:buFont typeface="Arial" panose="020B0604020202020204" pitchFamily="34" charset="0"/>
              <a:buChar char="•"/>
            </a:pPr>
            <a:r>
              <a:rPr lang="en-US" sz="1600" dirty="0">
                <a:solidFill>
                  <a:srgbClr val="FFFFFF"/>
                </a:solidFill>
                <a:latin typeface="Times New Roman" panose="02020603050405020304" charset="0"/>
                <a:ea typeface="Outfit" pitchFamily="34" charset="-122"/>
                <a:cs typeface="Times New Roman" panose="02020603050405020304" charset="0"/>
                <a:sym typeface="+mn-ea"/>
              </a:rPr>
              <a:t>Normalization &amp; Residual connection</a:t>
            </a:r>
            <a:endParaRPr lang="en-US" sz="1600" dirty="0">
              <a:solidFill>
                <a:srgbClr val="FFFFFF"/>
              </a:solidFill>
              <a:latin typeface="Times New Roman" panose="02020603050405020304" charset="0"/>
              <a:ea typeface="Outfit" pitchFamily="34" charset="-122"/>
              <a:cs typeface="Times New Roman" panose="02020603050405020304" charset="0"/>
              <a:sym typeface="+mn-ea"/>
            </a:endParaRPr>
          </a:p>
        </p:txBody>
      </p:sp>
      <p:sp>
        <p:nvSpPr>
          <p:cNvPr id="35" name="Text 6"/>
          <p:cNvSpPr/>
          <p:nvPr>
            <p:custDataLst>
              <p:tags r:id="rId51"/>
            </p:custDataLst>
          </p:nvPr>
        </p:nvSpPr>
        <p:spPr>
          <a:xfrm>
            <a:off x="6705600" y="3784600"/>
            <a:ext cx="2735580" cy="190500"/>
          </a:xfrm>
          <a:prstGeom prst="rect">
            <a:avLst/>
          </a:prstGeom>
          <a:noFill/>
        </p:spPr>
        <p:txBody>
          <a:bodyPr vert="horz" wrap="square" lIns="0" tIns="0" rIns="0" bIns="0" rtlCol="0" anchor="t"/>
          <a:lstStyle/>
          <a:p>
            <a:pPr marL="0" indent="0" algn="l">
              <a:lnSpc>
                <a:spcPts val="1500"/>
              </a:lnSpc>
              <a:buNone/>
            </a:pPr>
            <a:r>
              <a:rPr lang="en-US" sz="1600" dirty="0">
                <a:solidFill>
                  <a:srgbClr val="A4EC98"/>
                </a:solidFill>
                <a:latin typeface="Outfit" pitchFamily="34" charset="0"/>
                <a:ea typeface="Outfit" pitchFamily="34" charset="-122"/>
                <a:cs typeface="Outfit" pitchFamily="34" charset="-120"/>
              </a:rPr>
              <a:t>Training</a:t>
            </a:r>
            <a:endParaRPr lang="en-US" sz="1600" dirty="0"/>
          </a:p>
        </p:txBody>
      </p:sp>
      <p:sp>
        <p:nvSpPr>
          <p:cNvPr id="36" name="Text 7"/>
          <p:cNvSpPr/>
          <p:nvPr>
            <p:custDataLst>
              <p:tags r:id="rId52"/>
            </p:custDataLst>
          </p:nvPr>
        </p:nvSpPr>
        <p:spPr>
          <a:xfrm>
            <a:off x="6705600" y="3058319"/>
            <a:ext cx="2470150" cy="548481"/>
          </a:xfrm>
          <a:prstGeom prst="rect">
            <a:avLst/>
          </a:prstGeom>
          <a:noFill/>
        </p:spPr>
        <p:txBody>
          <a:bodyPr vert="horz" wrap="square" lIns="0" tIns="0" rIns="0" bIns="0" rtlCol="0" anchor="t"/>
          <a:lstStyle/>
          <a:p>
            <a:pPr marL="0" indent="0" algn="l">
              <a:lnSpc>
                <a:spcPts val="4320"/>
              </a:lnSpc>
              <a:buNone/>
            </a:pPr>
            <a:r>
              <a:rPr lang="en-US" sz="3600" b="1" dirty="0">
                <a:solidFill>
                  <a:srgbClr val="A4EC98"/>
                </a:solidFill>
                <a:latin typeface="Outfit" pitchFamily="34" charset="0"/>
                <a:ea typeface="Outfit" pitchFamily="34" charset="-122"/>
                <a:cs typeface="Outfit" pitchFamily="34" charset="-120"/>
              </a:rPr>
              <a:t>03</a:t>
            </a:r>
            <a:endParaRPr lang="en-US" sz="3600" dirty="0"/>
          </a:p>
        </p:txBody>
      </p:sp>
      <p:sp>
        <p:nvSpPr>
          <p:cNvPr id="37" name="Text 8"/>
          <p:cNvSpPr/>
          <p:nvPr>
            <p:custDataLst>
              <p:tags r:id="rId53"/>
            </p:custDataLst>
          </p:nvPr>
        </p:nvSpPr>
        <p:spPr>
          <a:xfrm>
            <a:off x="6705600" y="4203700"/>
            <a:ext cx="2171700" cy="1333500"/>
          </a:xfrm>
          <a:prstGeom prst="rect">
            <a:avLst/>
          </a:prstGeom>
          <a:noFill/>
        </p:spPr>
        <p:txBody>
          <a:bodyPr vert="horz" wrap="square" lIns="0" tIns="0" rIns="0" bIns="0" rtlCol="0" anchor="t"/>
          <a:lstStyle/>
          <a:p>
            <a:pPr marL="285750" indent="-285750" algn="l">
              <a:lnSpc>
                <a:spcPct val="150000"/>
              </a:lnSpc>
              <a:buFont typeface="Arial" panose="020B0604020202020204" pitchFamily="34" charset="0"/>
              <a:buChar char="•"/>
            </a:pPr>
            <a:r>
              <a:rPr lang="en-US" sz="1600" dirty="0">
                <a:solidFill>
                  <a:srgbClr val="FFFFFF"/>
                </a:solidFill>
                <a:latin typeface="Times New Roman" panose="02020603050405020304" charset="0"/>
                <a:ea typeface="Outfit" pitchFamily="34" charset="-122"/>
                <a:cs typeface="Times New Roman" panose="02020603050405020304" charset="0"/>
              </a:rPr>
              <a:t>It means to train the model after that</a:t>
            </a:r>
            <a:endParaRPr lang="en-US" sz="1600" dirty="0">
              <a:solidFill>
                <a:srgbClr val="FFFFFF"/>
              </a:solidFill>
              <a:latin typeface="Times New Roman" panose="02020603050405020304" charset="0"/>
              <a:ea typeface="Outfit" pitchFamily="34" charset="-122"/>
              <a:cs typeface="Times New Roman" panose="02020603050405020304" charset="0"/>
            </a:endParaRPr>
          </a:p>
        </p:txBody>
      </p:sp>
      <p:sp>
        <p:nvSpPr>
          <p:cNvPr id="38" name="Text 9"/>
          <p:cNvSpPr/>
          <p:nvPr>
            <p:custDataLst>
              <p:tags r:id="rId54"/>
            </p:custDataLst>
          </p:nvPr>
        </p:nvSpPr>
        <p:spPr>
          <a:xfrm>
            <a:off x="9398000" y="3784600"/>
            <a:ext cx="2635250" cy="190500"/>
          </a:xfrm>
          <a:prstGeom prst="rect">
            <a:avLst/>
          </a:prstGeom>
          <a:noFill/>
        </p:spPr>
        <p:txBody>
          <a:bodyPr vert="horz" wrap="square" lIns="0" tIns="0" rIns="0" bIns="0" rtlCol="0" anchor="t"/>
          <a:lstStyle/>
          <a:p>
            <a:pPr marL="0" indent="0" algn="l">
              <a:lnSpc>
                <a:spcPts val="1500"/>
              </a:lnSpc>
              <a:buNone/>
            </a:pPr>
            <a:r>
              <a:rPr lang="en-US" sz="1600" dirty="0">
                <a:solidFill>
                  <a:srgbClr val="A4EC98"/>
                </a:solidFill>
                <a:latin typeface="Outfit" pitchFamily="34" charset="0"/>
                <a:ea typeface="Outfit" pitchFamily="34" charset="-122"/>
                <a:cs typeface="Outfit" pitchFamily="34" charset="-120"/>
              </a:rPr>
              <a:t>Inference</a:t>
            </a:r>
            <a:endParaRPr lang="en-US" sz="1600" dirty="0"/>
          </a:p>
        </p:txBody>
      </p:sp>
      <p:sp>
        <p:nvSpPr>
          <p:cNvPr id="39" name="Text 10"/>
          <p:cNvSpPr/>
          <p:nvPr>
            <p:custDataLst>
              <p:tags r:id="rId55"/>
            </p:custDataLst>
          </p:nvPr>
        </p:nvSpPr>
        <p:spPr>
          <a:xfrm>
            <a:off x="9398000" y="3058319"/>
            <a:ext cx="2635250" cy="548481"/>
          </a:xfrm>
          <a:prstGeom prst="rect">
            <a:avLst/>
          </a:prstGeom>
          <a:noFill/>
        </p:spPr>
        <p:txBody>
          <a:bodyPr vert="horz" wrap="square" lIns="0" tIns="0" rIns="0" bIns="0" rtlCol="0" anchor="t"/>
          <a:lstStyle/>
          <a:p>
            <a:pPr marL="0" indent="0" algn="l">
              <a:lnSpc>
                <a:spcPts val="4320"/>
              </a:lnSpc>
              <a:buNone/>
            </a:pPr>
            <a:r>
              <a:rPr lang="en-US" sz="3600" b="1" dirty="0">
                <a:solidFill>
                  <a:srgbClr val="D3F87B"/>
                </a:solidFill>
                <a:latin typeface="Outfit" pitchFamily="34" charset="0"/>
                <a:ea typeface="Outfit" pitchFamily="34" charset="-122"/>
                <a:cs typeface="Outfit" pitchFamily="34" charset="-120"/>
              </a:rPr>
              <a:t>04</a:t>
            </a:r>
            <a:endParaRPr lang="en-US" sz="3600" dirty="0"/>
          </a:p>
        </p:txBody>
      </p:sp>
      <p:sp>
        <p:nvSpPr>
          <p:cNvPr id="40" name="Text 11"/>
          <p:cNvSpPr/>
          <p:nvPr>
            <p:custDataLst>
              <p:tags r:id="rId56"/>
            </p:custDataLst>
          </p:nvPr>
        </p:nvSpPr>
        <p:spPr>
          <a:xfrm>
            <a:off x="9398000" y="4203700"/>
            <a:ext cx="2249170" cy="1714500"/>
          </a:xfrm>
          <a:prstGeom prst="rect">
            <a:avLst/>
          </a:prstGeom>
          <a:noFill/>
        </p:spPr>
        <p:txBody>
          <a:bodyPr vert="horz" wrap="square" lIns="0" tIns="0" rIns="0" bIns="0" rtlCol="0" anchor="t"/>
          <a:lstStyle/>
          <a:p>
            <a:pPr marL="171450" indent="-171450" algn="l">
              <a:lnSpc>
                <a:spcPct val="150000"/>
              </a:lnSpc>
              <a:buFont typeface="Arial" panose="020B0604020202020204" pitchFamily="34" charset="0"/>
              <a:buChar char="•"/>
            </a:pPr>
            <a:r>
              <a:rPr lang="en-US" sz="1600" dirty="0">
                <a:solidFill>
                  <a:srgbClr val="FFFFFF"/>
                </a:solidFill>
                <a:latin typeface="Times New Roman" panose="02020603050405020304" charset="0"/>
                <a:ea typeface="Outfit" pitchFamily="34" charset="-122"/>
                <a:cs typeface="Times New Roman" panose="02020603050405020304" charset="0"/>
              </a:rPr>
              <a:t>It means to give the model start and end tag and waits to see the generated text</a:t>
            </a:r>
            <a:endParaRPr lang="en-US" sz="1600" dirty="0">
              <a:solidFill>
                <a:srgbClr val="FFFFFF"/>
              </a:solidFill>
              <a:latin typeface="Times New Roman" panose="02020603050405020304" charset="0"/>
              <a:ea typeface="Outfit" pitchFamily="34" charset="-122"/>
              <a:cs typeface="Times New Roman" panose="02020603050405020304" charset="0"/>
            </a:endParaRPr>
          </a:p>
        </p:txBody>
      </p:sp>
      <p:sp>
        <p:nvSpPr>
          <p:cNvPr id="41" name="Text 12"/>
          <p:cNvSpPr/>
          <p:nvPr/>
        </p:nvSpPr>
        <p:spPr>
          <a:xfrm>
            <a:off x="762000" y="1066800"/>
            <a:ext cx="10789920" cy="231775"/>
          </a:xfrm>
          <a:prstGeom prst="rect">
            <a:avLst/>
          </a:prstGeom>
          <a:noFill/>
        </p:spPr>
        <p:txBody>
          <a:bodyPr vert="horz" wrap="square" lIns="0" tIns="0" rIns="0" bIns="0" rtlCol="0" anchor="t"/>
          <a:lstStyle/>
          <a:p>
            <a:pPr marL="0" indent="0" algn="l">
              <a:lnSpc>
                <a:spcPts val="1730"/>
              </a:lnSpc>
              <a:buNone/>
            </a:pPr>
            <a:endParaRPr lang="en-US" sz="1200" dirty="0"/>
          </a:p>
        </p:txBody>
      </p:sp>
      <p:sp>
        <p:nvSpPr>
          <p:cNvPr id="42" name="Text 13"/>
          <p:cNvSpPr/>
          <p:nvPr/>
        </p:nvSpPr>
        <p:spPr>
          <a:xfrm>
            <a:off x="749300" y="341908"/>
            <a:ext cx="11258551" cy="597892"/>
          </a:xfrm>
          <a:prstGeom prst="rect">
            <a:avLst/>
          </a:prstGeom>
          <a:noFill/>
        </p:spPr>
        <p:txBody>
          <a:bodyPr vert="horz" wrap="square" lIns="0" tIns="0" rIns="0" bIns="0" rtlCol="0" anchor="t"/>
          <a:lstStyle/>
          <a:p>
            <a:pPr marL="0" indent="0" algn="l">
              <a:lnSpc>
                <a:spcPts val="4610"/>
              </a:lnSpc>
              <a:buNone/>
            </a:pPr>
            <a:r>
              <a:rPr lang="en-US" sz="3200" b="1" dirty="0">
                <a:solidFill>
                  <a:srgbClr val="FFFFFF"/>
                </a:solidFill>
                <a:latin typeface="Poppins_Bold" pitchFamily="34" charset="0"/>
                <a:ea typeface="Poppins_Bold" pitchFamily="34" charset="-122"/>
                <a:cs typeface="Poppins_Bold" pitchFamily="34" charset="-120"/>
              </a:rPr>
              <a:t>Transformers Model Architecture</a:t>
            </a:r>
            <a:endParaRPr lang="en-US" sz="3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2"/>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3"/>
          <a:stretch>
            <a:fillRect/>
          </a:stretch>
        </p:blipFill>
        <p:spPr>
          <a:xfrm>
            <a:off x="0" y="0"/>
            <a:ext cx="12192000" cy="6858000"/>
          </a:xfrm>
          <a:prstGeom prst="rect">
            <a:avLst/>
          </a:prstGeom>
        </p:spPr>
      </p:pic>
      <p:pic>
        <p:nvPicPr>
          <p:cNvPr id="5" name="Image 3" descr="preencoded.png"/>
          <p:cNvPicPr>
            <a:picLocks noChangeAspect="1"/>
          </p:cNvPicPr>
          <p:nvPr/>
        </p:nvPicPr>
        <p:blipFill>
          <a:blip r:embed="rId4"/>
          <a:stretch>
            <a:fillRect/>
          </a:stretch>
        </p:blipFill>
        <p:spPr>
          <a:xfrm>
            <a:off x="0" y="0"/>
            <a:ext cx="12192000" cy="6858000"/>
          </a:xfrm>
          <a:prstGeom prst="rect">
            <a:avLst/>
          </a:prstGeom>
        </p:spPr>
      </p:pic>
      <p:pic>
        <p:nvPicPr>
          <p:cNvPr id="6" name="Image 4" descr="preencoded.png"/>
          <p:cNvPicPr>
            <a:picLocks noChangeAspect="1"/>
          </p:cNvPicPr>
          <p:nvPr>
            <p:custDataLst>
              <p:tags r:id="rId5"/>
            </p:custDataLst>
          </p:nvPr>
        </p:nvPicPr>
        <p:blipFill>
          <a:blip r:embed="rId6"/>
          <a:stretch>
            <a:fillRect/>
          </a:stretch>
        </p:blipFill>
        <p:spPr>
          <a:xfrm>
            <a:off x="6667500" y="4838700"/>
            <a:ext cx="4800600" cy="1397000"/>
          </a:xfrm>
          <a:prstGeom prst="rect">
            <a:avLst/>
          </a:prstGeom>
        </p:spPr>
      </p:pic>
      <p:pic>
        <p:nvPicPr>
          <p:cNvPr id="7" name="Image 5" descr="preencoded.png"/>
          <p:cNvPicPr>
            <a:picLocks noChangeAspect="1"/>
          </p:cNvPicPr>
          <p:nvPr>
            <p:custDataLst>
              <p:tags r:id="rId7"/>
            </p:custDataLst>
          </p:nvPr>
        </p:nvPicPr>
        <p:blipFill>
          <a:blip r:embed="rId8"/>
          <a:stretch>
            <a:fillRect/>
          </a:stretch>
        </p:blipFill>
        <p:spPr>
          <a:xfrm>
            <a:off x="6985000" y="4889500"/>
            <a:ext cx="4267200" cy="469900"/>
          </a:xfrm>
          <a:prstGeom prst="rect">
            <a:avLst/>
          </a:prstGeom>
        </p:spPr>
      </p:pic>
      <p:pic>
        <p:nvPicPr>
          <p:cNvPr id="8" name="Image 6" descr="preencoded.png"/>
          <p:cNvPicPr>
            <a:picLocks noChangeAspect="1"/>
          </p:cNvPicPr>
          <p:nvPr>
            <p:custDataLst>
              <p:tags r:id="rId9"/>
            </p:custDataLst>
          </p:nvPr>
        </p:nvPicPr>
        <p:blipFill>
          <a:blip r:embed="rId10"/>
          <a:stretch>
            <a:fillRect/>
          </a:stretch>
        </p:blipFill>
        <p:spPr>
          <a:xfrm>
            <a:off x="6985000" y="5232400"/>
            <a:ext cx="4267200" cy="952500"/>
          </a:xfrm>
          <a:prstGeom prst="rect">
            <a:avLst/>
          </a:prstGeom>
        </p:spPr>
      </p:pic>
      <p:pic>
        <p:nvPicPr>
          <p:cNvPr id="9" name="Image 7" descr="preencoded.png"/>
          <p:cNvPicPr>
            <a:picLocks noChangeAspect="1"/>
          </p:cNvPicPr>
          <p:nvPr>
            <p:custDataLst>
              <p:tags r:id="rId11"/>
            </p:custDataLst>
          </p:nvPr>
        </p:nvPicPr>
        <p:blipFill>
          <a:blip r:embed="rId12"/>
          <a:stretch>
            <a:fillRect/>
          </a:stretch>
        </p:blipFill>
        <p:spPr>
          <a:xfrm>
            <a:off x="6400800" y="5207000"/>
            <a:ext cx="546100" cy="546100"/>
          </a:xfrm>
          <a:prstGeom prst="rect">
            <a:avLst/>
          </a:prstGeom>
        </p:spPr>
      </p:pic>
      <p:pic>
        <p:nvPicPr>
          <p:cNvPr id="10" name="Image 8" descr="preencoded.png"/>
          <p:cNvPicPr>
            <a:picLocks noChangeAspect="1"/>
          </p:cNvPicPr>
          <p:nvPr>
            <p:custDataLst>
              <p:tags r:id="rId13"/>
            </p:custDataLst>
          </p:nvPr>
        </p:nvPicPr>
        <p:blipFill>
          <a:blip r:embed="rId14"/>
          <a:stretch>
            <a:fillRect/>
          </a:stretch>
        </p:blipFill>
        <p:spPr>
          <a:xfrm>
            <a:off x="6096000" y="5486400"/>
            <a:ext cx="12700" cy="1371600"/>
          </a:xfrm>
          <a:prstGeom prst="rect">
            <a:avLst/>
          </a:prstGeom>
        </p:spPr>
      </p:pic>
      <p:pic>
        <p:nvPicPr>
          <p:cNvPr id="11" name="Image 9" descr="preencoded.png"/>
          <p:cNvPicPr>
            <a:picLocks noChangeAspect="1"/>
          </p:cNvPicPr>
          <p:nvPr>
            <p:custDataLst>
              <p:tags r:id="rId15"/>
            </p:custDataLst>
          </p:nvPr>
        </p:nvPicPr>
        <p:blipFill>
          <a:blip r:embed="rId16"/>
          <a:stretch>
            <a:fillRect/>
          </a:stretch>
        </p:blipFill>
        <p:spPr>
          <a:xfrm>
            <a:off x="723900" y="3403600"/>
            <a:ext cx="4800600" cy="1397000"/>
          </a:xfrm>
          <a:prstGeom prst="rect">
            <a:avLst/>
          </a:prstGeom>
        </p:spPr>
      </p:pic>
      <p:pic>
        <p:nvPicPr>
          <p:cNvPr id="12" name="Image 10" descr="preencoded.png"/>
          <p:cNvPicPr>
            <a:picLocks noChangeAspect="1"/>
          </p:cNvPicPr>
          <p:nvPr>
            <p:custDataLst>
              <p:tags r:id="rId17"/>
            </p:custDataLst>
          </p:nvPr>
        </p:nvPicPr>
        <p:blipFill>
          <a:blip r:embed="rId8"/>
          <a:stretch>
            <a:fillRect/>
          </a:stretch>
        </p:blipFill>
        <p:spPr>
          <a:xfrm>
            <a:off x="939800" y="3492500"/>
            <a:ext cx="4267200" cy="469900"/>
          </a:xfrm>
          <a:prstGeom prst="rect">
            <a:avLst/>
          </a:prstGeom>
        </p:spPr>
      </p:pic>
      <p:pic>
        <p:nvPicPr>
          <p:cNvPr id="13" name="Image 11" descr="preencoded.png"/>
          <p:cNvPicPr>
            <a:picLocks noChangeAspect="1"/>
          </p:cNvPicPr>
          <p:nvPr>
            <p:custDataLst>
              <p:tags r:id="rId18"/>
            </p:custDataLst>
          </p:nvPr>
        </p:nvPicPr>
        <p:blipFill>
          <a:blip r:embed="rId19"/>
          <a:stretch>
            <a:fillRect/>
          </a:stretch>
        </p:blipFill>
        <p:spPr>
          <a:xfrm>
            <a:off x="939800" y="3835400"/>
            <a:ext cx="4305300" cy="952500"/>
          </a:xfrm>
          <a:prstGeom prst="rect">
            <a:avLst/>
          </a:prstGeom>
        </p:spPr>
      </p:pic>
      <p:pic>
        <p:nvPicPr>
          <p:cNvPr id="14" name="Image 12" descr="preencoded.png"/>
          <p:cNvPicPr>
            <a:picLocks noChangeAspect="1"/>
          </p:cNvPicPr>
          <p:nvPr>
            <p:custDataLst>
              <p:tags r:id="rId20"/>
            </p:custDataLst>
          </p:nvPr>
        </p:nvPicPr>
        <p:blipFill>
          <a:blip r:embed="rId21"/>
          <a:stretch>
            <a:fillRect/>
          </a:stretch>
        </p:blipFill>
        <p:spPr>
          <a:xfrm>
            <a:off x="5245100" y="3835400"/>
            <a:ext cx="546100" cy="546100"/>
          </a:xfrm>
          <a:prstGeom prst="rect">
            <a:avLst/>
          </a:prstGeom>
        </p:spPr>
      </p:pic>
      <p:pic>
        <p:nvPicPr>
          <p:cNvPr id="15" name="Image 13" descr="preencoded.png"/>
          <p:cNvPicPr>
            <a:picLocks noChangeAspect="1"/>
          </p:cNvPicPr>
          <p:nvPr>
            <p:custDataLst>
              <p:tags r:id="rId22"/>
            </p:custDataLst>
          </p:nvPr>
        </p:nvPicPr>
        <p:blipFill>
          <a:blip r:embed="rId23"/>
          <a:stretch>
            <a:fillRect/>
          </a:stretch>
        </p:blipFill>
        <p:spPr>
          <a:xfrm>
            <a:off x="6083300" y="4089400"/>
            <a:ext cx="12700" cy="1371600"/>
          </a:xfrm>
          <a:prstGeom prst="rect">
            <a:avLst/>
          </a:prstGeom>
        </p:spPr>
      </p:pic>
      <p:pic>
        <p:nvPicPr>
          <p:cNvPr id="16" name="Image 14" descr="preencoded.png"/>
          <p:cNvPicPr>
            <a:picLocks noChangeAspect="1"/>
          </p:cNvPicPr>
          <p:nvPr>
            <p:custDataLst>
              <p:tags r:id="rId24"/>
            </p:custDataLst>
          </p:nvPr>
        </p:nvPicPr>
        <p:blipFill>
          <a:blip r:embed="rId25"/>
          <a:stretch>
            <a:fillRect/>
          </a:stretch>
        </p:blipFill>
        <p:spPr>
          <a:xfrm>
            <a:off x="6667500" y="1993900"/>
            <a:ext cx="4800600" cy="1409700"/>
          </a:xfrm>
          <a:prstGeom prst="rect">
            <a:avLst/>
          </a:prstGeom>
        </p:spPr>
      </p:pic>
      <p:pic>
        <p:nvPicPr>
          <p:cNvPr id="17" name="Image 15" descr="preencoded.png"/>
          <p:cNvPicPr>
            <a:picLocks noChangeAspect="1"/>
          </p:cNvPicPr>
          <p:nvPr>
            <p:custDataLst>
              <p:tags r:id="rId26"/>
            </p:custDataLst>
          </p:nvPr>
        </p:nvPicPr>
        <p:blipFill>
          <a:blip r:embed="rId8"/>
          <a:stretch>
            <a:fillRect/>
          </a:stretch>
        </p:blipFill>
        <p:spPr>
          <a:xfrm>
            <a:off x="6985000" y="2171700"/>
            <a:ext cx="4267200" cy="469900"/>
          </a:xfrm>
          <a:prstGeom prst="rect">
            <a:avLst/>
          </a:prstGeom>
        </p:spPr>
      </p:pic>
      <p:pic>
        <p:nvPicPr>
          <p:cNvPr id="18" name="Image 16" descr="preencoded.png"/>
          <p:cNvPicPr>
            <a:picLocks noChangeAspect="1"/>
          </p:cNvPicPr>
          <p:nvPr>
            <p:custDataLst>
              <p:tags r:id="rId27"/>
            </p:custDataLst>
          </p:nvPr>
        </p:nvPicPr>
        <p:blipFill>
          <a:blip r:embed="rId28"/>
          <a:stretch>
            <a:fillRect/>
          </a:stretch>
        </p:blipFill>
        <p:spPr>
          <a:xfrm>
            <a:off x="6985000" y="2514600"/>
            <a:ext cx="4267200" cy="774700"/>
          </a:xfrm>
          <a:prstGeom prst="rect">
            <a:avLst/>
          </a:prstGeom>
        </p:spPr>
      </p:pic>
      <p:pic>
        <p:nvPicPr>
          <p:cNvPr id="19" name="Image 17" descr="preencoded.png"/>
          <p:cNvPicPr>
            <a:picLocks noChangeAspect="1"/>
          </p:cNvPicPr>
          <p:nvPr>
            <p:custDataLst>
              <p:tags r:id="rId29"/>
            </p:custDataLst>
          </p:nvPr>
        </p:nvPicPr>
        <p:blipFill>
          <a:blip r:embed="rId30"/>
          <a:stretch>
            <a:fillRect/>
          </a:stretch>
        </p:blipFill>
        <p:spPr>
          <a:xfrm>
            <a:off x="6400800" y="2425700"/>
            <a:ext cx="546100" cy="546100"/>
          </a:xfrm>
          <a:prstGeom prst="rect">
            <a:avLst/>
          </a:prstGeom>
        </p:spPr>
      </p:pic>
      <p:pic>
        <p:nvPicPr>
          <p:cNvPr id="20" name="Image 18" descr="preencoded.png"/>
          <p:cNvPicPr>
            <a:picLocks noChangeAspect="1"/>
          </p:cNvPicPr>
          <p:nvPr>
            <p:custDataLst>
              <p:tags r:id="rId31"/>
            </p:custDataLst>
          </p:nvPr>
        </p:nvPicPr>
        <p:blipFill>
          <a:blip r:embed="rId32"/>
          <a:stretch>
            <a:fillRect/>
          </a:stretch>
        </p:blipFill>
        <p:spPr>
          <a:xfrm>
            <a:off x="6096000" y="2692400"/>
            <a:ext cx="12700" cy="1371600"/>
          </a:xfrm>
          <a:prstGeom prst="rect">
            <a:avLst/>
          </a:prstGeom>
        </p:spPr>
      </p:pic>
      <p:pic>
        <p:nvPicPr>
          <p:cNvPr id="21" name="Image 19" descr="preencoded.png"/>
          <p:cNvPicPr>
            <a:picLocks noChangeAspect="1"/>
          </p:cNvPicPr>
          <p:nvPr/>
        </p:nvPicPr>
        <p:blipFill>
          <a:blip r:embed="rId33"/>
          <a:stretch>
            <a:fillRect/>
          </a:stretch>
        </p:blipFill>
        <p:spPr>
          <a:xfrm>
            <a:off x="660400" y="342900"/>
            <a:ext cx="8686801" cy="635000"/>
          </a:xfrm>
          <a:prstGeom prst="rect">
            <a:avLst/>
          </a:prstGeom>
        </p:spPr>
      </p:pic>
      <p:pic>
        <p:nvPicPr>
          <p:cNvPr id="22" name="Image 20" descr="preencoded.png"/>
          <p:cNvPicPr>
            <a:picLocks noChangeAspect="1"/>
          </p:cNvPicPr>
          <p:nvPr/>
        </p:nvPicPr>
        <p:blipFill>
          <a:blip r:embed="rId34"/>
          <a:stretch>
            <a:fillRect/>
          </a:stretch>
        </p:blipFill>
        <p:spPr>
          <a:xfrm>
            <a:off x="552450" y="501650"/>
            <a:ext cx="101600" cy="368300"/>
          </a:xfrm>
          <a:prstGeom prst="rect">
            <a:avLst/>
          </a:prstGeom>
        </p:spPr>
      </p:pic>
      <p:pic>
        <p:nvPicPr>
          <p:cNvPr id="23" name="Image 21" descr="preencoded.png"/>
          <p:cNvPicPr>
            <a:picLocks noChangeAspect="1"/>
          </p:cNvPicPr>
          <p:nvPr>
            <p:custDataLst>
              <p:tags r:id="rId35"/>
            </p:custDataLst>
          </p:nvPr>
        </p:nvPicPr>
        <p:blipFill>
          <a:blip r:embed="rId36"/>
          <a:stretch>
            <a:fillRect/>
          </a:stretch>
        </p:blipFill>
        <p:spPr>
          <a:xfrm>
            <a:off x="5791200" y="4102100"/>
            <a:ext cx="304800" cy="12700"/>
          </a:xfrm>
          <a:prstGeom prst="rect">
            <a:avLst/>
          </a:prstGeom>
        </p:spPr>
      </p:pic>
      <p:pic>
        <p:nvPicPr>
          <p:cNvPr id="24" name="Image 22" descr="preencoded.png"/>
          <p:cNvPicPr>
            <a:picLocks noChangeAspect="1"/>
          </p:cNvPicPr>
          <p:nvPr>
            <p:custDataLst>
              <p:tags r:id="rId37"/>
            </p:custDataLst>
          </p:nvPr>
        </p:nvPicPr>
        <p:blipFill>
          <a:blip r:embed="rId38"/>
          <a:stretch>
            <a:fillRect/>
          </a:stretch>
        </p:blipFill>
        <p:spPr>
          <a:xfrm>
            <a:off x="6096000" y="2692400"/>
            <a:ext cx="304800" cy="12700"/>
          </a:xfrm>
          <a:prstGeom prst="rect">
            <a:avLst/>
          </a:prstGeom>
        </p:spPr>
      </p:pic>
      <p:pic>
        <p:nvPicPr>
          <p:cNvPr id="25" name="Image 23" descr="preencoded.png"/>
          <p:cNvPicPr>
            <a:picLocks noChangeAspect="1"/>
          </p:cNvPicPr>
          <p:nvPr>
            <p:custDataLst>
              <p:tags r:id="rId39"/>
            </p:custDataLst>
          </p:nvPr>
        </p:nvPicPr>
        <p:blipFill>
          <a:blip r:embed="rId40"/>
          <a:stretch>
            <a:fillRect/>
          </a:stretch>
        </p:blipFill>
        <p:spPr>
          <a:xfrm>
            <a:off x="6096000" y="5499100"/>
            <a:ext cx="304800" cy="12700"/>
          </a:xfrm>
          <a:prstGeom prst="rect">
            <a:avLst/>
          </a:prstGeom>
        </p:spPr>
      </p:pic>
      <p:sp>
        <p:nvSpPr>
          <p:cNvPr id="26" name="Text 0"/>
          <p:cNvSpPr/>
          <p:nvPr>
            <p:custDataLst>
              <p:tags r:id="rId41"/>
            </p:custDataLst>
          </p:nvPr>
        </p:nvSpPr>
        <p:spPr>
          <a:xfrm>
            <a:off x="7086600" y="5014119"/>
            <a:ext cx="4064001" cy="243681"/>
          </a:xfrm>
          <a:prstGeom prst="rect">
            <a:avLst/>
          </a:prstGeom>
          <a:noFill/>
        </p:spPr>
        <p:txBody>
          <a:bodyPr vert="horz" wrap="square" lIns="0" tIns="0" rIns="0" bIns="0" rtlCol="0" anchor="t"/>
          <a:lstStyle/>
          <a:p>
            <a:pPr marL="0" indent="0" algn="l">
              <a:lnSpc>
                <a:spcPts val="1920"/>
              </a:lnSpc>
              <a:buNone/>
            </a:pPr>
            <a:r>
              <a:rPr lang="en-US" sz="1600" dirty="0">
                <a:solidFill>
                  <a:srgbClr val="FFFFFF"/>
                </a:solidFill>
                <a:latin typeface="Outfit" pitchFamily="34" charset="0"/>
                <a:ea typeface="Outfit" pitchFamily="34" charset="-122"/>
                <a:cs typeface="Outfit" pitchFamily="34" charset="-120"/>
              </a:rPr>
              <a:t>Encoder point</a:t>
            </a:r>
            <a:endParaRPr lang="en-US" sz="1600" dirty="0"/>
          </a:p>
        </p:txBody>
      </p:sp>
      <p:sp>
        <p:nvSpPr>
          <p:cNvPr id="27" name="Text 1"/>
          <p:cNvSpPr/>
          <p:nvPr>
            <p:custDataLst>
              <p:tags r:id="rId42"/>
            </p:custDataLst>
          </p:nvPr>
        </p:nvSpPr>
        <p:spPr>
          <a:xfrm>
            <a:off x="7086600" y="5359400"/>
            <a:ext cx="4064000" cy="469900"/>
          </a:xfrm>
          <a:prstGeom prst="rect">
            <a:avLst/>
          </a:prstGeom>
          <a:noFill/>
        </p:spPr>
        <p:txBody>
          <a:bodyPr vert="horz" wrap="square" lIns="0" tIns="0" rIns="0" bIns="0" rtlCol="0" anchor="t"/>
          <a:lstStyle/>
          <a:p>
            <a:pPr marL="0" indent="0" algn="l">
              <a:lnSpc>
                <a:spcPct val="100000"/>
              </a:lnSpc>
              <a:buNone/>
            </a:pPr>
            <a:r>
              <a:rPr lang="en-US" sz="1600">
                <a:solidFill>
                  <a:schemeClr val="bg1"/>
                </a:solidFill>
                <a:latin typeface="Times New Roman" panose="02020603050405020304" charset="0"/>
                <a:cs typeface="Times New Roman" panose="02020603050405020304" charset="0"/>
                <a:sym typeface="+mn-ea"/>
              </a:rPr>
              <a:t>It saves the result from the positional embedding for the next step</a:t>
            </a:r>
            <a:r>
              <a:rPr lang="en-US" altLang="en-US" sz="1600" dirty="0">
                <a:solidFill>
                  <a:schemeClr val="bg1"/>
                </a:solidFill>
                <a:latin typeface="Times New Roman" panose="02020603050405020304" charset="0"/>
                <a:cs typeface="Times New Roman" panose="02020603050405020304" charset="0"/>
                <a:sym typeface="+mn-ea"/>
              </a:rPr>
              <a:t>.</a:t>
            </a:r>
            <a:endParaRPr lang="en-US" altLang="en-US" sz="1600" dirty="0">
              <a:solidFill>
                <a:schemeClr val="bg1"/>
              </a:solidFill>
              <a:latin typeface="Times New Roman" panose="02020603050405020304" charset="0"/>
              <a:cs typeface="Times New Roman" panose="02020603050405020304" charset="0"/>
              <a:sym typeface="+mn-ea"/>
            </a:endParaRPr>
          </a:p>
        </p:txBody>
      </p:sp>
      <p:sp>
        <p:nvSpPr>
          <p:cNvPr id="28" name="Text 2"/>
          <p:cNvSpPr/>
          <p:nvPr>
            <p:custDataLst>
              <p:tags r:id="rId43"/>
            </p:custDataLst>
          </p:nvPr>
        </p:nvSpPr>
        <p:spPr>
          <a:xfrm>
            <a:off x="6468110" y="5342930"/>
            <a:ext cx="411480" cy="274241"/>
          </a:xfrm>
          <a:prstGeom prst="rect">
            <a:avLst/>
          </a:prstGeom>
          <a:noFill/>
        </p:spPr>
        <p:txBody>
          <a:bodyPr vert="horz" wrap="square" lIns="0" tIns="0" rIns="0" bIns="0" rtlCol="0" anchor="t"/>
          <a:lstStyle/>
          <a:p>
            <a:pPr marL="0" indent="0" algn="ctr">
              <a:lnSpc>
                <a:spcPts val="2160"/>
              </a:lnSpc>
              <a:buNone/>
            </a:pPr>
            <a:r>
              <a:rPr lang="en-US" sz="1800" b="1" dirty="0">
                <a:solidFill>
                  <a:srgbClr val="000000"/>
                </a:solidFill>
                <a:latin typeface="Outfit" pitchFamily="34" charset="0"/>
                <a:ea typeface="Outfit" pitchFamily="34" charset="-122"/>
                <a:cs typeface="Outfit" pitchFamily="34" charset="-120"/>
              </a:rPr>
              <a:t>03</a:t>
            </a:r>
            <a:endParaRPr lang="en-US" sz="1800" dirty="0"/>
          </a:p>
        </p:txBody>
      </p:sp>
      <p:sp>
        <p:nvSpPr>
          <p:cNvPr id="29" name="Text 3"/>
          <p:cNvSpPr/>
          <p:nvPr>
            <p:custDataLst>
              <p:tags r:id="rId44"/>
            </p:custDataLst>
          </p:nvPr>
        </p:nvSpPr>
        <p:spPr>
          <a:xfrm>
            <a:off x="1041400" y="3517900"/>
            <a:ext cx="4064000" cy="243681"/>
          </a:xfrm>
          <a:prstGeom prst="rect">
            <a:avLst/>
          </a:prstGeom>
          <a:noFill/>
        </p:spPr>
        <p:txBody>
          <a:bodyPr vert="horz" wrap="square" lIns="0" tIns="0" rIns="0" bIns="0" rtlCol="0" anchor="t"/>
          <a:lstStyle/>
          <a:p>
            <a:pPr marL="0" indent="0" algn="l">
              <a:lnSpc>
                <a:spcPts val="1920"/>
              </a:lnSpc>
              <a:buNone/>
            </a:pPr>
            <a:r>
              <a:rPr lang="en-US" sz="1600" dirty="0">
                <a:solidFill>
                  <a:srgbClr val="FFFFFF"/>
                </a:solidFill>
                <a:latin typeface="Outfit" pitchFamily="34" charset="0"/>
                <a:ea typeface="Outfit" pitchFamily="34" charset="-122"/>
                <a:cs typeface="Outfit" pitchFamily="34" charset="-120"/>
              </a:rPr>
              <a:t>Positional Embedding</a:t>
            </a:r>
            <a:endParaRPr lang="en-US" sz="1600" dirty="0"/>
          </a:p>
        </p:txBody>
      </p:sp>
      <p:sp>
        <p:nvSpPr>
          <p:cNvPr id="30" name="Text 4"/>
          <p:cNvSpPr/>
          <p:nvPr>
            <p:custDataLst>
              <p:tags r:id="rId45"/>
            </p:custDataLst>
          </p:nvPr>
        </p:nvSpPr>
        <p:spPr>
          <a:xfrm>
            <a:off x="1041400" y="3943350"/>
            <a:ext cx="4102100" cy="400050"/>
          </a:xfrm>
          <a:prstGeom prst="rect">
            <a:avLst/>
          </a:prstGeom>
          <a:noFill/>
        </p:spPr>
        <p:txBody>
          <a:bodyPr vert="horz" wrap="square" lIns="0" tIns="0" rIns="0" bIns="0" rtlCol="0" anchor="t"/>
          <a:lstStyle/>
          <a:p>
            <a:pPr marL="0" indent="0" algn="l">
              <a:lnSpc>
                <a:spcPct val="100000"/>
              </a:lnSpc>
              <a:buNone/>
            </a:pPr>
            <a:r>
              <a:rPr lang="en-US" altLang="en-US" sz="1600" dirty="0">
                <a:solidFill>
                  <a:srgbClr val="FFFFFF"/>
                </a:solidFill>
                <a:latin typeface="Times New Roman" panose="02020603050405020304" charset="0"/>
                <a:ea typeface="Outfit" pitchFamily="34" charset="-122"/>
                <a:cs typeface="Times New Roman" panose="02020603050405020304" charset="0"/>
              </a:rPr>
              <a:t>It shows the relationship between each word and the other</a:t>
            </a:r>
            <a:endParaRPr lang="en-US" sz="1600" dirty="0">
              <a:solidFill>
                <a:srgbClr val="FFFFFF"/>
              </a:solidFill>
              <a:latin typeface="Times New Roman" panose="02020603050405020304" charset="0"/>
              <a:ea typeface="Outfit" pitchFamily="34" charset="-122"/>
              <a:cs typeface="Times New Roman" panose="02020603050405020304" charset="0"/>
            </a:endParaRPr>
          </a:p>
        </p:txBody>
      </p:sp>
      <p:sp>
        <p:nvSpPr>
          <p:cNvPr id="31" name="Text 5"/>
          <p:cNvSpPr/>
          <p:nvPr>
            <p:custDataLst>
              <p:tags r:id="rId46"/>
            </p:custDataLst>
          </p:nvPr>
        </p:nvSpPr>
        <p:spPr>
          <a:xfrm>
            <a:off x="5312410" y="3971330"/>
            <a:ext cx="411480" cy="274241"/>
          </a:xfrm>
          <a:prstGeom prst="rect">
            <a:avLst/>
          </a:prstGeom>
          <a:noFill/>
        </p:spPr>
        <p:txBody>
          <a:bodyPr vert="horz" wrap="square" lIns="0" tIns="0" rIns="0" bIns="0" rtlCol="0" anchor="t"/>
          <a:lstStyle/>
          <a:p>
            <a:pPr marL="0" indent="0" algn="ctr">
              <a:lnSpc>
                <a:spcPts val="2160"/>
              </a:lnSpc>
              <a:buNone/>
            </a:pPr>
            <a:r>
              <a:rPr lang="en-US" sz="1800" b="1" dirty="0">
                <a:solidFill>
                  <a:srgbClr val="000000"/>
                </a:solidFill>
                <a:latin typeface="Outfit" pitchFamily="34" charset="0"/>
                <a:ea typeface="Outfit" pitchFamily="34" charset="-122"/>
                <a:cs typeface="Outfit" pitchFamily="34" charset="-120"/>
              </a:rPr>
              <a:t>02</a:t>
            </a:r>
            <a:endParaRPr lang="en-US" sz="1800" dirty="0"/>
          </a:p>
        </p:txBody>
      </p:sp>
      <p:sp>
        <p:nvSpPr>
          <p:cNvPr id="32" name="Text 6"/>
          <p:cNvSpPr/>
          <p:nvPr>
            <p:custDataLst>
              <p:tags r:id="rId47"/>
            </p:custDataLst>
          </p:nvPr>
        </p:nvSpPr>
        <p:spPr>
          <a:xfrm>
            <a:off x="7086600" y="2184400"/>
            <a:ext cx="4292601" cy="243681"/>
          </a:xfrm>
          <a:prstGeom prst="rect">
            <a:avLst/>
          </a:prstGeom>
          <a:noFill/>
        </p:spPr>
        <p:txBody>
          <a:bodyPr vert="horz" wrap="square" lIns="0" tIns="0" rIns="0" bIns="0" rtlCol="0" anchor="t"/>
          <a:lstStyle/>
          <a:p>
            <a:pPr marL="0" indent="0" algn="l">
              <a:lnSpc>
                <a:spcPts val="1920"/>
              </a:lnSpc>
              <a:buNone/>
            </a:pPr>
            <a:r>
              <a:rPr lang="en-US" sz="1600" dirty="0">
                <a:solidFill>
                  <a:srgbClr val="FFFFFF"/>
                </a:solidFill>
                <a:latin typeface="Outfit" pitchFamily="34" charset="0"/>
                <a:ea typeface="Outfit" pitchFamily="34" charset="-122"/>
                <a:cs typeface="Outfit" pitchFamily="34" charset="-120"/>
              </a:rPr>
              <a:t>Tokenizer (Embedding)</a:t>
            </a:r>
            <a:endParaRPr lang="en-US" sz="1600" dirty="0"/>
          </a:p>
        </p:txBody>
      </p:sp>
      <p:sp>
        <p:nvSpPr>
          <p:cNvPr id="33" name="Text 7"/>
          <p:cNvSpPr/>
          <p:nvPr>
            <p:custDataLst>
              <p:tags r:id="rId48"/>
            </p:custDataLst>
          </p:nvPr>
        </p:nvSpPr>
        <p:spPr>
          <a:xfrm>
            <a:off x="7086600" y="2546350"/>
            <a:ext cx="4089400" cy="565150"/>
          </a:xfrm>
          <a:prstGeom prst="rect">
            <a:avLst/>
          </a:prstGeom>
          <a:noFill/>
        </p:spPr>
        <p:txBody>
          <a:bodyPr vert="horz" wrap="square" lIns="0" tIns="0" rIns="0" bIns="0" rtlCol="0" anchor="t"/>
          <a:lstStyle/>
          <a:p>
            <a:pPr marL="0" indent="0" algn="l">
              <a:lnSpc>
                <a:spcPct val="100000"/>
              </a:lnSpc>
              <a:buNone/>
            </a:pPr>
            <a:r>
              <a:rPr lang="en-US" altLang="en-US" sz="1600" dirty="0">
                <a:solidFill>
                  <a:srgbClr val="FFFFFF"/>
                </a:solidFill>
                <a:latin typeface="Times New Roman" panose="02020603050405020304" charset="0"/>
                <a:ea typeface="Outfit" pitchFamily="34" charset="-122"/>
                <a:cs typeface="Times New Roman" panose="02020603050405020304" charset="0"/>
              </a:rPr>
              <a:t>It means that every word has an ID and it is unique for it.</a:t>
            </a:r>
            <a:endParaRPr lang="en-US" sz="1600" dirty="0">
              <a:solidFill>
                <a:srgbClr val="FFFFFF"/>
              </a:solidFill>
              <a:latin typeface="Times New Roman" panose="02020603050405020304" charset="0"/>
              <a:ea typeface="Outfit" pitchFamily="34" charset="-122"/>
              <a:cs typeface="Times New Roman" panose="02020603050405020304" charset="0"/>
            </a:endParaRPr>
          </a:p>
        </p:txBody>
      </p:sp>
      <p:sp>
        <p:nvSpPr>
          <p:cNvPr id="34" name="Text 8"/>
          <p:cNvSpPr/>
          <p:nvPr>
            <p:custDataLst>
              <p:tags r:id="rId49"/>
            </p:custDataLst>
          </p:nvPr>
        </p:nvSpPr>
        <p:spPr>
          <a:xfrm>
            <a:off x="6468110" y="2561630"/>
            <a:ext cx="411480" cy="274241"/>
          </a:xfrm>
          <a:prstGeom prst="rect">
            <a:avLst/>
          </a:prstGeom>
          <a:noFill/>
        </p:spPr>
        <p:txBody>
          <a:bodyPr vert="horz" wrap="square" lIns="0" tIns="0" rIns="0" bIns="0" rtlCol="0" anchor="t"/>
          <a:lstStyle/>
          <a:p>
            <a:pPr marL="0" indent="0" algn="ctr">
              <a:lnSpc>
                <a:spcPts val="2160"/>
              </a:lnSpc>
              <a:buNone/>
            </a:pPr>
            <a:r>
              <a:rPr lang="en-US" sz="1800" b="1" dirty="0">
                <a:solidFill>
                  <a:srgbClr val="000000"/>
                </a:solidFill>
                <a:latin typeface="Outfit" pitchFamily="34" charset="0"/>
                <a:ea typeface="Outfit" pitchFamily="34" charset="-122"/>
                <a:cs typeface="Outfit" pitchFamily="34" charset="-120"/>
              </a:rPr>
              <a:t>01</a:t>
            </a:r>
            <a:endParaRPr lang="en-US" sz="1800" dirty="0"/>
          </a:p>
        </p:txBody>
      </p:sp>
      <p:sp>
        <p:nvSpPr>
          <p:cNvPr id="35" name="Text 9"/>
          <p:cNvSpPr/>
          <p:nvPr/>
        </p:nvSpPr>
        <p:spPr>
          <a:xfrm>
            <a:off x="749300" y="341908"/>
            <a:ext cx="11258551" cy="597892"/>
          </a:xfrm>
          <a:prstGeom prst="rect">
            <a:avLst/>
          </a:prstGeom>
          <a:noFill/>
        </p:spPr>
        <p:txBody>
          <a:bodyPr vert="horz" wrap="square" lIns="0" tIns="0" rIns="0" bIns="0" rtlCol="0" anchor="t"/>
          <a:lstStyle/>
          <a:p>
            <a:pPr marL="0" indent="0" algn="l">
              <a:lnSpc>
                <a:spcPts val="4610"/>
              </a:lnSpc>
              <a:buNone/>
            </a:pPr>
            <a:r>
              <a:rPr lang="en-US" sz="3200" b="1" dirty="0">
                <a:solidFill>
                  <a:srgbClr val="FFFFFF"/>
                </a:solidFill>
                <a:latin typeface="Poppins_Bold" pitchFamily="34" charset="0"/>
                <a:ea typeface="Poppins_Bold" pitchFamily="34" charset="-122"/>
                <a:cs typeface="Poppins_Bold" pitchFamily="34" charset="-120"/>
              </a:rPr>
              <a:t>Transformers Architecture</a:t>
            </a:r>
            <a:endParaRPr lang="en-US" sz="3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2"/>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3"/>
          <a:stretch>
            <a:fillRect/>
          </a:stretch>
        </p:blipFill>
        <p:spPr>
          <a:xfrm>
            <a:off x="0" y="0"/>
            <a:ext cx="12192000" cy="6858000"/>
          </a:xfrm>
          <a:prstGeom prst="rect">
            <a:avLst/>
          </a:prstGeom>
        </p:spPr>
      </p:pic>
      <p:pic>
        <p:nvPicPr>
          <p:cNvPr id="5" name="Image 3" descr="preencoded.png"/>
          <p:cNvPicPr>
            <a:picLocks noChangeAspect="1"/>
          </p:cNvPicPr>
          <p:nvPr/>
        </p:nvPicPr>
        <p:blipFill>
          <a:blip r:embed="rId4"/>
          <a:stretch>
            <a:fillRect/>
          </a:stretch>
        </p:blipFill>
        <p:spPr>
          <a:xfrm>
            <a:off x="0" y="0"/>
            <a:ext cx="12192000" cy="6858000"/>
          </a:xfrm>
          <a:prstGeom prst="rect">
            <a:avLst/>
          </a:prstGeom>
        </p:spPr>
      </p:pic>
      <p:pic>
        <p:nvPicPr>
          <p:cNvPr id="6" name="Image 4" descr="preencoded.png"/>
          <p:cNvPicPr>
            <a:picLocks noChangeAspect="1"/>
          </p:cNvPicPr>
          <p:nvPr>
            <p:custDataLst>
              <p:tags r:id="rId5"/>
            </p:custDataLst>
          </p:nvPr>
        </p:nvPicPr>
        <p:blipFill>
          <a:blip r:embed="rId6"/>
          <a:stretch>
            <a:fillRect/>
          </a:stretch>
        </p:blipFill>
        <p:spPr>
          <a:xfrm>
            <a:off x="6667500" y="4838700"/>
            <a:ext cx="4800600" cy="1397000"/>
          </a:xfrm>
          <a:prstGeom prst="rect">
            <a:avLst/>
          </a:prstGeom>
        </p:spPr>
      </p:pic>
      <p:pic>
        <p:nvPicPr>
          <p:cNvPr id="7" name="Image 5" descr="preencoded.png"/>
          <p:cNvPicPr>
            <a:picLocks noChangeAspect="1"/>
          </p:cNvPicPr>
          <p:nvPr>
            <p:custDataLst>
              <p:tags r:id="rId7"/>
            </p:custDataLst>
          </p:nvPr>
        </p:nvPicPr>
        <p:blipFill>
          <a:blip r:embed="rId8"/>
          <a:stretch>
            <a:fillRect/>
          </a:stretch>
        </p:blipFill>
        <p:spPr>
          <a:xfrm>
            <a:off x="6985000" y="4889500"/>
            <a:ext cx="4267200" cy="469900"/>
          </a:xfrm>
          <a:prstGeom prst="rect">
            <a:avLst/>
          </a:prstGeom>
        </p:spPr>
      </p:pic>
      <p:pic>
        <p:nvPicPr>
          <p:cNvPr id="8" name="Image 6" descr="preencoded.png"/>
          <p:cNvPicPr>
            <a:picLocks noChangeAspect="1"/>
          </p:cNvPicPr>
          <p:nvPr>
            <p:custDataLst>
              <p:tags r:id="rId9"/>
            </p:custDataLst>
          </p:nvPr>
        </p:nvPicPr>
        <p:blipFill>
          <a:blip r:embed="rId10"/>
          <a:stretch>
            <a:fillRect/>
          </a:stretch>
        </p:blipFill>
        <p:spPr>
          <a:xfrm>
            <a:off x="6985000" y="5232400"/>
            <a:ext cx="4267200" cy="952500"/>
          </a:xfrm>
          <a:prstGeom prst="rect">
            <a:avLst/>
          </a:prstGeom>
        </p:spPr>
      </p:pic>
      <p:pic>
        <p:nvPicPr>
          <p:cNvPr id="9" name="Image 7" descr="preencoded.png"/>
          <p:cNvPicPr>
            <a:picLocks noChangeAspect="1"/>
          </p:cNvPicPr>
          <p:nvPr>
            <p:custDataLst>
              <p:tags r:id="rId11"/>
            </p:custDataLst>
          </p:nvPr>
        </p:nvPicPr>
        <p:blipFill>
          <a:blip r:embed="rId12"/>
          <a:stretch>
            <a:fillRect/>
          </a:stretch>
        </p:blipFill>
        <p:spPr>
          <a:xfrm>
            <a:off x="6400800" y="5207000"/>
            <a:ext cx="546100" cy="546100"/>
          </a:xfrm>
          <a:prstGeom prst="rect">
            <a:avLst/>
          </a:prstGeom>
        </p:spPr>
      </p:pic>
      <p:pic>
        <p:nvPicPr>
          <p:cNvPr id="10" name="Image 8" descr="preencoded.png"/>
          <p:cNvPicPr>
            <a:picLocks noChangeAspect="1"/>
          </p:cNvPicPr>
          <p:nvPr>
            <p:custDataLst>
              <p:tags r:id="rId13"/>
            </p:custDataLst>
          </p:nvPr>
        </p:nvPicPr>
        <p:blipFill>
          <a:blip r:embed="rId14"/>
          <a:stretch>
            <a:fillRect/>
          </a:stretch>
        </p:blipFill>
        <p:spPr>
          <a:xfrm>
            <a:off x="6096000" y="5486400"/>
            <a:ext cx="12700" cy="1371600"/>
          </a:xfrm>
          <a:prstGeom prst="rect">
            <a:avLst/>
          </a:prstGeom>
        </p:spPr>
      </p:pic>
      <p:pic>
        <p:nvPicPr>
          <p:cNvPr id="11" name="Image 9" descr="preencoded.png"/>
          <p:cNvPicPr>
            <a:picLocks noChangeAspect="1"/>
          </p:cNvPicPr>
          <p:nvPr>
            <p:custDataLst>
              <p:tags r:id="rId15"/>
            </p:custDataLst>
          </p:nvPr>
        </p:nvPicPr>
        <p:blipFill>
          <a:blip r:embed="rId16"/>
          <a:stretch>
            <a:fillRect/>
          </a:stretch>
        </p:blipFill>
        <p:spPr>
          <a:xfrm>
            <a:off x="723900" y="3403600"/>
            <a:ext cx="4800600" cy="1397000"/>
          </a:xfrm>
          <a:prstGeom prst="rect">
            <a:avLst/>
          </a:prstGeom>
        </p:spPr>
      </p:pic>
      <p:pic>
        <p:nvPicPr>
          <p:cNvPr id="12" name="Image 10" descr="preencoded.png"/>
          <p:cNvPicPr>
            <a:picLocks noChangeAspect="1"/>
          </p:cNvPicPr>
          <p:nvPr>
            <p:custDataLst>
              <p:tags r:id="rId17"/>
            </p:custDataLst>
          </p:nvPr>
        </p:nvPicPr>
        <p:blipFill>
          <a:blip r:embed="rId8"/>
          <a:stretch>
            <a:fillRect/>
          </a:stretch>
        </p:blipFill>
        <p:spPr>
          <a:xfrm>
            <a:off x="939800" y="3492500"/>
            <a:ext cx="4267200" cy="469900"/>
          </a:xfrm>
          <a:prstGeom prst="rect">
            <a:avLst/>
          </a:prstGeom>
        </p:spPr>
      </p:pic>
      <p:pic>
        <p:nvPicPr>
          <p:cNvPr id="13" name="Image 11" descr="preencoded.png"/>
          <p:cNvPicPr>
            <a:picLocks noChangeAspect="1"/>
          </p:cNvPicPr>
          <p:nvPr>
            <p:custDataLst>
              <p:tags r:id="rId18"/>
            </p:custDataLst>
          </p:nvPr>
        </p:nvPicPr>
        <p:blipFill>
          <a:blip r:embed="rId19"/>
          <a:stretch>
            <a:fillRect/>
          </a:stretch>
        </p:blipFill>
        <p:spPr>
          <a:xfrm>
            <a:off x="939800" y="3835400"/>
            <a:ext cx="4305300" cy="952500"/>
          </a:xfrm>
          <a:prstGeom prst="rect">
            <a:avLst/>
          </a:prstGeom>
        </p:spPr>
      </p:pic>
      <p:pic>
        <p:nvPicPr>
          <p:cNvPr id="14" name="Image 12" descr="preencoded.png"/>
          <p:cNvPicPr>
            <a:picLocks noChangeAspect="1"/>
          </p:cNvPicPr>
          <p:nvPr>
            <p:custDataLst>
              <p:tags r:id="rId20"/>
            </p:custDataLst>
          </p:nvPr>
        </p:nvPicPr>
        <p:blipFill>
          <a:blip r:embed="rId21"/>
          <a:stretch>
            <a:fillRect/>
          </a:stretch>
        </p:blipFill>
        <p:spPr>
          <a:xfrm>
            <a:off x="5245100" y="3835400"/>
            <a:ext cx="546100" cy="546100"/>
          </a:xfrm>
          <a:prstGeom prst="rect">
            <a:avLst/>
          </a:prstGeom>
        </p:spPr>
      </p:pic>
      <p:pic>
        <p:nvPicPr>
          <p:cNvPr id="15" name="Image 13" descr="preencoded.png"/>
          <p:cNvPicPr>
            <a:picLocks noChangeAspect="1"/>
          </p:cNvPicPr>
          <p:nvPr>
            <p:custDataLst>
              <p:tags r:id="rId22"/>
            </p:custDataLst>
          </p:nvPr>
        </p:nvPicPr>
        <p:blipFill>
          <a:blip r:embed="rId23"/>
          <a:stretch>
            <a:fillRect/>
          </a:stretch>
        </p:blipFill>
        <p:spPr>
          <a:xfrm>
            <a:off x="6083300" y="4089400"/>
            <a:ext cx="12700" cy="1371600"/>
          </a:xfrm>
          <a:prstGeom prst="rect">
            <a:avLst/>
          </a:prstGeom>
        </p:spPr>
      </p:pic>
      <p:pic>
        <p:nvPicPr>
          <p:cNvPr id="16" name="Image 14" descr="preencoded.png"/>
          <p:cNvPicPr>
            <a:picLocks noChangeAspect="1"/>
          </p:cNvPicPr>
          <p:nvPr>
            <p:custDataLst>
              <p:tags r:id="rId24"/>
            </p:custDataLst>
          </p:nvPr>
        </p:nvPicPr>
        <p:blipFill>
          <a:blip r:embed="rId25"/>
          <a:stretch>
            <a:fillRect/>
          </a:stretch>
        </p:blipFill>
        <p:spPr>
          <a:xfrm>
            <a:off x="6667500" y="1993900"/>
            <a:ext cx="4800600" cy="1409700"/>
          </a:xfrm>
          <a:prstGeom prst="rect">
            <a:avLst/>
          </a:prstGeom>
        </p:spPr>
      </p:pic>
      <p:pic>
        <p:nvPicPr>
          <p:cNvPr id="17" name="Image 15" descr="preencoded.png"/>
          <p:cNvPicPr>
            <a:picLocks noChangeAspect="1"/>
          </p:cNvPicPr>
          <p:nvPr>
            <p:custDataLst>
              <p:tags r:id="rId26"/>
            </p:custDataLst>
          </p:nvPr>
        </p:nvPicPr>
        <p:blipFill>
          <a:blip r:embed="rId8"/>
          <a:stretch>
            <a:fillRect/>
          </a:stretch>
        </p:blipFill>
        <p:spPr>
          <a:xfrm>
            <a:off x="6985000" y="2171700"/>
            <a:ext cx="4267200" cy="469900"/>
          </a:xfrm>
          <a:prstGeom prst="rect">
            <a:avLst/>
          </a:prstGeom>
        </p:spPr>
      </p:pic>
      <p:pic>
        <p:nvPicPr>
          <p:cNvPr id="18" name="Image 16" descr="preencoded.png"/>
          <p:cNvPicPr>
            <a:picLocks noChangeAspect="1"/>
          </p:cNvPicPr>
          <p:nvPr>
            <p:custDataLst>
              <p:tags r:id="rId27"/>
            </p:custDataLst>
          </p:nvPr>
        </p:nvPicPr>
        <p:blipFill>
          <a:blip r:embed="rId28"/>
          <a:stretch>
            <a:fillRect/>
          </a:stretch>
        </p:blipFill>
        <p:spPr>
          <a:xfrm>
            <a:off x="6985000" y="2514600"/>
            <a:ext cx="4267200" cy="774700"/>
          </a:xfrm>
          <a:prstGeom prst="rect">
            <a:avLst/>
          </a:prstGeom>
        </p:spPr>
      </p:pic>
      <p:pic>
        <p:nvPicPr>
          <p:cNvPr id="19" name="Image 17" descr="preencoded.png"/>
          <p:cNvPicPr>
            <a:picLocks noChangeAspect="1"/>
          </p:cNvPicPr>
          <p:nvPr>
            <p:custDataLst>
              <p:tags r:id="rId29"/>
            </p:custDataLst>
          </p:nvPr>
        </p:nvPicPr>
        <p:blipFill>
          <a:blip r:embed="rId30"/>
          <a:stretch>
            <a:fillRect/>
          </a:stretch>
        </p:blipFill>
        <p:spPr>
          <a:xfrm>
            <a:off x="6400800" y="2425700"/>
            <a:ext cx="546100" cy="546100"/>
          </a:xfrm>
          <a:prstGeom prst="rect">
            <a:avLst/>
          </a:prstGeom>
        </p:spPr>
      </p:pic>
      <p:pic>
        <p:nvPicPr>
          <p:cNvPr id="20" name="Image 18" descr="preencoded.png"/>
          <p:cNvPicPr>
            <a:picLocks noChangeAspect="1"/>
          </p:cNvPicPr>
          <p:nvPr>
            <p:custDataLst>
              <p:tags r:id="rId31"/>
            </p:custDataLst>
          </p:nvPr>
        </p:nvPicPr>
        <p:blipFill>
          <a:blip r:embed="rId32"/>
          <a:stretch>
            <a:fillRect/>
          </a:stretch>
        </p:blipFill>
        <p:spPr>
          <a:xfrm>
            <a:off x="6096000" y="2692400"/>
            <a:ext cx="12700" cy="1371600"/>
          </a:xfrm>
          <a:prstGeom prst="rect">
            <a:avLst/>
          </a:prstGeom>
        </p:spPr>
      </p:pic>
      <p:pic>
        <p:nvPicPr>
          <p:cNvPr id="21" name="Image 19" descr="preencoded.png"/>
          <p:cNvPicPr>
            <a:picLocks noChangeAspect="1"/>
          </p:cNvPicPr>
          <p:nvPr/>
        </p:nvPicPr>
        <p:blipFill>
          <a:blip r:embed="rId33"/>
          <a:stretch>
            <a:fillRect/>
          </a:stretch>
        </p:blipFill>
        <p:spPr>
          <a:xfrm>
            <a:off x="660400" y="342900"/>
            <a:ext cx="8686801" cy="635000"/>
          </a:xfrm>
          <a:prstGeom prst="rect">
            <a:avLst/>
          </a:prstGeom>
        </p:spPr>
      </p:pic>
      <p:pic>
        <p:nvPicPr>
          <p:cNvPr id="22" name="Image 20" descr="preencoded.png"/>
          <p:cNvPicPr>
            <a:picLocks noChangeAspect="1"/>
          </p:cNvPicPr>
          <p:nvPr/>
        </p:nvPicPr>
        <p:blipFill>
          <a:blip r:embed="rId34"/>
          <a:stretch>
            <a:fillRect/>
          </a:stretch>
        </p:blipFill>
        <p:spPr>
          <a:xfrm>
            <a:off x="552450" y="501650"/>
            <a:ext cx="101600" cy="368300"/>
          </a:xfrm>
          <a:prstGeom prst="rect">
            <a:avLst/>
          </a:prstGeom>
        </p:spPr>
      </p:pic>
      <p:pic>
        <p:nvPicPr>
          <p:cNvPr id="23" name="Image 21" descr="preencoded.png"/>
          <p:cNvPicPr>
            <a:picLocks noChangeAspect="1"/>
          </p:cNvPicPr>
          <p:nvPr>
            <p:custDataLst>
              <p:tags r:id="rId35"/>
            </p:custDataLst>
          </p:nvPr>
        </p:nvPicPr>
        <p:blipFill>
          <a:blip r:embed="rId36"/>
          <a:stretch>
            <a:fillRect/>
          </a:stretch>
        </p:blipFill>
        <p:spPr>
          <a:xfrm>
            <a:off x="5791200" y="4102100"/>
            <a:ext cx="304800" cy="12700"/>
          </a:xfrm>
          <a:prstGeom prst="rect">
            <a:avLst/>
          </a:prstGeom>
        </p:spPr>
      </p:pic>
      <p:pic>
        <p:nvPicPr>
          <p:cNvPr id="24" name="Image 22" descr="preencoded.png"/>
          <p:cNvPicPr>
            <a:picLocks noChangeAspect="1"/>
          </p:cNvPicPr>
          <p:nvPr>
            <p:custDataLst>
              <p:tags r:id="rId37"/>
            </p:custDataLst>
          </p:nvPr>
        </p:nvPicPr>
        <p:blipFill>
          <a:blip r:embed="rId38"/>
          <a:stretch>
            <a:fillRect/>
          </a:stretch>
        </p:blipFill>
        <p:spPr>
          <a:xfrm>
            <a:off x="6096000" y="2692400"/>
            <a:ext cx="304800" cy="12700"/>
          </a:xfrm>
          <a:prstGeom prst="rect">
            <a:avLst/>
          </a:prstGeom>
        </p:spPr>
      </p:pic>
      <p:pic>
        <p:nvPicPr>
          <p:cNvPr id="25" name="Image 23" descr="preencoded.png"/>
          <p:cNvPicPr>
            <a:picLocks noChangeAspect="1"/>
          </p:cNvPicPr>
          <p:nvPr>
            <p:custDataLst>
              <p:tags r:id="rId39"/>
            </p:custDataLst>
          </p:nvPr>
        </p:nvPicPr>
        <p:blipFill>
          <a:blip r:embed="rId40"/>
          <a:stretch>
            <a:fillRect/>
          </a:stretch>
        </p:blipFill>
        <p:spPr>
          <a:xfrm>
            <a:off x="6096000" y="5499100"/>
            <a:ext cx="304800" cy="12700"/>
          </a:xfrm>
          <a:prstGeom prst="rect">
            <a:avLst/>
          </a:prstGeom>
        </p:spPr>
      </p:pic>
      <p:sp>
        <p:nvSpPr>
          <p:cNvPr id="26" name="Text 0"/>
          <p:cNvSpPr/>
          <p:nvPr>
            <p:custDataLst>
              <p:tags r:id="rId41"/>
            </p:custDataLst>
          </p:nvPr>
        </p:nvSpPr>
        <p:spPr>
          <a:xfrm>
            <a:off x="7086600" y="5014119"/>
            <a:ext cx="4064001" cy="243681"/>
          </a:xfrm>
          <a:prstGeom prst="rect">
            <a:avLst/>
          </a:prstGeom>
          <a:noFill/>
        </p:spPr>
        <p:txBody>
          <a:bodyPr vert="horz" wrap="square" lIns="0" tIns="0" rIns="0" bIns="0" rtlCol="0" anchor="t"/>
          <a:lstStyle/>
          <a:p>
            <a:pPr marL="0" indent="0" algn="l">
              <a:lnSpc>
                <a:spcPts val="1920"/>
              </a:lnSpc>
              <a:buNone/>
            </a:pPr>
            <a:r>
              <a:rPr lang="en-US" sz="1600" dirty="0">
                <a:solidFill>
                  <a:srgbClr val="FFFFFF"/>
                </a:solidFill>
                <a:latin typeface="Outfit" pitchFamily="34" charset="0"/>
                <a:ea typeface="Outfit" pitchFamily="34" charset="-122"/>
                <a:cs typeface="Outfit" pitchFamily="34" charset="-120"/>
              </a:rPr>
              <a:t>Feed Forward</a:t>
            </a:r>
            <a:endParaRPr lang="en-US" sz="1600" dirty="0"/>
          </a:p>
        </p:txBody>
      </p:sp>
      <p:sp>
        <p:nvSpPr>
          <p:cNvPr id="27" name="Text 1"/>
          <p:cNvSpPr/>
          <p:nvPr>
            <p:custDataLst>
              <p:tags r:id="rId42"/>
            </p:custDataLst>
          </p:nvPr>
        </p:nvSpPr>
        <p:spPr>
          <a:xfrm>
            <a:off x="7086600" y="5359400"/>
            <a:ext cx="4064000" cy="469900"/>
          </a:xfrm>
          <a:prstGeom prst="rect">
            <a:avLst/>
          </a:prstGeom>
          <a:noFill/>
        </p:spPr>
        <p:txBody>
          <a:bodyPr vert="horz" wrap="square" lIns="0" tIns="0" rIns="0" bIns="0" rtlCol="0" anchor="t"/>
          <a:lstStyle/>
          <a:p>
            <a:pPr marL="0" indent="0" algn="l">
              <a:lnSpc>
                <a:spcPct val="100000"/>
              </a:lnSpc>
              <a:buNone/>
            </a:pPr>
            <a:r>
              <a:rPr lang="en-US" altLang="en-US" sz="1600" dirty="0">
                <a:solidFill>
                  <a:schemeClr val="bg1"/>
                </a:solidFill>
                <a:latin typeface="Times New Roman" panose="02020603050405020304" charset="0"/>
                <a:cs typeface="Times New Roman" panose="02020603050405020304" charset="0"/>
                <a:sym typeface="+mn-ea"/>
              </a:rPr>
              <a:t>It enhances the representation of relationships between words in the model. It is applied for each token</a:t>
            </a:r>
            <a:endParaRPr lang="en-US" altLang="en-US" sz="1600" dirty="0">
              <a:solidFill>
                <a:schemeClr val="bg1"/>
              </a:solidFill>
              <a:latin typeface="Times New Roman" panose="02020603050405020304" charset="0"/>
              <a:cs typeface="Times New Roman" panose="02020603050405020304" charset="0"/>
              <a:sym typeface="+mn-ea"/>
            </a:endParaRPr>
          </a:p>
        </p:txBody>
      </p:sp>
      <p:sp>
        <p:nvSpPr>
          <p:cNvPr id="28" name="Text 2"/>
          <p:cNvSpPr/>
          <p:nvPr>
            <p:custDataLst>
              <p:tags r:id="rId43"/>
            </p:custDataLst>
          </p:nvPr>
        </p:nvSpPr>
        <p:spPr>
          <a:xfrm>
            <a:off x="6468110" y="5342930"/>
            <a:ext cx="411480" cy="274241"/>
          </a:xfrm>
          <a:prstGeom prst="rect">
            <a:avLst/>
          </a:prstGeom>
          <a:noFill/>
        </p:spPr>
        <p:txBody>
          <a:bodyPr vert="horz" wrap="square" lIns="0" tIns="0" rIns="0" bIns="0" rtlCol="0" anchor="t"/>
          <a:lstStyle/>
          <a:p>
            <a:pPr marL="0" indent="0" algn="ctr">
              <a:lnSpc>
                <a:spcPts val="2160"/>
              </a:lnSpc>
              <a:buNone/>
            </a:pPr>
            <a:r>
              <a:rPr lang="en-US" sz="1800" b="1" dirty="0">
                <a:solidFill>
                  <a:srgbClr val="000000"/>
                </a:solidFill>
                <a:latin typeface="Outfit" pitchFamily="34" charset="0"/>
                <a:ea typeface="Outfit" pitchFamily="34" charset="-122"/>
                <a:cs typeface="Outfit" pitchFamily="34" charset="-120"/>
              </a:rPr>
              <a:t>06</a:t>
            </a:r>
            <a:endParaRPr lang="en-US" sz="1800" dirty="0"/>
          </a:p>
        </p:txBody>
      </p:sp>
      <p:sp>
        <p:nvSpPr>
          <p:cNvPr id="29" name="Text 3"/>
          <p:cNvSpPr/>
          <p:nvPr>
            <p:custDataLst>
              <p:tags r:id="rId44"/>
            </p:custDataLst>
          </p:nvPr>
        </p:nvSpPr>
        <p:spPr>
          <a:xfrm>
            <a:off x="1041400" y="3517900"/>
            <a:ext cx="4064000" cy="243681"/>
          </a:xfrm>
          <a:prstGeom prst="rect">
            <a:avLst/>
          </a:prstGeom>
          <a:noFill/>
        </p:spPr>
        <p:txBody>
          <a:bodyPr vert="horz" wrap="square" lIns="0" tIns="0" rIns="0" bIns="0" rtlCol="0" anchor="t"/>
          <a:lstStyle/>
          <a:p>
            <a:pPr marL="0" indent="0" algn="l">
              <a:lnSpc>
                <a:spcPts val="1920"/>
              </a:lnSpc>
              <a:buNone/>
            </a:pPr>
            <a:r>
              <a:rPr lang="en-US" sz="1600" dirty="0">
                <a:solidFill>
                  <a:srgbClr val="FFFFFF"/>
                </a:solidFill>
                <a:latin typeface="Outfit" pitchFamily="34" charset="0"/>
                <a:ea typeface="Outfit" pitchFamily="34" charset="-122"/>
                <a:cs typeface="Outfit" pitchFamily="34" charset="-120"/>
              </a:rPr>
              <a:t>Self Attention</a:t>
            </a:r>
            <a:endParaRPr lang="en-US" sz="1600" dirty="0"/>
          </a:p>
        </p:txBody>
      </p:sp>
      <p:sp>
        <p:nvSpPr>
          <p:cNvPr id="30" name="Text 4"/>
          <p:cNvSpPr/>
          <p:nvPr>
            <p:custDataLst>
              <p:tags r:id="rId45"/>
            </p:custDataLst>
          </p:nvPr>
        </p:nvSpPr>
        <p:spPr>
          <a:xfrm>
            <a:off x="1041400" y="3867150"/>
            <a:ext cx="4102100" cy="558165"/>
          </a:xfrm>
          <a:prstGeom prst="rect">
            <a:avLst/>
          </a:prstGeom>
          <a:noFill/>
        </p:spPr>
        <p:txBody>
          <a:bodyPr vert="horz" wrap="square" lIns="0" tIns="0" rIns="0" bIns="0" rtlCol="0" anchor="t"/>
          <a:lstStyle/>
          <a:p>
            <a:pPr marL="0" indent="0" algn="l">
              <a:lnSpc>
                <a:spcPct val="100000"/>
              </a:lnSpc>
              <a:buNone/>
            </a:pPr>
            <a:r>
              <a:rPr lang="en-US" altLang="en-US" sz="1600" dirty="0">
                <a:solidFill>
                  <a:srgbClr val="FFFFFF"/>
                </a:solidFill>
                <a:latin typeface="Times New Roman" panose="02020603050405020304" charset="0"/>
                <a:ea typeface="Outfit" pitchFamily="34" charset="-122"/>
                <a:cs typeface="Times New Roman" panose="02020603050405020304" charset="0"/>
              </a:rPr>
              <a:t>It means that each word looks at other words in the same sentence to understand meaning.</a:t>
            </a:r>
            <a:endParaRPr lang="en-US" altLang="en-US" sz="1600" dirty="0">
              <a:solidFill>
                <a:srgbClr val="FFFFFF"/>
              </a:solidFill>
              <a:latin typeface="Times New Roman" panose="02020603050405020304" charset="0"/>
              <a:ea typeface="Outfit" pitchFamily="34" charset="-122"/>
              <a:cs typeface="Times New Roman" panose="02020603050405020304" charset="0"/>
            </a:endParaRPr>
          </a:p>
        </p:txBody>
      </p:sp>
      <p:sp>
        <p:nvSpPr>
          <p:cNvPr id="31" name="Text 5"/>
          <p:cNvSpPr/>
          <p:nvPr>
            <p:custDataLst>
              <p:tags r:id="rId46"/>
            </p:custDataLst>
          </p:nvPr>
        </p:nvSpPr>
        <p:spPr>
          <a:xfrm>
            <a:off x="5312410" y="3971330"/>
            <a:ext cx="411480" cy="274241"/>
          </a:xfrm>
          <a:prstGeom prst="rect">
            <a:avLst/>
          </a:prstGeom>
          <a:noFill/>
        </p:spPr>
        <p:txBody>
          <a:bodyPr vert="horz" wrap="square" lIns="0" tIns="0" rIns="0" bIns="0" rtlCol="0" anchor="t"/>
          <a:lstStyle/>
          <a:p>
            <a:pPr marL="0" indent="0" algn="ctr">
              <a:lnSpc>
                <a:spcPts val="2160"/>
              </a:lnSpc>
              <a:buNone/>
            </a:pPr>
            <a:r>
              <a:rPr lang="en-US" sz="1800" b="1" dirty="0">
                <a:solidFill>
                  <a:srgbClr val="000000"/>
                </a:solidFill>
                <a:latin typeface="Outfit" pitchFamily="34" charset="0"/>
                <a:ea typeface="Outfit" pitchFamily="34" charset="-122"/>
                <a:cs typeface="Outfit" pitchFamily="34" charset="-120"/>
              </a:rPr>
              <a:t>05</a:t>
            </a:r>
            <a:endParaRPr lang="en-US" sz="1800" dirty="0"/>
          </a:p>
        </p:txBody>
      </p:sp>
      <p:sp>
        <p:nvSpPr>
          <p:cNvPr id="32" name="Text 6"/>
          <p:cNvSpPr/>
          <p:nvPr>
            <p:custDataLst>
              <p:tags r:id="rId47"/>
            </p:custDataLst>
          </p:nvPr>
        </p:nvSpPr>
        <p:spPr>
          <a:xfrm>
            <a:off x="7086600" y="2184400"/>
            <a:ext cx="4292601" cy="243681"/>
          </a:xfrm>
          <a:prstGeom prst="rect">
            <a:avLst/>
          </a:prstGeom>
          <a:noFill/>
        </p:spPr>
        <p:txBody>
          <a:bodyPr vert="horz" wrap="square" lIns="0" tIns="0" rIns="0" bIns="0" rtlCol="0" anchor="t"/>
          <a:lstStyle/>
          <a:p>
            <a:pPr marL="0" indent="0" algn="l">
              <a:lnSpc>
                <a:spcPts val="1920"/>
              </a:lnSpc>
              <a:buNone/>
            </a:pPr>
            <a:r>
              <a:rPr lang="en-US" sz="1600" dirty="0">
                <a:solidFill>
                  <a:srgbClr val="FFFFFF"/>
                </a:solidFill>
                <a:latin typeface="Outfit" pitchFamily="34" charset="0"/>
                <a:ea typeface="Outfit" pitchFamily="34" charset="-122"/>
                <a:cs typeface="Outfit" pitchFamily="34" charset="-120"/>
              </a:rPr>
              <a:t>Multi-head Attention</a:t>
            </a:r>
            <a:endParaRPr lang="en-US" sz="1600" dirty="0"/>
          </a:p>
        </p:txBody>
      </p:sp>
      <p:sp>
        <p:nvSpPr>
          <p:cNvPr id="33" name="Text 7"/>
          <p:cNvSpPr/>
          <p:nvPr>
            <p:custDataLst>
              <p:tags r:id="rId48"/>
            </p:custDataLst>
          </p:nvPr>
        </p:nvSpPr>
        <p:spPr>
          <a:xfrm>
            <a:off x="7086600" y="2546350"/>
            <a:ext cx="4089400" cy="565150"/>
          </a:xfrm>
          <a:prstGeom prst="rect">
            <a:avLst/>
          </a:prstGeom>
          <a:noFill/>
        </p:spPr>
        <p:txBody>
          <a:bodyPr vert="horz" wrap="square" lIns="0" tIns="0" rIns="0" bIns="0" rtlCol="0" anchor="t"/>
          <a:lstStyle/>
          <a:p>
            <a:pPr marL="0" indent="0" algn="l">
              <a:lnSpc>
                <a:spcPct val="100000"/>
              </a:lnSpc>
              <a:buNone/>
            </a:pPr>
            <a:r>
              <a:rPr lang="en-US" altLang="en-US" sz="1600" dirty="0">
                <a:solidFill>
                  <a:srgbClr val="FFFFFF"/>
                </a:solidFill>
                <a:latin typeface="Times New Roman" panose="02020603050405020304" charset="0"/>
                <a:ea typeface="Outfit" pitchFamily="34" charset="-122"/>
                <a:cs typeface="Times New Roman" panose="02020603050405020304" charset="0"/>
                <a:sym typeface="+mn-ea"/>
              </a:rPr>
              <a:t>It has many heads that learn more about the relationships between words</a:t>
            </a:r>
            <a:endParaRPr lang="en-US" sz="1600" dirty="0">
              <a:solidFill>
                <a:srgbClr val="FFFFFF"/>
              </a:solidFill>
              <a:latin typeface="Times New Roman" panose="02020603050405020304" charset="0"/>
              <a:ea typeface="Outfit" pitchFamily="34" charset="-122"/>
              <a:cs typeface="Times New Roman" panose="02020603050405020304" charset="0"/>
            </a:endParaRPr>
          </a:p>
        </p:txBody>
      </p:sp>
      <p:sp>
        <p:nvSpPr>
          <p:cNvPr id="34" name="Text 8"/>
          <p:cNvSpPr/>
          <p:nvPr>
            <p:custDataLst>
              <p:tags r:id="rId49"/>
            </p:custDataLst>
          </p:nvPr>
        </p:nvSpPr>
        <p:spPr>
          <a:xfrm>
            <a:off x="6468110" y="2561630"/>
            <a:ext cx="411480" cy="274241"/>
          </a:xfrm>
          <a:prstGeom prst="rect">
            <a:avLst/>
          </a:prstGeom>
          <a:noFill/>
        </p:spPr>
        <p:txBody>
          <a:bodyPr vert="horz" wrap="square" lIns="0" tIns="0" rIns="0" bIns="0" rtlCol="0" anchor="t"/>
          <a:lstStyle/>
          <a:p>
            <a:pPr marL="0" indent="0" algn="ctr">
              <a:lnSpc>
                <a:spcPts val="2160"/>
              </a:lnSpc>
              <a:buNone/>
            </a:pPr>
            <a:r>
              <a:rPr lang="en-US" sz="1800" b="1" dirty="0">
                <a:solidFill>
                  <a:srgbClr val="000000"/>
                </a:solidFill>
                <a:latin typeface="Outfit" pitchFamily="34" charset="0"/>
                <a:ea typeface="Outfit" pitchFamily="34" charset="-122"/>
                <a:cs typeface="Outfit" pitchFamily="34" charset="-120"/>
              </a:rPr>
              <a:t>04</a:t>
            </a:r>
            <a:endParaRPr lang="en-US" sz="1800" dirty="0"/>
          </a:p>
        </p:txBody>
      </p:sp>
      <p:sp>
        <p:nvSpPr>
          <p:cNvPr id="35" name="Text 9"/>
          <p:cNvSpPr/>
          <p:nvPr/>
        </p:nvSpPr>
        <p:spPr>
          <a:xfrm>
            <a:off x="749300" y="341908"/>
            <a:ext cx="11258551" cy="597892"/>
          </a:xfrm>
          <a:prstGeom prst="rect">
            <a:avLst/>
          </a:prstGeom>
          <a:noFill/>
        </p:spPr>
        <p:txBody>
          <a:bodyPr vert="horz" wrap="square" lIns="0" tIns="0" rIns="0" bIns="0" rtlCol="0" anchor="t"/>
          <a:lstStyle/>
          <a:p>
            <a:pPr marL="0" indent="0" algn="l">
              <a:lnSpc>
                <a:spcPts val="4610"/>
              </a:lnSpc>
              <a:buNone/>
            </a:pPr>
            <a:r>
              <a:rPr lang="en-US" sz="3200" b="1" dirty="0">
                <a:solidFill>
                  <a:srgbClr val="FFFFFF"/>
                </a:solidFill>
                <a:latin typeface="Poppins_Bold" pitchFamily="34" charset="0"/>
                <a:ea typeface="Poppins_Bold" pitchFamily="34" charset="-122"/>
                <a:cs typeface="Poppins_Bold" pitchFamily="34" charset="-120"/>
              </a:rPr>
              <a:t>Transformers Architecture</a:t>
            </a:r>
            <a:endParaRPr lang="en-US" sz="3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2"/>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3"/>
          <a:stretch>
            <a:fillRect/>
          </a:stretch>
        </p:blipFill>
        <p:spPr>
          <a:xfrm>
            <a:off x="0" y="0"/>
            <a:ext cx="12192000" cy="6858000"/>
          </a:xfrm>
          <a:prstGeom prst="rect">
            <a:avLst/>
          </a:prstGeom>
        </p:spPr>
      </p:pic>
      <p:pic>
        <p:nvPicPr>
          <p:cNvPr id="5" name="Image 3" descr="preencoded.png"/>
          <p:cNvPicPr>
            <a:picLocks noChangeAspect="1"/>
          </p:cNvPicPr>
          <p:nvPr/>
        </p:nvPicPr>
        <p:blipFill>
          <a:blip r:embed="rId4"/>
          <a:stretch>
            <a:fillRect/>
          </a:stretch>
        </p:blipFill>
        <p:spPr>
          <a:xfrm>
            <a:off x="0" y="0"/>
            <a:ext cx="12192000" cy="6858000"/>
          </a:xfrm>
          <a:prstGeom prst="rect">
            <a:avLst/>
          </a:prstGeom>
        </p:spPr>
      </p:pic>
      <p:pic>
        <p:nvPicPr>
          <p:cNvPr id="6" name="Image 4" descr="preencoded.png"/>
          <p:cNvPicPr>
            <a:picLocks noChangeAspect="1"/>
          </p:cNvPicPr>
          <p:nvPr>
            <p:custDataLst>
              <p:tags r:id="rId5"/>
            </p:custDataLst>
          </p:nvPr>
        </p:nvPicPr>
        <p:blipFill>
          <a:blip r:embed="rId6"/>
          <a:stretch>
            <a:fillRect/>
          </a:stretch>
        </p:blipFill>
        <p:spPr>
          <a:xfrm>
            <a:off x="6667500" y="4838700"/>
            <a:ext cx="4800600" cy="1397000"/>
          </a:xfrm>
          <a:prstGeom prst="rect">
            <a:avLst/>
          </a:prstGeom>
        </p:spPr>
      </p:pic>
      <p:pic>
        <p:nvPicPr>
          <p:cNvPr id="7" name="Image 5" descr="preencoded.png"/>
          <p:cNvPicPr>
            <a:picLocks noChangeAspect="1"/>
          </p:cNvPicPr>
          <p:nvPr>
            <p:custDataLst>
              <p:tags r:id="rId7"/>
            </p:custDataLst>
          </p:nvPr>
        </p:nvPicPr>
        <p:blipFill>
          <a:blip r:embed="rId8"/>
          <a:stretch>
            <a:fillRect/>
          </a:stretch>
        </p:blipFill>
        <p:spPr>
          <a:xfrm>
            <a:off x="6985000" y="4889500"/>
            <a:ext cx="4267200" cy="469900"/>
          </a:xfrm>
          <a:prstGeom prst="rect">
            <a:avLst/>
          </a:prstGeom>
        </p:spPr>
      </p:pic>
      <p:pic>
        <p:nvPicPr>
          <p:cNvPr id="8" name="Image 6" descr="preencoded.png"/>
          <p:cNvPicPr>
            <a:picLocks noChangeAspect="1"/>
          </p:cNvPicPr>
          <p:nvPr>
            <p:custDataLst>
              <p:tags r:id="rId9"/>
            </p:custDataLst>
          </p:nvPr>
        </p:nvPicPr>
        <p:blipFill>
          <a:blip r:embed="rId10"/>
          <a:stretch>
            <a:fillRect/>
          </a:stretch>
        </p:blipFill>
        <p:spPr>
          <a:xfrm>
            <a:off x="6985000" y="5232400"/>
            <a:ext cx="4267200" cy="952500"/>
          </a:xfrm>
          <a:prstGeom prst="rect">
            <a:avLst/>
          </a:prstGeom>
        </p:spPr>
      </p:pic>
      <p:pic>
        <p:nvPicPr>
          <p:cNvPr id="9" name="Image 7" descr="preencoded.png"/>
          <p:cNvPicPr>
            <a:picLocks noChangeAspect="1"/>
          </p:cNvPicPr>
          <p:nvPr>
            <p:custDataLst>
              <p:tags r:id="rId11"/>
            </p:custDataLst>
          </p:nvPr>
        </p:nvPicPr>
        <p:blipFill>
          <a:blip r:embed="rId12"/>
          <a:stretch>
            <a:fillRect/>
          </a:stretch>
        </p:blipFill>
        <p:spPr>
          <a:xfrm>
            <a:off x="6400800" y="5207000"/>
            <a:ext cx="546100" cy="546100"/>
          </a:xfrm>
          <a:prstGeom prst="rect">
            <a:avLst/>
          </a:prstGeom>
        </p:spPr>
      </p:pic>
      <p:pic>
        <p:nvPicPr>
          <p:cNvPr id="10" name="Image 8" descr="preencoded.png"/>
          <p:cNvPicPr>
            <a:picLocks noChangeAspect="1"/>
          </p:cNvPicPr>
          <p:nvPr>
            <p:custDataLst>
              <p:tags r:id="rId13"/>
            </p:custDataLst>
          </p:nvPr>
        </p:nvPicPr>
        <p:blipFill>
          <a:blip r:embed="rId14"/>
          <a:stretch>
            <a:fillRect/>
          </a:stretch>
        </p:blipFill>
        <p:spPr>
          <a:xfrm>
            <a:off x="6096000" y="5486400"/>
            <a:ext cx="12700" cy="1371600"/>
          </a:xfrm>
          <a:prstGeom prst="rect">
            <a:avLst/>
          </a:prstGeom>
        </p:spPr>
      </p:pic>
      <p:pic>
        <p:nvPicPr>
          <p:cNvPr id="11" name="Image 9" descr="preencoded.png"/>
          <p:cNvPicPr>
            <a:picLocks noChangeAspect="1"/>
          </p:cNvPicPr>
          <p:nvPr>
            <p:custDataLst>
              <p:tags r:id="rId15"/>
            </p:custDataLst>
          </p:nvPr>
        </p:nvPicPr>
        <p:blipFill>
          <a:blip r:embed="rId16"/>
          <a:stretch>
            <a:fillRect/>
          </a:stretch>
        </p:blipFill>
        <p:spPr>
          <a:xfrm>
            <a:off x="723900" y="3403600"/>
            <a:ext cx="4800600" cy="1397000"/>
          </a:xfrm>
          <a:prstGeom prst="rect">
            <a:avLst/>
          </a:prstGeom>
        </p:spPr>
      </p:pic>
      <p:pic>
        <p:nvPicPr>
          <p:cNvPr id="12" name="Image 10" descr="preencoded.png"/>
          <p:cNvPicPr>
            <a:picLocks noChangeAspect="1"/>
          </p:cNvPicPr>
          <p:nvPr>
            <p:custDataLst>
              <p:tags r:id="rId17"/>
            </p:custDataLst>
          </p:nvPr>
        </p:nvPicPr>
        <p:blipFill>
          <a:blip r:embed="rId8"/>
          <a:stretch>
            <a:fillRect/>
          </a:stretch>
        </p:blipFill>
        <p:spPr>
          <a:xfrm>
            <a:off x="939800" y="3492500"/>
            <a:ext cx="4267200" cy="469900"/>
          </a:xfrm>
          <a:prstGeom prst="rect">
            <a:avLst/>
          </a:prstGeom>
        </p:spPr>
      </p:pic>
      <p:pic>
        <p:nvPicPr>
          <p:cNvPr id="13" name="Image 11" descr="preencoded.png"/>
          <p:cNvPicPr>
            <a:picLocks noChangeAspect="1"/>
          </p:cNvPicPr>
          <p:nvPr>
            <p:custDataLst>
              <p:tags r:id="rId18"/>
            </p:custDataLst>
          </p:nvPr>
        </p:nvPicPr>
        <p:blipFill>
          <a:blip r:embed="rId19"/>
          <a:stretch>
            <a:fillRect/>
          </a:stretch>
        </p:blipFill>
        <p:spPr>
          <a:xfrm>
            <a:off x="939800" y="3835400"/>
            <a:ext cx="4305300" cy="952500"/>
          </a:xfrm>
          <a:prstGeom prst="rect">
            <a:avLst/>
          </a:prstGeom>
        </p:spPr>
      </p:pic>
      <p:pic>
        <p:nvPicPr>
          <p:cNvPr id="14" name="Image 12" descr="preencoded.png"/>
          <p:cNvPicPr>
            <a:picLocks noChangeAspect="1"/>
          </p:cNvPicPr>
          <p:nvPr>
            <p:custDataLst>
              <p:tags r:id="rId20"/>
            </p:custDataLst>
          </p:nvPr>
        </p:nvPicPr>
        <p:blipFill>
          <a:blip r:embed="rId21"/>
          <a:stretch>
            <a:fillRect/>
          </a:stretch>
        </p:blipFill>
        <p:spPr>
          <a:xfrm>
            <a:off x="5245100" y="3835400"/>
            <a:ext cx="546100" cy="546100"/>
          </a:xfrm>
          <a:prstGeom prst="rect">
            <a:avLst/>
          </a:prstGeom>
        </p:spPr>
      </p:pic>
      <p:pic>
        <p:nvPicPr>
          <p:cNvPr id="15" name="Image 13" descr="preencoded.png"/>
          <p:cNvPicPr>
            <a:picLocks noChangeAspect="1"/>
          </p:cNvPicPr>
          <p:nvPr>
            <p:custDataLst>
              <p:tags r:id="rId22"/>
            </p:custDataLst>
          </p:nvPr>
        </p:nvPicPr>
        <p:blipFill>
          <a:blip r:embed="rId23"/>
          <a:stretch>
            <a:fillRect/>
          </a:stretch>
        </p:blipFill>
        <p:spPr>
          <a:xfrm>
            <a:off x="6083300" y="4089400"/>
            <a:ext cx="12700" cy="1371600"/>
          </a:xfrm>
          <a:prstGeom prst="rect">
            <a:avLst/>
          </a:prstGeom>
        </p:spPr>
      </p:pic>
      <p:pic>
        <p:nvPicPr>
          <p:cNvPr id="16" name="Image 14" descr="preencoded.png"/>
          <p:cNvPicPr>
            <a:picLocks noChangeAspect="1"/>
          </p:cNvPicPr>
          <p:nvPr>
            <p:custDataLst>
              <p:tags r:id="rId24"/>
            </p:custDataLst>
          </p:nvPr>
        </p:nvPicPr>
        <p:blipFill>
          <a:blip r:embed="rId25"/>
          <a:stretch>
            <a:fillRect/>
          </a:stretch>
        </p:blipFill>
        <p:spPr>
          <a:xfrm>
            <a:off x="6667500" y="1993900"/>
            <a:ext cx="4800600" cy="1409700"/>
          </a:xfrm>
          <a:prstGeom prst="rect">
            <a:avLst/>
          </a:prstGeom>
        </p:spPr>
      </p:pic>
      <p:pic>
        <p:nvPicPr>
          <p:cNvPr id="17" name="Image 15" descr="preencoded.png"/>
          <p:cNvPicPr>
            <a:picLocks noChangeAspect="1"/>
          </p:cNvPicPr>
          <p:nvPr>
            <p:custDataLst>
              <p:tags r:id="rId26"/>
            </p:custDataLst>
          </p:nvPr>
        </p:nvPicPr>
        <p:blipFill>
          <a:blip r:embed="rId8"/>
          <a:stretch>
            <a:fillRect/>
          </a:stretch>
        </p:blipFill>
        <p:spPr>
          <a:xfrm>
            <a:off x="6985000" y="2171700"/>
            <a:ext cx="4267200" cy="469900"/>
          </a:xfrm>
          <a:prstGeom prst="rect">
            <a:avLst/>
          </a:prstGeom>
        </p:spPr>
      </p:pic>
      <p:pic>
        <p:nvPicPr>
          <p:cNvPr id="18" name="Image 16" descr="preencoded.png"/>
          <p:cNvPicPr>
            <a:picLocks noChangeAspect="1"/>
          </p:cNvPicPr>
          <p:nvPr>
            <p:custDataLst>
              <p:tags r:id="rId27"/>
            </p:custDataLst>
          </p:nvPr>
        </p:nvPicPr>
        <p:blipFill>
          <a:blip r:embed="rId28"/>
          <a:stretch>
            <a:fillRect/>
          </a:stretch>
        </p:blipFill>
        <p:spPr>
          <a:xfrm>
            <a:off x="6985000" y="2514600"/>
            <a:ext cx="4267200" cy="774700"/>
          </a:xfrm>
          <a:prstGeom prst="rect">
            <a:avLst/>
          </a:prstGeom>
        </p:spPr>
      </p:pic>
      <p:pic>
        <p:nvPicPr>
          <p:cNvPr id="19" name="Image 17" descr="preencoded.png"/>
          <p:cNvPicPr>
            <a:picLocks noChangeAspect="1"/>
          </p:cNvPicPr>
          <p:nvPr>
            <p:custDataLst>
              <p:tags r:id="rId29"/>
            </p:custDataLst>
          </p:nvPr>
        </p:nvPicPr>
        <p:blipFill>
          <a:blip r:embed="rId30"/>
          <a:stretch>
            <a:fillRect/>
          </a:stretch>
        </p:blipFill>
        <p:spPr>
          <a:xfrm>
            <a:off x="6400800" y="2425700"/>
            <a:ext cx="546100" cy="546100"/>
          </a:xfrm>
          <a:prstGeom prst="rect">
            <a:avLst/>
          </a:prstGeom>
        </p:spPr>
      </p:pic>
      <p:pic>
        <p:nvPicPr>
          <p:cNvPr id="20" name="Image 18" descr="preencoded.png"/>
          <p:cNvPicPr>
            <a:picLocks noChangeAspect="1"/>
          </p:cNvPicPr>
          <p:nvPr>
            <p:custDataLst>
              <p:tags r:id="rId31"/>
            </p:custDataLst>
          </p:nvPr>
        </p:nvPicPr>
        <p:blipFill>
          <a:blip r:embed="rId32"/>
          <a:stretch>
            <a:fillRect/>
          </a:stretch>
        </p:blipFill>
        <p:spPr>
          <a:xfrm>
            <a:off x="6096000" y="2692400"/>
            <a:ext cx="12700" cy="1371600"/>
          </a:xfrm>
          <a:prstGeom prst="rect">
            <a:avLst/>
          </a:prstGeom>
        </p:spPr>
      </p:pic>
      <p:pic>
        <p:nvPicPr>
          <p:cNvPr id="21" name="Image 19" descr="preencoded.png"/>
          <p:cNvPicPr>
            <a:picLocks noChangeAspect="1"/>
          </p:cNvPicPr>
          <p:nvPr/>
        </p:nvPicPr>
        <p:blipFill>
          <a:blip r:embed="rId33"/>
          <a:stretch>
            <a:fillRect/>
          </a:stretch>
        </p:blipFill>
        <p:spPr>
          <a:xfrm>
            <a:off x="660400" y="342900"/>
            <a:ext cx="8686801" cy="635000"/>
          </a:xfrm>
          <a:prstGeom prst="rect">
            <a:avLst/>
          </a:prstGeom>
        </p:spPr>
      </p:pic>
      <p:pic>
        <p:nvPicPr>
          <p:cNvPr id="22" name="Image 20" descr="preencoded.png"/>
          <p:cNvPicPr>
            <a:picLocks noChangeAspect="1"/>
          </p:cNvPicPr>
          <p:nvPr/>
        </p:nvPicPr>
        <p:blipFill>
          <a:blip r:embed="rId34"/>
          <a:stretch>
            <a:fillRect/>
          </a:stretch>
        </p:blipFill>
        <p:spPr>
          <a:xfrm>
            <a:off x="552450" y="501650"/>
            <a:ext cx="101600" cy="368300"/>
          </a:xfrm>
          <a:prstGeom prst="rect">
            <a:avLst/>
          </a:prstGeom>
        </p:spPr>
      </p:pic>
      <p:pic>
        <p:nvPicPr>
          <p:cNvPr id="23" name="Image 21" descr="preencoded.png"/>
          <p:cNvPicPr>
            <a:picLocks noChangeAspect="1"/>
          </p:cNvPicPr>
          <p:nvPr>
            <p:custDataLst>
              <p:tags r:id="rId35"/>
            </p:custDataLst>
          </p:nvPr>
        </p:nvPicPr>
        <p:blipFill>
          <a:blip r:embed="rId36"/>
          <a:stretch>
            <a:fillRect/>
          </a:stretch>
        </p:blipFill>
        <p:spPr>
          <a:xfrm>
            <a:off x="5791200" y="4102100"/>
            <a:ext cx="304800" cy="12700"/>
          </a:xfrm>
          <a:prstGeom prst="rect">
            <a:avLst/>
          </a:prstGeom>
        </p:spPr>
      </p:pic>
      <p:pic>
        <p:nvPicPr>
          <p:cNvPr id="24" name="Image 22" descr="preencoded.png"/>
          <p:cNvPicPr>
            <a:picLocks noChangeAspect="1"/>
          </p:cNvPicPr>
          <p:nvPr>
            <p:custDataLst>
              <p:tags r:id="rId37"/>
            </p:custDataLst>
          </p:nvPr>
        </p:nvPicPr>
        <p:blipFill>
          <a:blip r:embed="rId38"/>
          <a:stretch>
            <a:fillRect/>
          </a:stretch>
        </p:blipFill>
        <p:spPr>
          <a:xfrm>
            <a:off x="6096000" y="2692400"/>
            <a:ext cx="304800" cy="12700"/>
          </a:xfrm>
          <a:prstGeom prst="rect">
            <a:avLst/>
          </a:prstGeom>
        </p:spPr>
      </p:pic>
      <p:pic>
        <p:nvPicPr>
          <p:cNvPr id="25" name="Image 23" descr="preencoded.png"/>
          <p:cNvPicPr>
            <a:picLocks noChangeAspect="1"/>
          </p:cNvPicPr>
          <p:nvPr>
            <p:custDataLst>
              <p:tags r:id="rId39"/>
            </p:custDataLst>
          </p:nvPr>
        </p:nvPicPr>
        <p:blipFill>
          <a:blip r:embed="rId40"/>
          <a:stretch>
            <a:fillRect/>
          </a:stretch>
        </p:blipFill>
        <p:spPr>
          <a:xfrm>
            <a:off x="6096000" y="5499100"/>
            <a:ext cx="304800" cy="12700"/>
          </a:xfrm>
          <a:prstGeom prst="rect">
            <a:avLst/>
          </a:prstGeom>
        </p:spPr>
      </p:pic>
      <p:sp>
        <p:nvSpPr>
          <p:cNvPr id="26" name="Text 0"/>
          <p:cNvSpPr/>
          <p:nvPr>
            <p:custDataLst>
              <p:tags r:id="rId41"/>
            </p:custDataLst>
          </p:nvPr>
        </p:nvSpPr>
        <p:spPr>
          <a:xfrm>
            <a:off x="7086600" y="5014119"/>
            <a:ext cx="4064001" cy="243681"/>
          </a:xfrm>
          <a:prstGeom prst="rect">
            <a:avLst/>
          </a:prstGeom>
          <a:noFill/>
        </p:spPr>
        <p:txBody>
          <a:bodyPr vert="horz" wrap="square" lIns="0" tIns="0" rIns="0" bIns="0" rtlCol="0" anchor="t"/>
          <a:lstStyle/>
          <a:p>
            <a:pPr marL="0" indent="0" algn="l">
              <a:lnSpc>
                <a:spcPts val="1920"/>
              </a:lnSpc>
              <a:buNone/>
            </a:pPr>
            <a:r>
              <a:rPr lang="en-US" sz="1600" dirty="0">
                <a:solidFill>
                  <a:srgbClr val="FFFFFF"/>
                </a:solidFill>
                <a:latin typeface="Outfit" pitchFamily="34" charset="0"/>
                <a:ea typeface="Outfit" pitchFamily="34" charset="-122"/>
                <a:cs typeface="Outfit" pitchFamily="34" charset="-120"/>
              </a:rPr>
              <a:t>Multi Masked Head Attention </a:t>
            </a:r>
            <a:endParaRPr lang="en-US" sz="1600" dirty="0"/>
          </a:p>
        </p:txBody>
      </p:sp>
      <p:sp>
        <p:nvSpPr>
          <p:cNvPr id="27" name="Text 1"/>
          <p:cNvSpPr/>
          <p:nvPr>
            <p:custDataLst>
              <p:tags r:id="rId42"/>
            </p:custDataLst>
          </p:nvPr>
        </p:nvSpPr>
        <p:spPr>
          <a:xfrm>
            <a:off x="7086600" y="5359400"/>
            <a:ext cx="4064000" cy="469900"/>
          </a:xfrm>
          <a:prstGeom prst="rect">
            <a:avLst/>
          </a:prstGeom>
          <a:noFill/>
        </p:spPr>
        <p:txBody>
          <a:bodyPr vert="horz" wrap="square" lIns="0" tIns="0" rIns="0" bIns="0" rtlCol="0" anchor="t"/>
          <a:lstStyle/>
          <a:p>
            <a:pPr marL="0" indent="0" algn="l">
              <a:lnSpc>
                <a:spcPct val="100000"/>
              </a:lnSpc>
              <a:buNone/>
            </a:pPr>
            <a:r>
              <a:rPr lang="en-US" sz="1600">
                <a:solidFill>
                  <a:schemeClr val="bg1"/>
                </a:solidFill>
                <a:latin typeface="Times New Roman" panose="02020603050405020304" charset="0"/>
                <a:cs typeface="Times New Roman" panose="02020603050405020304" charset="0"/>
                <a:sym typeface="+mn-ea"/>
              </a:rPr>
              <a:t>It means to force the model to work with what it learned from training so we will not provide it with the answer</a:t>
            </a:r>
            <a:endParaRPr lang="en-US" sz="1600" dirty="0">
              <a:solidFill>
                <a:schemeClr val="bg1"/>
              </a:solidFill>
              <a:latin typeface="Times New Roman" panose="02020603050405020304" charset="0"/>
              <a:cs typeface="Times New Roman" panose="02020603050405020304" charset="0"/>
              <a:sym typeface="+mn-ea"/>
            </a:endParaRPr>
          </a:p>
        </p:txBody>
      </p:sp>
      <p:sp>
        <p:nvSpPr>
          <p:cNvPr id="28" name="Text 2"/>
          <p:cNvSpPr/>
          <p:nvPr>
            <p:custDataLst>
              <p:tags r:id="rId43"/>
            </p:custDataLst>
          </p:nvPr>
        </p:nvSpPr>
        <p:spPr>
          <a:xfrm>
            <a:off x="6468110" y="5342930"/>
            <a:ext cx="411480" cy="274241"/>
          </a:xfrm>
          <a:prstGeom prst="rect">
            <a:avLst/>
          </a:prstGeom>
          <a:noFill/>
        </p:spPr>
        <p:txBody>
          <a:bodyPr vert="horz" wrap="square" lIns="0" tIns="0" rIns="0" bIns="0" rtlCol="0" anchor="t"/>
          <a:lstStyle/>
          <a:p>
            <a:pPr marL="0" indent="0" algn="ctr">
              <a:lnSpc>
                <a:spcPts val="2160"/>
              </a:lnSpc>
              <a:buNone/>
            </a:pPr>
            <a:r>
              <a:rPr lang="en-US" sz="1800" b="1" dirty="0">
                <a:solidFill>
                  <a:srgbClr val="000000"/>
                </a:solidFill>
                <a:latin typeface="Outfit" pitchFamily="34" charset="0"/>
                <a:ea typeface="Outfit" pitchFamily="34" charset="-122"/>
                <a:cs typeface="Outfit" pitchFamily="34" charset="-120"/>
              </a:rPr>
              <a:t>09</a:t>
            </a:r>
            <a:endParaRPr lang="en-US" sz="1800" dirty="0"/>
          </a:p>
        </p:txBody>
      </p:sp>
      <p:sp>
        <p:nvSpPr>
          <p:cNvPr id="29" name="Text 3"/>
          <p:cNvSpPr/>
          <p:nvPr>
            <p:custDataLst>
              <p:tags r:id="rId44"/>
            </p:custDataLst>
          </p:nvPr>
        </p:nvSpPr>
        <p:spPr>
          <a:xfrm>
            <a:off x="1041400" y="3517900"/>
            <a:ext cx="4064000" cy="243681"/>
          </a:xfrm>
          <a:prstGeom prst="rect">
            <a:avLst/>
          </a:prstGeom>
          <a:noFill/>
        </p:spPr>
        <p:txBody>
          <a:bodyPr vert="horz" wrap="square" lIns="0" tIns="0" rIns="0" bIns="0" rtlCol="0" anchor="t"/>
          <a:lstStyle/>
          <a:p>
            <a:pPr marL="0" indent="0" algn="l">
              <a:lnSpc>
                <a:spcPts val="1920"/>
              </a:lnSpc>
              <a:buNone/>
            </a:pPr>
            <a:r>
              <a:rPr lang="en-US" sz="1600" dirty="0">
                <a:solidFill>
                  <a:srgbClr val="FFFFFF"/>
                </a:solidFill>
                <a:latin typeface="Outfit" pitchFamily="34" charset="0"/>
                <a:ea typeface="Outfit" pitchFamily="34" charset="-122"/>
                <a:cs typeface="Outfit" pitchFamily="34" charset="-120"/>
              </a:rPr>
              <a:t>Add Residual Connection </a:t>
            </a:r>
            <a:endParaRPr lang="en-US" sz="1600" dirty="0"/>
          </a:p>
        </p:txBody>
      </p:sp>
      <p:sp>
        <p:nvSpPr>
          <p:cNvPr id="30" name="Text 4"/>
          <p:cNvSpPr/>
          <p:nvPr>
            <p:custDataLst>
              <p:tags r:id="rId45"/>
            </p:custDataLst>
          </p:nvPr>
        </p:nvSpPr>
        <p:spPr>
          <a:xfrm>
            <a:off x="1041400" y="3943350"/>
            <a:ext cx="4102100" cy="400050"/>
          </a:xfrm>
          <a:prstGeom prst="rect">
            <a:avLst/>
          </a:prstGeom>
          <a:noFill/>
        </p:spPr>
        <p:txBody>
          <a:bodyPr vert="horz" wrap="square" lIns="0" tIns="0" rIns="0" bIns="0" rtlCol="0" anchor="t"/>
          <a:lstStyle/>
          <a:p>
            <a:pPr marL="0" indent="0" algn="l">
              <a:lnSpc>
                <a:spcPct val="100000"/>
              </a:lnSpc>
              <a:buNone/>
            </a:pPr>
            <a:r>
              <a:rPr lang="en-US" altLang="en-US" sz="1600" dirty="0">
                <a:solidFill>
                  <a:srgbClr val="FFFFFF"/>
                </a:solidFill>
                <a:latin typeface="Times New Roman" panose="02020603050405020304" charset="0"/>
                <a:ea typeface="Outfit" pitchFamily="34" charset="-122"/>
                <a:cs typeface="Times New Roman" panose="02020603050405020304" charset="0"/>
              </a:rPr>
              <a:t>It means to add the original input again with the output for this layer</a:t>
            </a:r>
            <a:endParaRPr lang="en-US" sz="1600" dirty="0">
              <a:solidFill>
                <a:srgbClr val="FFFFFF"/>
              </a:solidFill>
              <a:latin typeface="Times New Roman" panose="02020603050405020304" charset="0"/>
              <a:ea typeface="Outfit" pitchFamily="34" charset="-122"/>
              <a:cs typeface="Times New Roman" panose="02020603050405020304" charset="0"/>
            </a:endParaRPr>
          </a:p>
        </p:txBody>
      </p:sp>
      <p:sp>
        <p:nvSpPr>
          <p:cNvPr id="31" name="Text 5"/>
          <p:cNvSpPr/>
          <p:nvPr>
            <p:custDataLst>
              <p:tags r:id="rId46"/>
            </p:custDataLst>
          </p:nvPr>
        </p:nvSpPr>
        <p:spPr>
          <a:xfrm>
            <a:off x="5312410" y="3971330"/>
            <a:ext cx="411480" cy="274241"/>
          </a:xfrm>
          <a:prstGeom prst="rect">
            <a:avLst/>
          </a:prstGeom>
          <a:noFill/>
        </p:spPr>
        <p:txBody>
          <a:bodyPr vert="horz" wrap="square" lIns="0" tIns="0" rIns="0" bIns="0" rtlCol="0" anchor="t"/>
          <a:lstStyle/>
          <a:p>
            <a:pPr marL="0" indent="0" algn="ctr">
              <a:lnSpc>
                <a:spcPts val="2160"/>
              </a:lnSpc>
              <a:buNone/>
            </a:pPr>
            <a:r>
              <a:rPr lang="en-US" sz="1800" b="1" dirty="0">
                <a:solidFill>
                  <a:srgbClr val="000000"/>
                </a:solidFill>
                <a:latin typeface="Outfit" pitchFamily="34" charset="0"/>
                <a:ea typeface="Outfit" pitchFamily="34" charset="-122"/>
                <a:cs typeface="Outfit" pitchFamily="34" charset="-120"/>
              </a:rPr>
              <a:t>08</a:t>
            </a:r>
            <a:endParaRPr lang="en-US" sz="1800" dirty="0"/>
          </a:p>
        </p:txBody>
      </p:sp>
      <p:sp>
        <p:nvSpPr>
          <p:cNvPr id="32" name="Text 6"/>
          <p:cNvSpPr/>
          <p:nvPr>
            <p:custDataLst>
              <p:tags r:id="rId47"/>
            </p:custDataLst>
          </p:nvPr>
        </p:nvSpPr>
        <p:spPr>
          <a:xfrm>
            <a:off x="7086600" y="2184400"/>
            <a:ext cx="4292601" cy="243681"/>
          </a:xfrm>
          <a:prstGeom prst="rect">
            <a:avLst/>
          </a:prstGeom>
          <a:noFill/>
        </p:spPr>
        <p:txBody>
          <a:bodyPr vert="horz" wrap="square" lIns="0" tIns="0" rIns="0" bIns="0" rtlCol="0" anchor="t"/>
          <a:lstStyle/>
          <a:p>
            <a:pPr marL="0" indent="0" algn="l">
              <a:lnSpc>
                <a:spcPts val="1920"/>
              </a:lnSpc>
              <a:buNone/>
            </a:pPr>
            <a:r>
              <a:rPr lang="en-US" sz="1600" dirty="0">
                <a:solidFill>
                  <a:srgbClr val="FFFFFF"/>
                </a:solidFill>
                <a:latin typeface="Outfit" pitchFamily="34" charset="0"/>
                <a:ea typeface="Outfit" pitchFamily="34" charset="-122"/>
                <a:cs typeface="Outfit" pitchFamily="34" charset="-120"/>
              </a:rPr>
              <a:t>Add Normalization</a:t>
            </a:r>
            <a:endParaRPr lang="en-US" sz="1600" dirty="0"/>
          </a:p>
        </p:txBody>
      </p:sp>
      <p:sp>
        <p:nvSpPr>
          <p:cNvPr id="33" name="Text 7"/>
          <p:cNvSpPr/>
          <p:nvPr>
            <p:custDataLst>
              <p:tags r:id="rId48"/>
            </p:custDataLst>
          </p:nvPr>
        </p:nvSpPr>
        <p:spPr>
          <a:xfrm>
            <a:off x="7086600" y="2546350"/>
            <a:ext cx="4089400" cy="565150"/>
          </a:xfrm>
          <a:prstGeom prst="rect">
            <a:avLst/>
          </a:prstGeom>
          <a:noFill/>
        </p:spPr>
        <p:txBody>
          <a:bodyPr vert="horz" wrap="square" lIns="0" tIns="0" rIns="0" bIns="0" rtlCol="0" anchor="t"/>
          <a:lstStyle/>
          <a:p>
            <a:pPr marL="0" indent="0" algn="l">
              <a:lnSpc>
                <a:spcPct val="100000"/>
              </a:lnSpc>
              <a:buNone/>
            </a:pPr>
            <a:r>
              <a:rPr lang="en-US" altLang="en-US" sz="1600" dirty="0">
                <a:solidFill>
                  <a:srgbClr val="FFFFFF"/>
                </a:solidFill>
                <a:latin typeface="Times New Roman" panose="02020603050405020304" charset="0"/>
                <a:ea typeface="Outfit" pitchFamily="34" charset="-122"/>
                <a:cs typeface="Times New Roman" panose="02020603050405020304" charset="0"/>
                <a:sym typeface="+mn-ea"/>
              </a:rPr>
              <a:t>It helps to enhance data and trainig process time</a:t>
            </a:r>
            <a:endParaRPr lang="en-US" sz="1600" dirty="0">
              <a:solidFill>
                <a:srgbClr val="FFFFFF"/>
              </a:solidFill>
              <a:latin typeface="Times New Roman" panose="02020603050405020304" charset="0"/>
              <a:ea typeface="Outfit" pitchFamily="34" charset="-122"/>
              <a:cs typeface="Times New Roman" panose="02020603050405020304" charset="0"/>
            </a:endParaRPr>
          </a:p>
        </p:txBody>
      </p:sp>
      <p:sp>
        <p:nvSpPr>
          <p:cNvPr id="34" name="Text 8"/>
          <p:cNvSpPr/>
          <p:nvPr>
            <p:custDataLst>
              <p:tags r:id="rId49"/>
            </p:custDataLst>
          </p:nvPr>
        </p:nvSpPr>
        <p:spPr>
          <a:xfrm>
            <a:off x="6468110" y="2561630"/>
            <a:ext cx="411480" cy="274241"/>
          </a:xfrm>
          <a:prstGeom prst="rect">
            <a:avLst/>
          </a:prstGeom>
          <a:noFill/>
        </p:spPr>
        <p:txBody>
          <a:bodyPr vert="horz" wrap="square" lIns="0" tIns="0" rIns="0" bIns="0" rtlCol="0" anchor="t"/>
          <a:lstStyle/>
          <a:p>
            <a:pPr marL="0" indent="0" algn="ctr">
              <a:lnSpc>
                <a:spcPts val="2160"/>
              </a:lnSpc>
              <a:buNone/>
            </a:pPr>
            <a:r>
              <a:rPr lang="en-US" sz="1800" b="1" dirty="0">
                <a:solidFill>
                  <a:srgbClr val="000000"/>
                </a:solidFill>
                <a:latin typeface="Outfit" pitchFamily="34" charset="0"/>
                <a:ea typeface="Outfit" pitchFamily="34" charset="-122"/>
                <a:cs typeface="Outfit" pitchFamily="34" charset="-120"/>
              </a:rPr>
              <a:t>07</a:t>
            </a:r>
            <a:endParaRPr lang="en-US" sz="1800" dirty="0"/>
          </a:p>
        </p:txBody>
      </p:sp>
      <p:sp>
        <p:nvSpPr>
          <p:cNvPr id="35" name="Text 9"/>
          <p:cNvSpPr/>
          <p:nvPr/>
        </p:nvSpPr>
        <p:spPr>
          <a:xfrm>
            <a:off x="749300" y="341908"/>
            <a:ext cx="11258551" cy="597892"/>
          </a:xfrm>
          <a:prstGeom prst="rect">
            <a:avLst/>
          </a:prstGeom>
          <a:noFill/>
        </p:spPr>
        <p:txBody>
          <a:bodyPr vert="horz" wrap="square" lIns="0" tIns="0" rIns="0" bIns="0" rtlCol="0" anchor="t"/>
          <a:lstStyle/>
          <a:p>
            <a:pPr marL="0" indent="0" algn="l">
              <a:lnSpc>
                <a:spcPts val="4610"/>
              </a:lnSpc>
              <a:buNone/>
            </a:pPr>
            <a:r>
              <a:rPr lang="en-US" sz="3200" b="1" dirty="0">
                <a:solidFill>
                  <a:srgbClr val="FFFFFF"/>
                </a:solidFill>
                <a:latin typeface="Poppins_Bold" pitchFamily="34" charset="0"/>
                <a:ea typeface="Poppins_Bold" pitchFamily="34" charset="-122"/>
                <a:cs typeface="Poppins_Bold" pitchFamily="34" charset="-120"/>
              </a:rPr>
              <a:t>Transformers Architecture</a:t>
            </a:r>
            <a:endParaRPr lang="en-US" sz="3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2"/>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3"/>
          <a:stretch>
            <a:fillRect/>
          </a:stretch>
        </p:blipFill>
        <p:spPr>
          <a:xfrm>
            <a:off x="0" y="0"/>
            <a:ext cx="12192000" cy="6858000"/>
          </a:xfrm>
          <a:prstGeom prst="rect">
            <a:avLst/>
          </a:prstGeom>
        </p:spPr>
      </p:pic>
      <p:pic>
        <p:nvPicPr>
          <p:cNvPr id="5" name="Image 3" descr="preencoded.png"/>
          <p:cNvPicPr>
            <a:picLocks noChangeAspect="1"/>
          </p:cNvPicPr>
          <p:nvPr/>
        </p:nvPicPr>
        <p:blipFill>
          <a:blip r:embed="rId4"/>
          <a:stretch>
            <a:fillRect/>
          </a:stretch>
        </p:blipFill>
        <p:spPr>
          <a:xfrm>
            <a:off x="0" y="0"/>
            <a:ext cx="12192000" cy="6858000"/>
          </a:xfrm>
          <a:prstGeom prst="rect">
            <a:avLst/>
          </a:prstGeom>
        </p:spPr>
      </p:pic>
      <p:pic>
        <p:nvPicPr>
          <p:cNvPr id="8" name="Image 6" descr="preencoded.png"/>
          <p:cNvPicPr>
            <a:picLocks noChangeAspect="1"/>
          </p:cNvPicPr>
          <p:nvPr>
            <p:custDataLst>
              <p:tags r:id="rId5"/>
            </p:custDataLst>
          </p:nvPr>
        </p:nvPicPr>
        <p:blipFill>
          <a:blip r:embed="rId6"/>
          <a:stretch>
            <a:fillRect/>
          </a:stretch>
        </p:blipFill>
        <p:spPr>
          <a:xfrm>
            <a:off x="6985000" y="5232400"/>
            <a:ext cx="4267200" cy="952500"/>
          </a:xfrm>
          <a:prstGeom prst="rect">
            <a:avLst/>
          </a:prstGeom>
        </p:spPr>
      </p:pic>
      <p:pic>
        <p:nvPicPr>
          <p:cNvPr id="11" name="Image 9" descr="preencoded.png"/>
          <p:cNvPicPr>
            <a:picLocks noChangeAspect="1"/>
          </p:cNvPicPr>
          <p:nvPr>
            <p:custDataLst>
              <p:tags r:id="rId7"/>
            </p:custDataLst>
          </p:nvPr>
        </p:nvPicPr>
        <p:blipFill>
          <a:blip r:embed="rId8"/>
          <a:stretch>
            <a:fillRect/>
          </a:stretch>
        </p:blipFill>
        <p:spPr>
          <a:xfrm>
            <a:off x="723900" y="3403600"/>
            <a:ext cx="4800600" cy="1397000"/>
          </a:xfrm>
          <a:prstGeom prst="rect">
            <a:avLst/>
          </a:prstGeom>
        </p:spPr>
      </p:pic>
      <p:pic>
        <p:nvPicPr>
          <p:cNvPr id="12" name="Image 10" descr="preencoded.png"/>
          <p:cNvPicPr>
            <a:picLocks noChangeAspect="1"/>
          </p:cNvPicPr>
          <p:nvPr>
            <p:custDataLst>
              <p:tags r:id="rId9"/>
            </p:custDataLst>
          </p:nvPr>
        </p:nvPicPr>
        <p:blipFill>
          <a:blip r:embed="rId10"/>
          <a:stretch>
            <a:fillRect/>
          </a:stretch>
        </p:blipFill>
        <p:spPr>
          <a:xfrm>
            <a:off x="939800" y="3492500"/>
            <a:ext cx="4267200" cy="469900"/>
          </a:xfrm>
          <a:prstGeom prst="rect">
            <a:avLst/>
          </a:prstGeom>
        </p:spPr>
      </p:pic>
      <p:pic>
        <p:nvPicPr>
          <p:cNvPr id="13" name="Image 11" descr="preencoded.png"/>
          <p:cNvPicPr>
            <a:picLocks noChangeAspect="1"/>
          </p:cNvPicPr>
          <p:nvPr>
            <p:custDataLst>
              <p:tags r:id="rId11"/>
            </p:custDataLst>
          </p:nvPr>
        </p:nvPicPr>
        <p:blipFill>
          <a:blip r:embed="rId12"/>
          <a:stretch>
            <a:fillRect/>
          </a:stretch>
        </p:blipFill>
        <p:spPr>
          <a:xfrm>
            <a:off x="939800" y="3835400"/>
            <a:ext cx="4305300" cy="952500"/>
          </a:xfrm>
          <a:prstGeom prst="rect">
            <a:avLst/>
          </a:prstGeom>
        </p:spPr>
      </p:pic>
      <p:pic>
        <p:nvPicPr>
          <p:cNvPr id="14" name="Image 12" descr="preencoded.png"/>
          <p:cNvPicPr>
            <a:picLocks noChangeAspect="1"/>
          </p:cNvPicPr>
          <p:nvPr>
            <p:custDataLst>
              <p:tags r:id="rId13"/>
            </p:custDataLst>
          </p:nvPr>
        </p:nvPicPr>
        <p:blipFill>
          <a:blip r:embed="rId14"/>
          <a:stretch>
            <a:fillRect/>
          </a:stretch>
        </p:blipFill>
        <p:spPr>
          <a:xfrm>
            <a:off x="5245100" y="3835400"/>
            <a:ext cx="546100" cy="546100"/>
          </a:xfrm>
          <a:prstGeom prst="rect">
            <a:avLst/>
          </a:prstGeom>
        </p:spPr>
      </p:pic>
      <p:pic>
        <p:nvPicPr>
          <p:cNvPr id="15" name="Image 13" descr="preencoded.png"/>
          <p:cNvPicPr>
            <a:picLocks noChangeAspect="1"/>
          </p:cNvPicPr>
          <p:nvPr>
            <p:custDataLst>
              <p:tags r:id="rId15"/>
            </p:custDataLst>
          </p:nvPr>
        </p:nvPicPr>
        <p:blipFill>
          <a:blip r:embed="rId16"/>
          <a:stretch>
            <a:fillRect/>
          </a:stretch>
        </p:blipFill>
        <p:spPr>
          <a:xfrm>
            <a:off x="6083300" y="4089400"/>
            <a:ext cx="12700" cy="1371600"/>
          </a:xfrm>
          <a:prstGeom prst="rect">
            <a:avLst/>
          </a:prstGeom>
        </p:spPr>
      </p:pic>
      <p:pic>
        <p:nvPicPr>
          <p:cNvPr id="16" name="Image 14" descr="preencoded.png"/>
          <p:cNvPicPr>
            <a:picLocks noChangeAspect="1"/>
          </p:cNvPicPr>
          <p:nvPr>
            <p:custDataLst>
              <p:tags r:id="rId17"/>
            </p:custDataLst>
          </p:nvPr>
        </p:nvPicPr>
        <p:blipFill>
          <a:blip r:embed="rId18"/>
          <a:stretch>
            <a:fillRect/>
          </a:stretch>
        </p:blipFill>
        <p:spPr>
          <a:xfrm>
            <a:off x="6667500" y="1993900"/>
            <a:ext cx="4800600" cy="1409700"/>
          </a:xfrm>
          <a:prstGeom prst="rect">
            <a:avLst/>
          </a:prstGeom>
        </p:spPr>
      </p:pic>
      <p:pic>
        <p:nvPicPr>
          <p:cNvPr id="17" name="Image 15" descr="preencoded.png"/>
          <p:cNvPicPr>
            <a:picLocks noChangeAspect="1"/>
          </p:cNvPicPr>
          <p:nvPr>
            <p:custDataLst>
              <p:tags r:id="rId19"/>
            </p:custDataLst>
          </p:nvPr>
        </p:nvPicPr>
        <p:blipFill>
          <a:blip r:embed="rId10"/>
          <a:stretch>
            <a:fillRect/>
          </a:stretch>
        </p:blipFill>
        <p:spPr>
          <a:xfrm>
            <a:off x="6985000" y="2171700"/>
            <a:ext cx="4267200" cy="469900"/>
          </a:xfrm>
          <a:prstGeom prst="rect">
            <a:avLst/>
          </a:prstGeom>
        </p:spPr>
      </p:pic>
      <p:pic>
        <p:nvPicPr>
          <p:cNvPr id="18" name="Image 16" descr="preencoded.png"/>
          <p:cNvPicPr>
            <a:picLocks noChangeAspect="1"/>
          </p:cNvPicPr>
          <p:nvPr>
            <p:custDataLst>
              <p:tags r:id="rId20"/>
            </p:custDataLst>
          </p:nvPr>
        </p:nvPicPr>
        <p:blipFill>
          <a:blip r:embed="rId21"/>
          <a:stretch>
            <a:fillRect/>
          </a:stretch>
        </p:blipFill>
        <p:spPr>
          <a:xfrm>
            <a:off x="6985000" y="2514600"/>
            <a:ext cx="4267200" cy="774700"/>
          </a:xfrm>
          <a:prstGeom prst="rect">
            <a:avLst/>
          </a:prstGeom>
        </p:spPr>
      </p:pic>
      <p:pic>
        <p:nvPicPr>
          <p:cNvPr id="19" name="Image 17" descr="preencoded.png"/>
          <p:cNvPicPr>
            <a:picLocks noChangeAspect="1"/>
          </p:cNvPicPr>
          <p:nvPr>
            <p:custDataLst>
              <p:tags r:id="rId22"/>
            </p:custDataLst>
          </p:nvPr>
        </p:nvPicPr>
        <p:blipFill>
          <a:blip r:embed="rId23"/>
          <a:stretch>
            <a:fillRect/>
          </a:stretch>
        </p:blipFill>
        <p:spPr>
          <a:xfrm>
            <a:off x="6400800" y="2425700"/>
            <a:ext cx="546100" cy="546100"/>
          </a:xfrm>
          <a:prstGeom prst="rect">
            <a:avLst/>
          </a:prstGeom>
        </p:spPr>
      </p:pic>
      <p:pic>
        <p:nvPicPr>
          <p:cNvPr id="20" name="Image 18" descr="preencoded.png"/>
          <p:cNvPicPr>
            <a:picLocks noChangeAspect="1"/>
          </p:cNvPicPr>
          <p:nvPr>
            <p:custDataLst>
              <p:tags r:id="rId24"/>
            </p:custDataLst>
          </p:nvPr>
        </p:nvPicPr>
        <p:blipFill>
          <a:blip r:embed="rId25"/>
          <a:stretch>
            <a:fillRect/>
          </a:stretch>
        </p:blipFill>
        <p:spPr>
          <a:xfrm>
            <a:off x="6096000" y="2692400"/>
            <a:ext cx="12700" cy="1371600"/>
          </a:xfrm>
          <a:prstGeom prst="rect">
            <a:avLst/>
          </a:prstGeom>
        </p:spPr>
      </p:pic>
      <p:pic>
        <p:nvPicPr>
          <p:cNvPr id="21" name="Image 19" descr="preencoded.png"/>
          <p:cNvPicPr>
            <a:picLocks noChangeAspect="1"/>
          </p:cNvPicPr>
          <p:nvPr/>
        </p:nvPicPr>
        <p:blipFill>
          <a:blip r:embed="rId26"/>
          <a:stretch>
            <a:fillRect/>
          </a:stretch>
        </p:blipFill>
        <p:spPr>
          <a:xfrm>
            <a:off x="660400" y="342900"/>
            <a:ext cx="8686801" cy="635000"/>
          </a:xfrm>
          <a:prstGeom prst="rect">
            <a:avLst/>
          </a:prstGeom>
        </p:spPr>
      </p:pic>
      <p:pic>
        <p:nvPicPr>
          <p:cNvPr id="22" name="Image 20" descr="preencoded.png"/>
          <p:cNvPicPr>
            <a:picLocks noChangeAspect="1"/>
          </p:cNvPicPr>
          <p:nvPr/>
        </p:nvPicPr>
        <p:blipFill>
          <a:blip r:embed="rId27"/>
          <a:stretch>
            <a:fillRect/>
          </a:stretch>
        </p:blipFill>
        <p:spPr>
          <a:xfrm>
            <a:off x="552450" y="501650"/>
            <a:ext cx="101600" cy="368300"/>
          </a:xfrm>
          <a:prstGeom prst="rect">
            <a:avLst/>
          </a:prstGeom>
        </p:spPr>
      </p:pic>
      <p:pic>
        <p:nvPicPr>
          <p:cNvPr id="23" name="Image 21" descr="preencoded.png"/>
          <p:cNvPicPr>
            <a:picLocks noChangeAspect="1"/>
          </p:cNvPicPr>
          <p:nvPr>
            <p:custDataLst>
              <p:tags r:id="rId28"/>
            </p:custDataLst>
          </p:nvPr>
        </p:nvPicPr>
        <p:blipFill>
          <a:blip r:embed="rId29"/>
          <a:stretch>
            <a:fillRect/>
          </a:stretch>
        </p:blipFill>
        <p:spPr>
          <a:xfrm>
            <a:off x="5791200" y="4102100"/>
            <a:ext cx="304800" cy="12700"/>
          </a:xfrm>
          <a:prstGeom prst="rect">
            <a:avLst/>
          </a:prstGeom>
        </p:spPr>
      </p:pic>
      <p:pic>
        <p:nvPicPr>
          <p:cNvPr id="24" name="Image 22" descr="preencoded.png"/>
          <p:cNvPicPr>
            <a:picLocks noChangeAspect="1"/>
          </p:cNvPicPr>
          <p:nvPr>
            <p:custDataLst>
              <p:tags r:id="rId30"/>
            </p:custDataLst>
          </p:nvPr>
        </p:nvPicPr>
        <p:blipFill>
          <a:blip r:embed="rId31"/>
          <a:stretch>
            <a:fillRect/>
          </a:stretch>
        </p:blipFill>
        <p:spPr>
          <a:xfrm>
            <a:off x="6096000" y="2692400"/>
            <a:ext cx="304800" cy="12700"/>
          </a:xfrm>
          <a:prstGeom prst="rect">
            <a:avLst/>
          </a:prstGeom>
        </p:spPr>
      </p:pic>
      <p:sp>
        <p:nvSpPr>
          <p:cNvPr id="27" name="Text 1"/>
          <p:cNvSpPr/>
          <p:nvPr>
            <p:custDataLst>
              <p:tags r:id="rId32"/>
            </p:custDataLst>
          </p:nvPr>
        </p:nvSpPr>
        <p:spPr>
          <a:xfrm>
            <a:off x="7086600" y="5359400"/>
            <a:ext cx="4064000" cy="469900"/>
          </a:xfrm>
          <a:prstGeom prst="rect">
            <a:avLst/>
          </a:prstGeom>
          <a:noFill/>
        </p:spPr>
        <p:txBody>
          <a:bodyPr vert="horz" wrap="square" lIns="0" tIns="0" rIns="0" bIns="0" rtlCol="0" anchor="t"/>
          <a:lstStyle/>
          <a:p>
            <a:pPr marL="0" indent="0" algn="l">
              <a:lnSpc>
                <a:spcPct val="100000"/>
              </a:lnSpc>
              <a:buNone/>
            </a:pPr>
            <a:endParaRPr lang="en-US" altLang="en-US" sz="1600" dirty="0">
              <a:solidFill>
                <a:schemeClr val="bg1"/>
              </a:solidFill>
              <a:latin typeface="Times New Roman" panose="02020603050405020304" charset="0"/>
              <a:cs typeface="Times New Roman" panose="02020603050405020304" charset="0"/>
              <a:sym typeface="+mn-ea"/>
            </a:endParaRPr>
          </a:p>
        </p:txBody>
      </p:sp>
      <p:sp>
        <p:nvSpPr>
          <p:cNvPr id="29" name="Text 3"/>
          <p:cNvSpPr/>
          <p:nvPr>
            <p:custDataLst>
              <p:tags r:id="rId33"/>
            </p:custDataLst>
          </p:nvPr>
        </p:nvSpPr>
        <p:spPr>
          <a:xfrm>
            <a:off x="1041400" y="3517900"/>
            <a:ext cx="4064000" cy="243681"/>
          </a:xfrm>
          <a:prstGeom prst="rect">
            <a:avLst/>
          </a:prstGeom>
          <a:noFill/>
        </p:spPr>
        <p:txBody>
          <a:bodyPr vert="horz" wrap="square" lIns="0" tIns="0" rIns="0" bIns="0" rtlCol="0" anchor="t"/>
          <a:lstStyle/>
          <a:p>
            <a:pPr marL="0" indent="0" algn="l">
              <a:lnSpc>
                <a:spcPts val="1920"/>
              </a:lnSpc>
              <a:buNone/>
            </a:pPr>
            <a:r>
              <a:rPr lang="en-US" sz="1600" dirty="0">
                <a:solidFill>
                  <a:srgbClr val="FFFFFF"/>
                </a:solidFill>
                <a:latin typeface="Outfit" pitchFamily="34" charset="0"/>
                <a:ea typeface="Outfit" pitchFamily="34" charset="-122"/>
                <a:cs typeface="Outfit" pitchFamily="34" charset="-120"/>
              </a:rPr>
              <a:t>Inference</a:t>
            </a:r>
            <a:endParaRPr lang="en-US" sz="1600" dirty="0"/>
          </a:p>
        </p:txBody>
      </p:sp>
      <p:sp>
        <p:nvSpPr>
          <p:cNvPr id="30" name="Text 4"/>
          <p:cNvSpPr/>
          <p:nvPr>
            <p:custDataLst>
              <p:tags r:id="rId34"/>
            </p:custDataLst>
          </p:nvPr>
        </p:nvSpPr>
        <p:spPr>
          <a:xfrm>
            <a:off x="1041400" y="3943350"/>
            <a:ext cx="4102100" cy="400050"/>
          </a:xfrm>
          <a:prstGeom prst="rect">
            <a:avLst/>
          </a:prstGeom>
          <a:noFill/>
        </p:spPr>
        <p:txBody>
          <a:bodyPr vert="horz" wrap="square" lIns="0" tIns="0" rIns="0" bIns="0" rtlCol="0" anchor="t"/>
          <a:lstStyle/>
          <a:p>
            <a:pPr indent="0" algn="l">
              <a:lnSpc>
                <a:spcPct val="100000"/>
              </a:lnSpc>
              <a:buFont typeface="Arial" panose="020B0604020202020204" pitchFamily="34" charset="0"/>
              <a:buNone/>
            </a:pPr>
            <a:r>
              <a:rPr lang="en-US" sz="1600" dirty="0">
                <a:solidFill>
                  <a:srgbClr val="FFFFFF"/>
                </a:solidFill>
                <a:latin typeface="Times New Roman" panose="02020603050405020304" charset="0"/>
                <a:ea typeface="Outfit" pitchFamily="34" charset="-122"/>
                <a:cs typeface="Times New Roman" panose="02020603050405020304" charset="0"/>
                <a:sym typeface="+mn-ea"/>
              </a:rPr>
              <a:t>It means to give the model start and end tag and waits to see the generated text</a:t>
            </a:r>
            <a:endParaRPr lang="en-US" sz="1600" dirty="0">
              <a:solidFill>
                <a:srgbClr val="FFFFFF"/>
              </a:solidFill>
              <a:latin typeface="Times New Roman" panose="02020603050405020304" charset="0"/>
              <a:ea typeface="Outfit" pitchFamily="34" charset="-122"/>
              <a:cs typeface="Times New Roman" panose="02020603050405020304" charset="0"/>
            </a:endParaRPr>
          </a:p>
        </p:txBody>
      </p:sp>
      <p:sp>
        <p:nvSpPr>
          <p:cNvPr id="31" name="Text 5"/>
          <p:cNvSpPr/>
          <p:nvPr>
            <p:custDataLst>
              <p:tags r:id="rId35"/>
            </p:custDataLst>
          </p:nvPr>
        </p:nvSpPr>
        <p:spPr>
          <a:xfrm>
            <a:off x="5312410" y="3971330"/>
            <a:ext cx="411480" cy="274241"/>
          </a:xfrm>
          <a:prstGeom prst="rect">
            <a:avLst/>
          </a:prstGeom>
          <a:noFill/>
        </p:spPr>
        <p:txBody>
          <a:bodyPr vert="horz" wrap="square" lIns="0" tIns="0" rIns="0" bIns="0" rtlCol="0" anchor="t"/>
          <a:lstStyle/>
          <a:p>
            <a:pPr marL="0" indent="0" algn="ctr">
              <a:lnSpc>
                <a:spcPts val="2160"/>
              </a:lnSpc>
              <a:buNone/>
            </a:pPr>
            <a:r>
              <a:rPr lang="en-US" sz="1800" b="1" dirty="0">
                <a:solidFill>
                  <a:srgbClr val="000000"/>
                </a:solidFill>
                <a:latin typeface="Outfit" pitchFamily="34" charset="0"/>
                <a:ea typeface="Outfit" pitchFamily="34" charset="-122"/>
                <a:cs typeface="Outfit" pitchFamily="34" charset="-120"/>
              </a:rPr>
              <a:t>11</a:t>
            </a:r>
            <a:endParaRPr lang="en-US" sz="1800" dirty="0"/>
          </a:p>
        </p:txBody>
      </p:sp>
      <p:sp>
        <p:nvSpPr>
          <p:cNvPr id="32" name="Text 6"/>
          <p:cNvSpPr/>
          <p:nvPr>
            <p:custDataLst>
              <p:tags r:id="rId36"/>
            </p:custDataLst>
          </p:nvPr>
        </p:nvSpPr>
        <p:spPr>
          <a:xfrm>
            <a:off x="7086600" y="2184400"/>
            <a:ext cx="4292601" cy="243681"/>
          </a:xfrm>
          <a:prstGeom prst="rect">
            <a:avLst/>
          </a:prstGeom>
          <a:noFill/>
        </p:spPr>
        <p:txBody>
          <a:bodyPr vert="horz" wrap="square" lIns="0" tIns="0" rIns="0" bIns="0" rtlCol="0" anchor="t"/>
          <a:lstStyle/>
          <a:p>
            <a:pPr marL="0" indent="0" algn="l">
              <a:lnSpc>
                <a:spcPts val="1920"/>
              </a:lnSpc>
              <a:buNone/>
            </a:pPr>
            <a:r>
              <a:rPr lang="en-US" sz="1600" dirty="0">
                <a:solidFill>
                  <a:srgbClr val="FFFFFF"/>
                </a:solidFill>
                <a:latin typeface="Outfit" pitchFamily="34" charset="0"/>
                <a:ea typeface="Outfit" pitchFamily="34" charset="-122"/>
                <a:cs typeface="Outfit" pitchFamily="34" charset="-120"/>
              </a:rPr>
              <a:t>Trianing</a:t>
            </a:r>
            <a:endParaRPr lang="en-US" sz="1600" dirty="0"/>
          </a:p>
        </p:txBody>
      </p:sp>
      <p:sp>
        <p:nvSpPr>
          <p:cNvPr id="33" name="Text 7"/>
          <p:cNvSpPr/>
          <p:nvPr>
            <p:custDataLst>
              <p:tags r:id="rId37"/>
            </p:custDataLst>
          </p:nvPr>
        </p:nvSpPr>
        <p:spPr>
          <a:xfrm>
            <a:off x="7086600" y="2546350"/>
            <a:ext cx="4089400" cy="565150"/>
          </a:xfrm>
          <a:prstGeom prst="rect">
            <a:avLst/>
          </a:prstGeom>
          <a:noFill/>
        </p:spPr>
        <p:txBody>
          <a:bodyPr vert="horz" wrap="square" lIns="0" tIns="0" rIns="0" bIns="0" rtlCol="0" anchor="t"/>
          <a:lstStyle/>
          <a:p>
            <a:pPr indent="0" algn="l">
              <a:lnSpc>
                <a:spcPct val="100000"/>
              </a:lnSpc>
              <a:buFont typeface="Arial" panose="020B0604020202020204" pitchFamily="34" charset="0"/>
              <a:buNone/>
            </a:pPr>
            <a:r>
              <a:rPr lang="en-US" sz="1600" dirty="0">
                <a:solidFill>
                  <a:srgbClr val="FFFFFF"/>
                </a:solidFill>
                <a:latin typeface="Times New Roman" panose="02020603050405020304" charset="0"/>
                <a:ea typeface="Outfit" pitchFamily="34" charset="-122"/>
                <a:cs typeface="Times New Roman" panose="02020603050405020304" charset="0"/>
                <a:sym typeface="+mn-ea"/>
              </a:rPr>
              <a:t>It means to train the model after that. if the loss is high then it will generate a wrong answer</a:t>
            </a:r>
            <a:endParaRPr lang="en-US" sz="1600" dirty="0">
              <a:solidFill>
                <a:srgbClr val="FFFFFF"/>
              </a:solidFill>
              <a:latin typeface="Times New Roman" panose="02020603050405020304" charset="0"/>
              <a:ea typeface="Outfit" pitchFamily="34" charset="-122"/>
              <a:cs typeface="Times New Roman" panose="02020603050405020304" charset="0"/>
            </a:endParaRPr>
          </a:p>
        </p:txBody>
      </p:sp>
      <p:sp>
        <p:nvSpPr>
          <p:cNvPr id="34" name="Text 8"/>
          <p:cNvSpPr/>
          <p:nvPr>
            <p:custDataLst>
              <p:tags r:id="rId38"/>
            </p:custDataLst>
          </p:nvPr>
        </p:nvSpPr>
        <p:spPr>
          <a:xfrm>
            <a:off x="6468110" y="2561630"/>
            <a:ext cx="411480" cy="274241"/>
          </a:xfrm>
          <a:prstGeom prst="rect">
            <a:avLst/>
          </a:prstGeom>
          <a:noFill/>
        </p:spPr>
        <p:txBody>
          <a:bodyPr vert="horz" wrap="square" lIns="0" tIns="0" rIns="0" bIns="0" rtlCol="0" anchor="t"/>
          <a:lstStyle/>
          <a:p>
            <a:pPr marL="0" indent="0" algn="ctr">
              <a:lnSpc>
                <a:spcPts val="2160"/>
              </a:lnSpc>
              <a:buNone/>
            </a:pPr>
            <a:r>
              <a:rPr lang="en-US" sz="1800" b="1" dirty="0">
                <a:solidFill>
                  <a:srgbClr val="000000"/>
                </a:solidFill>
                <a:latin typeface="Outfit" pitchFamily="34" charset="0"/>
                <a:ea typeface="Outfit" pitchFamily="34" charset="-122"/>
                <a:cs typeface="Outfit" pitchFamily="34" charset="-120"/>
              </a:rPr>
              <a:t>10</a:t>
            </a:r>
            <a:endParaRPr lang="en-US" sz="1800" dirty="0"/>
          </a:p>
        </p:txBody>
      </p:sp>
      <p:sp>
        <p:nvSpPr>
          <p:cNvPr id="35" name="Text 9"/>
          <p:cNvSpPr/>
          <p:nvPr/>
        </p:nvSpPr>
        <p:spPr>
          <a:xfrm>
            <a:off x="749300" y="341908"/>
            <a:ext cx="11258551" cy="597892"/>
          </a:xfrm>
          <a:prstGeom prst="rect">
            <a:avLst/>
          </a:prstGeom>
          <a:noFill/>
        </p:spPr>
        <p:txBody>
          <a:bodyPr vert="horz" wrap="square" lIns="0" tIns="0" rIns="0" bIns="0" rtlCol="0" anchor="t"/>
          <a:lstStyle/>
          <a:p>
            <a:pPr marL="0" indent="0" algn="l">
              <a:lnSpc>
                <a:spcPts val="4610"/>
              </a:lnSpc>
              <a:buNone/>
            </a:pPr>
            <a:r>
              <a:rPr lang="en-US" sz="3200" b="1" dirty="0">
                <a:solidFill>
                  <a:srgbClr val="FFFFFF"/>
                </a:solidFill>
                <a:latin typeface="Poppins_Bold" pitchFamily="34" charset="0"/>
                <a:ea typeface="Poppins_Bold" pitchFamily="34" charset="-122"/>
                <a:cs typeface="Poppins_Bold" pitchFamily="34" charset="-120"/>
              </a:rPr>
              <a:t>Transformers Architecture</a:t>
            </a:r>
            <a:endParaRPr lang="en-US" sz="3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2"/>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3"/>
          <a:stretch>
            <a:fillRect/>
          </a:stretch>
        </p:blipFill>
        <p:spPr>
          <a:xfrm>
            <a:off x="0" y="0"/>
            <a:ext cx="12192000" cy="6858000"/>
          </a:xfrm>
          <a:prstGeom prst="rect">
            <a:avLst/>
          </a:prstGeom>
        </p:spPr>
      </p:pic>
      <p:pic>
        <p:nvPicPr>
          <p:cNvPr id="5" name="Image 3" descr="preencoded.png"/>
          <p:cNvPicPr>
            <a:picLocks noChangeAspect="1"/>
          </p:cNvPicPr>
          <p:nvPr/>
        </p:nvPicPr>
        <p:blipFill>
          <a:blip r:embed="rId4"/>
          <a:stretch>
            <a:fillRect/>
          </a:stretch>
        </p:blipFill>
        <p:spPr>
          <a:xfrm>
            <a:off x="9525" y="0"/>
            <a:ext cx="12192000" cy="6858000"/>
          </a:xfrm>
          <a:prstGeom prst="rect">
            <a:avLst/>
          </a:prstGeom>
        </p:spPr>
      </p:pic>
      <p:pic>
        <p:nvPicPr>
          <p:cNvPr id="6" name="Image 4" descr="preencoded.png"/>
          <p:cNvPicPr>
            <a:picLocks noChangeAspect="1"/>
          </p:cNvPicPr>
          <p:nvPr/>
        </p:nvPicPr>
        <p:blipFill>
          <a:blip r:embed="rId5"/>
          <a:stretch>
            <a:fillRect/>
          </a:stretch>
        </p:blipFill>
        <p:spPr>
          <a:xfrm>
            <a:off x="977900" y="2387600"/>
            <a:ext cx="4838700" cy="1816100"/>
          </a:xfrm>
          <a:prstGeom prst="rect">
            <a:avLst/>
          </a:prstGeom>
        </p:spPr>
      </p:pic>
      <p:pic>
        <p:nvPicPr>
          <p:cNvPr id="7" name="Image 5" descr="preencoded.png"/>
          <p:cNvPicPr>
            <a:picLocks noChangeAspect="1"/>
          </p:cNvPicPr>
          <p:nvPr/>
        </p:nvPicPr>
        <p:blipFill>
          <a:blip r:embed="rId6"/>
          <a:stretch>
            <a:fillRect/>
          </a:stretch>
        </p:blipFill>
        <p:spPr>
          <a:xfrm>
            <a:off x="1028700" y="1993900"/>
            <a:ext cx="711200" cy="76200"/>
          </a:xfrm>
          <a:prstGeom prst="rect">
            <a:avLst/>
          </a:prstGeom>
        </p:spPr>
      </p:pic>
      <p:pic>
        <p:nvPicPr>
          <p:cNvPr id="8" name="Image 6" descr="preencoded.png"/>
          <p:cNvPicPr>
            <a:picLocks noChangeAspect="1"/>
          </p:cNvPicPr>
          <p:nvPr>
            <p:custDataLst>
              <p:tags r:id="rId7"/>
            </p:custDataLst>
          </p:nvPr>
        </p:nvPicPr>
        <p:blipFill>
          <a:blip r:embed="rId8"/>
          <a:stretch>
            <a:fillRect/>
          </a:stretch>
        </p:blipFill>
        <p:spPr>
          <a:xfrm>
            <a:off x="6146800" y="1409700"/>
            <a:ext cx="5029200" cy="965200"/>
          </a:xfrm>
          <a:prstGeom prst="rect">
            <a:avLst/>
          </a:prstGeom>
        </p:spPr>
      </p:pic>
      <p:pic>
        <p:nvPicPr>
          <p:cNvPr id="9" name="Image 7" descr="preencoded.png"/>
          <p:cNvPicPr>
            <a:picLocks noChangeAspect="1"/>
          </p:cNvPicPr>
          <p:nvPr>
            <p:custDataLst>
              <p:tags r:id="rId9"/>
            </p:custDataLst>
          </p:nvPr>
        </p:nvPicPr>
        <p:blipFill>
          <a:blip r:embed="rId10"/>
          <a:stretch>
            <a:fillRect/>
          </a:stretch>
        </p:blipFill>
        <p:spPr>
          <a:xfrm>
            <a:off x="6223000" y="1016000"/>
            <a:ext cx="5029200" cy="368300"/>
          </a:xfrm>
          <a:prstGeom prst="rect">
            <a:avLst/>
          </a:prstGeom>
        </p:spPr>
      </p:pic>
      <p:pic>
        <p:nvPicPr>
          <p:cNvPr id="10" name="Image 8" descr="preencoded.png"/>
          <p:cNvPicPr>
            <a:picLocks noChangeAspect="1"/>
          </p:cNvPicPr>
          <p:nvPr>
            <p:custDataLst>
              <p:tags r:id="rId11"/>
            </p:custDataLst>
          </p:nvPr>
        </p:nvPicPr>
        <p:blipFill>
          <a:blip r:embed="rId8"/>
          <a:stretch>
            <a:fillRect/>
          </a:stretch>
        </p:blipFill>
        <p:spPr>
          <a:xfrm>
            <a:off x="6146800" y="3149600"/>
            <a:ext cx="5029200" cy="965200"/>
          </a:xfrm>
          <a:prstGeom prst="rect">
            <a:avLst/>
          </a:prstGeom>
        </p:spPr>
      </p:pic>
      <p:pic>
        <p:nvPicPr>
          <p:cNvPr id="11" name="Image 9" descr="preencoded.png"/>
          <p:cNvPicPr>
            <a:picLocks noChangeAspect="1"/>
          </p:cNvPicPr>
          <p:nvPr>
            <p:custDataLst>
              <p:tags r:id="rId12"/>
            </p:custDataLst>
          </p:nvPr>
        </p:nvPicPr>
        <p:blipFill>
          <a:blip r:embed="rId10"/>
          <a:stretch>
            <a:fillRect/>
          </a:stretch>
        </p:blipFill>
        <p:spPr>
          <a:xfrm>
            <a:off x="6223000" y="2755900"/>
            <a:ext cx="5029200" cy="368300"/>
          </a:xfrm>
          <a:prstGeom prst="rect">
            <a:avLst/>
          </a:prstGeom>
        </p:spPr>
      </p:pic>
      <p:pic>
        <p:nvPicPr>
          <p:cNvPr id="12" name="Image 10" descr="preencoded.png"/>
          <p:cNvPicPr>
            <a:picLocks noChangeAspect="1"/>
          </p:cNvPicPr>
          <p:nvPr>
            <p:custDataLst>
              <p:tags r:id="rId13"/>
            </p:custDataLst>
          </p:nvPr>
        </p:nvPicPr>
        <p:blipFill>
          <a:blip r:embed="rId14"/>
          <a:stretch>
            <a:fillRect/>
          </a:stretch>
        </p:blipFill>
        <p:spPr>
          <a:xfrm>
            <a:off x="6134100" y="1155700"/>
            <a:ext cx="88900" cy="88900"/>
          </a:xfrm>
          <a:prstGeom prst="rect">
            <a:avLst/>
          </a:prstGeom>
        </p:spPr>
      </p:pic>
      <p:pic>
        <p:nvPicPr>
          <p:cNvPr id="13" name="Image 11" descr="preencoded.png"/>
          <p:cNvPicPr>
            <a:picLocks noChangeAspect="1"/>
          </p:cNvPicPr>
          <p:nvPr>
            <p:custDataLst>
              <p:tags r:id="rId15"/>
            </p:custDataLst>
          </p:nvPr>
        </p:nvPicPr>
        <p:blipFill>
          <a:blip r:embed="rId16"/>
          <a:stretch>
            <a:fillRect/>
          </a:stretch>
        </p:blipFill>
        <p:spPr>
          <a:xfrm>
            <a:off x="6134100" y="3092450"/>
            <a:ext cx="88900" cy="88900"/>
          </a:xfrm>
          <a:prstGeom prst="rect">
            <a:avLst/>
          </a:prstGeom>
        </p:spPr>
      </p:pic>
      <p:pic>
        <p:nvPicPr>
          <p:cNvPr id="14" name="Image 12" descr="preencoded.png"/>
          <p:cNvPicPr>
            <a:picLocks noChangeAspect="1"/>
          </p:cNvPicPr>
          <p:nvPr>
            <p:custDataLst>
              <p:tags r:id="rId17"/>
            </p:custDataLst>
          </p:nvPr>
        </p:nvPicPr>
        <p:blipFill>
          <a:blip r:embed="rId8"/>
          <a:stretch>
            <a:fillRect/>
          </a:stretch>
        </p:blipFill>
        <p:spPr>
          <a:xfrm>
            <a:off x="6146800" y="4889500"/>
            <a:ext cx="5029200" cy="965200"/>
          </a:xfrm>
          <a:prstGeom prst="rect">
            <a:avLst/>
          </a:prstGeom>
        </p:spPr>
      </p:pic>
      <p:pic>
        <p:nvPicPr>
          <p:cNvPr id="15" name="Image 13" descr="preencoded.png"/>
          <p:cNvPicPr>
            <a:picLocks noChangeAspect="1"/>
          </p:cNvPicPr>
          <p:nvPr>
            <p:custDataLst>
              <p:tags r:id="rId18"/>
            </p:custDataLst>
          </p:nvPr>
        </p:nvPicPr>
        <p:blipFill>
          <a:blip r:embed="rId10"/>
          <a:stretch>
            <a:fillRect/>
          </a:stretch>
        </p:blipFill>
        <p:spPr>
          <a:xfrm>
            <a:off x="6223000" y="4495800"/>
            <a:ext cx="5029200" cy="368300"/>
          </a:xfrm>
          <a:prstGeom prst="rect">
            <a:avLst/>
          </a:prstGeom>
        </p:spPr>
      </p:pic>
      <p:pic>
        <p:nvPicPr>
          <p:cNvPr id="16" name="Image 14" descr="preencoded.png"/>
          <p:cNvPicPr>
            <a:picLocks noChangeAspect="1"/>
          </p:cNvPicPr>
          <p:nvPr>
            <p:custDataLst>
              <p:tags r:id="rId19"/>
            </p:custDataLst>
          </p:nvPr>
        </p:nvPicPr>
        <p:blipFill>
          <a:blip r:embed="rId20"/>
          <a:stretch>
            <a:fillRect/>
          </a:stretch>
        </p:blipFill>
        <p:spPr>
          <a:xfrm>
            <a:off x="6121400" y="4584700"/>
            <a:ext cx="88900" cy="88900"/>
          </a:xfrm>
          <a:prstGeom prst="rect">
            <a:avLst/>
          </a:prstGeom>
        </p:spPr>
      </p:pic>
      <p:sp>
        <p:nvSpPr>
          <p:cNvPr id="17" name="Text 0"/>
          <p:cNvSpPr/>
          <p:nvPr/>
        </p:nvSpPr>
        <p:spPr>
          <a:xfrm>
            <a:off x="990600" y="2425700"/>
            <a:ext cx="3784600" cy="1793677"/>
          </a:xfrm>
          <a:prstGeom prst="rect">
            <a:avLst/>
          </a:prstGeom>
          <a:noFill/>
        </p:spPr>
        <p:txBody>
          <a:bodyPr vert="horz" wrap="square" lIns="0" tIns="0" rIns="0" bIns="0" rtlCol="0" anchor="t"/>
          <a:lstStyle/>
          <a:p>
            <a:pPr marL="0" indent="0" algn="l">
              <a:lnSpc>
                <a:spcPts val="4610"/>
              </a:lnSpc>
              <a:buNone/>
            </a:pPr>
            <a:r>
              <a:rPr lang="en-US" sz="3200" b="1" dirty="0">
                <a:solidFill>
                  <a:srgbClr val="FFFFFF"/>
                </a:solidFill>
                <a:latin typeface="Poppins_Bold" pitchFamily="34" charset="0"/>
                <a:ea typeface="Poppins_Bold" pitchFamily="34" charset="-122"/>
                <a:cs typeface="Poppins_Bold" pitchFamily="34" charset="-120"/>
              </a:rPr>
              <a:t>Transformer Concepts</a:t>
            </a:r>
            <a:endParaRPr lang="en-US" sz="3200" dirty="0"/>
          </a:p>
        </p:txBody>
      </p:sp>
      <p:sp>
        <p:nvSpPr>
          <p:cNvPr id="18" name="Text 1"/>
          <p:cNvSpPr/>
          <p:nvPr>
            <p:custDataLst>
              <p:tags r:id="rId21"/>
            </p:custDataLst>
          </p:nvPr>
        </p:nvSpPr>
        <p:spPr>
          <a:xfrm>
            <a:off x="6301105" y="1397000"/>
            <a:ext cx="4811395" cy="685800"/>
          </a:xfrm>
          <a:prstGeom prst="rect">
            <a:avLst/>
          </a:prstGeom>
          <a:noFill/>
        </p:spPr>
        <p:txBody>
          <a:bodyPr vert="horz" wrap="square" lIns="0" tIns="0" rIns="0" bIns="0" rtlCol="0" anchor="t"/>
          <a:lstStyle/>
          <a:p>
            <a:pPr marL="0" indent="0" algn="l">
              <a:lnSpc>
                <a:spcPct val="150000"/>
              </a:lnSpc>
              <a:buNone/>
            </a:pPr>
            <a:r>
              <a:rPr lang="en-US" altLang="en-US" sz="1600" dirty="0">
                <a:solidFill>
                  <a:srgbClr val="FFFFFF"/>
                </a:solidFill>
                <a:latin typeface="Times New Roman" panose="02020603050405020304" charset="0"/>
                <a:ea typeface="Outfit" pitchFamily="34" charset="-122"/>
                <a:cs typeface="Times New Roman" panose="02020603050405020304" charset="0"/>
              </a:rPr>
              <a:t>Transformers are made of multiple layers as each layer improves understanding.</a:t>
            </a:r>
            <a:endParaRPr lang="en-US" altLang="en-US" sz="1600" dirty="0">
              <a:solidFill>
                <a:srgbClr val="FFFFFF"/>
              </a:solidFill>
              <a:latin typeface="Times New Roman" panose="02020603050405020304" charset="0"/>
              <a:ea typeface="Outfit" pitchFamily="34" charset="-122"/>
              <a:cs typeface="Times New Roman" panose="02020603050405020304" charset="0"/>
            </a:endParaRPr>
          </a:p>
          <a:p>
            <a:pPr marL="0" indent="0" algn="l">
              <a:lnSpc>
                <a:spcPts val="1800"/>
              </a:lnSpc>
              <a:buNone/>
            </a:pPr>
            <a:endParaRPr lang="en-US" altLang="en-US" sz="1600" dirty="0">
              <a:solidFill>
                <a:srgbClr val="FFFFFF"/>
              </a:solidFill>
              <a:latin typeface="Times New Roman" panose="02020603050405020304" charset="0"/>
              <a:ea typeface="Outfit" pitchFamily="34" charset="-122"/>
              <a:cs typeface="Times New Roman" panose="02020603050405020304" charset="0"/>
            </a:endParaRPr>
          </a:p>
          <a:p>
            <a:pPr marL="0" indent="0" algn="l">
              <a:lnSpc>
                <a:spcPts val="1800"/>
              </a:lnSpc>
              <a:buNone/>
            </a:pPr>
            <a:r>
              <a:rPr lang="en-US" altLang="en-US" sz="1600" dirty="0">
                <a:solidFill>
                  <a:srgbClr val="FFFFFF"/>
                </a:solidFill>
                <a:latin typeface="Times New Roman" panose="02020603050405020304" charset="0"/>
                <a:ea typeface="Outfit" pitchFamily="34" charset="-122"/>
                <a:cs typeface="Times New Roman" panose="02020603050405020304" charset="0"/>
              </a:rPr>
              <a:t>So, More layers → better performance.</a:t>
            </a:r>
            <a:endParaRPr lang="en-US" altLang="en-US" sz="1600" dirty="0">
              <a:solidFill>
                <a:srgbClr val="FFFFFF"/>
              </a:solidFill>
              <a:latin typeface="Times New Roman" panose="02020603050405020304" charset="0"/>
              <a:ea typeface="Outfit" pitchFamily="34" charset="-122"/>
              <a:cs typeface="Times New Roman" panose="02020603050405020304" charset="0"/>
            </a:endParaRPr>
          </a:p>
        </p:txBody>
      </p:sp>
      <p:sp>
        <p:nvSpPr>
          <p:cNvPr id="19" name="Text 2"/>
          <p:cNvSpPr/>
          <p:nvPr>
            <p:custDataLst>
              <p:tags r:id="rId22"/>
            </p:custDataLst>
          </p:nvPr>
        </p:nvSpPr>
        <p:spPr>
          <a:xfrm>
            <a:off x="6286500" y="1054100"/>
            <a:ext cx="5746750" cy="274241"/>
          </a:xfrm>
          <a:prstGeom prst="rect">
            <a:avLst/>
          </a:prstGeom>
          <a:noFill/>
        </p:spPr>
        <p:txBody>
          <a:bodyPr vert="horz" wrap="square" lIns="0" tIns="0" rIns="0" bIns="0" rtlCol="0" anchor="t"/>
          <a:lstStyle/>
          <a:p>
            <a:pPr marL="0" indent="0" algn="l">
              <a:lnSpc>
                <a:spcPts val="2160"/>
              </a:lnSpc>
              <a:buNone/>
            </a:pPr>
            <a:r>
              <a:rPr lang="en-US" sz="1800" dirty="0">
                <a:solidFill>
                  <a:srgbClr val="56F0E8"/>
                </a:solidFill>
                <a:latin typeface="Outfit" pitchFamily="34" charset="0"/>
                <a:ea typeface="Outfit" pitchFamily="34" charset="-122"/>
                <a:cs typeface="Outfit" pitchFamily="34" charset="-120"/>
              </a:rPr>
              <a:t>Transformer Layers</a:t>
            </a:r>
            <a:endParaRPr lang="en-US" sz="1800" dirty="0"/>
          </a:p>
        </p:txBody>
      </p:sp>
      <p:sp>
        <p:nvSpPr>
          <p:cNvPr id="20" name="Text 3"/>
          <p:cNvSpPr/>
          <p:nvPr>
            <p:custDataLst>
              <p:tags r:id="rId23"/>
            </p:custDataLst>
          </p:nvPr>
        </p:nvSpPr>
        <p:spPr>
          <a:xfrm>
            <a:off x="6301105" y="3284220"/>
            <a:ext cx="4811395" cy="538480"/>
          </a:xfrm>
          <a:prstGeom prst="rect">
            <a:avLst/>
          </a:prstGeom>
          <a:noFill/>
        </p:spPr>
        <p:txBody>
          <a:bodyPr vert="horz" wrap="square" lIns="0" tIns="0" rIns="0" bIns="0" rtlCol="0" anchor="t"/>
          <a:lstStyle/>
          <a:p>
            <a:pPr marL="0" indent="0" algn="l">
              <a:lnSpc>
                <a:spcPts val="1800"/>
              </a:lnSpc>
              <a:buNone/>
            </a:pPr>
            <a:r>
              <a:rPr lang="en-US" altLang="en-US" sz="1600" dirty="0">
                <a:solidFill>
                  <a:srgbClr val="FFFFFF"/>
                </a:solidFill>
                <a:latin typeface="Times New Roman" panose="02020603050405020304" charset="0"/>
                <a:ea typeface="MonospacedNumber" pitchFamily="34" charset="-122"/>
                <a:cs typeface="Times New Roman" panose="02020603050405020304" charset="0"/>
              </a:rPr>
              <a:t>It process all words at the same time and this makes them:</a:t>
            </a:r>
            <a:endParaRPr lang="en-US" altLang="en-US" sz="1600" dirty="0">
              <a:solidFill>
                <a:srgbClr val="FFFFFF"/>
              </a:solidFill>
              <a:latin typeface="Times New Roman" panose="02020603050405020304" charset="0"/>
              <a:ea typeface="MonospacedNumber" pitchFamily="34" charset="-122"/>
              <a:cs typeface="Times New Roman" panose="02020603050405020304" charset="0"/>
            </a:endParaRPr>
          </a:p>
          <a:p>
            <a:pPr marL="285750" indent="-285750" algn="l">
              <a:lnSpc>
                <a:spcPct val="150000"/>
              </a:lnSpc>
              <a:buFont typeface="Arial" panose="020B0604020202020204" pitchFamily="34" charset="0"/>
              <a:buChar char="•"/>
            </a:pPr>
            <a:r>
              <a:rPr lang="en-US" altLang="en-US" sz="1600" dirty="0">
                <a:solidFill>
                  <a:srgbClr val="FFFFFF"/>
                </a:solidFill>
                <a:latin typeface="Times New Roman" panose="02020603050405020304" charset="0"/>
                <a:ea typeface="MonospacedNumber" pitchFamily="34" charset="-122"/>
                <a:cs typeface="Times New Roman" panose="02020603050405020304" charset="0"/>
              </a:rPr>
              <a:t>Faster</a:t>
            </a:r>
            <a:endParaRPr lang="en-US" altLang="en-US" sz="1600" dirty="0">
              <a:solidFill>
                <a:srgbClr val="FFFFFF"/>
              </a:solidFill>
              <a:latin typeface="Times New Roman" panose="02020603050405020304" charset="0"/>
              <a:ea typeface="MonospacedNumber" pitchFamily="34" charset="-122"/>
              <a:cs typeface="Times New Roman" panose="02020603050405020304" charset="0"/>
            </a:endParaRPr>
          </a:p>
          <a:p>
            <a:pPr marL="285750" indent="-285750" algn="l">
              <a:lnSpc>
                <a:spcPct val="150000"/>
              </a:lnSpc>
              <a:buFont typeface="Arial" panose="020B0604020202020204" pitchFamily="34" charset="0"/>
              <a:buChar char="•"/>
            </a:pPr>
            <a:r>
              <a:rPr lang="en-US" altLang="en-US" sz="1600" dirty="0">
                <a:solidFill>
                  <a:srgbClr val="FFFFFF"/>
                </a:solidFill>
                <a:latin typeface="Times New Roman" panose="02020603050405020304" charset="0"/>
                <a:ea typeface="MonospacedNumber" pitchFamily="34" charset="-122"/>
                <a:cs typeface="Times New Roman" panose="02020603050405020304" charset="0"/>
              </a:rPr>
              <a:t>More efficient</a:t>
            </a:r>
            <a:endParaRPr lang="en-US" altLang="en-US" sz="1600" dirty="0">
              <a:solidFill>
                <a:srgbClr val="FFFFFF"/>
              </a:solidFill>
              <a:latin typeface="Times New Roman" panose="02020603050405020304" charset="0"/>
              <a:ea typeface="MonospacedNumber" pitchFamily="34" charset="-122"/>
              <a:cs typeface="Times New Roman" panose="02020603050405020304" charset="0"/>
            </a:endParaRPr>
          </a:p>
        </p:txBody>
      </p:sp>
      <p:sp>
        <p:nvSpPr>
          <p:cNvPr id="21" name="Text 4"/>
          <p:cNvSpPr/>
          <p:nvPr>
            <p:custDataLst>
              <p:tags r:id="rId24"/>
            </p:custDataLst>
          </p:nvPr>
        </p:nvSpPr>
        <p:spPr>
          <a:xfrm>
            <a:off x="6286500" y="2966720"/>
            <a:ext cx="5746750" cy="318135"/>
          </a:xfrm>
          <a:prstGeom prst="rect">
            <a:avLst/>
          </a:prstGeom>
          <a:noFill/>
        </p:spPr>
        <p:txBody>
          <a:bodyPr vert="horz" wrap="square" lIns="0" tIns="0" rIns="0" bIns="0" rtlCol="0" anchor="t"/>
          <a:lstStyle/>
          <a:p>
            <a:pPr marL="0" indent="0" algn="l">
              <a:lnSpc>
                <a:spcPts val="2160"/>
              </a:lnSpc>
              <a:buNone/>
            </a:pPr>
            <a:r>
              <a:rPr lang="en-US" sz="1800" dirty="0">
                <a:solidFill>
                  <a:srgbClr val="A5EC98"/>
                </a:solidFill>
                <a:latin typeface="Outfit" pitchFamily="34" charset="0"/>
                <a:ea typeface="Outfit" pitchFamily="34" charset="-122"/>
                <a:cs typeface="Outfit" pitchFamily="34" charset="-120"/>
              </a:rPr>
              <a:t>Parallel Processing</a:t>
            </a:r>
            <a:endParaRPr lang="en-US" sz="1800" dirty="0"/>
          </a:p>
        </p:txBody>
      </p:sp>
      <p:sp>
        <p:nvSpPr>
          <p:cNvPr id="22" name="Text 5"/>
          <p:cNvSpPr/>
          <p:nvPr>
            <p:custDataLst>
              <p:tags r:id="rId25"/>
            </p:custDataLst>
          </p:nvPr>
        </p:nvSpPr>
        <p:spPr>
          <a:xfrm>
            <a:off x="6287135" y="4865370"/>
            <a:ext cx="4825365" cy="748030"/>
          </a:xfrm>
          <a:prstGeom prst="rect">
            <a:avLst/>
          </a:prstGeom>
          <a:noFill/>
        </p:spPr>
        <p:txBody>
          <a:bodyPr vert="horz" wrap="square" lIns="0" tIns="0" rIns="0" bIns="0" rtlCol="0" anchor="t"/>
          <a:lstStyle/>
          <a:p>
            <a:pPr marL="0" indent="0" algn="l">
              <a:lnSpc>
                <a:spcPts val="1800"/>
              </a:lnSpc>
              <a:buNone/>
            </a:pPr>
            <a:r>
              <a:rPr lang="en-US" altLang="en-US" sz="1600" dirty="0">
                <a:solidFill>
                  <a:schemeClr val="bg1"/>
                </a:solidFill>
                <a:latin typeface="Times New Roman" panose="02020603050405020304" charset="0"/>
                <a:cs typeface="Times New Roman" panose="02020603050405020304" charset="0"/>
              </a:rPr>
              <a:t>Transformer can understand:</a:t>
            </a:r>
            <a:endParaRPr lang="en-US" altLang="en-US" sz="1600" dirty="0">
              <a:solidFill>
                <a:schemeClr val="bg1"/>
              </a:solidFill>
              <a:latin typeface="Times New Roman" panose="02020603050405020304" charset="0"/>
              <a:cs typeface="Times New Roman" panose="02020603050405020304" charset="0"/>
            </a:endParaRPr>
          </a:p>
          <a:p>
            <a:pPr marL="285750" indent="-285750" algn="l">
              <a:lnSpc>
                <a:spcPct val="150000"/>
              </a:lnSpc>
              <a:buFont typeface="Arial" panose="020B0604020202020204" pitchFamily="34" charset="0"/>
              <a:buChar char="•"/>
            </a:pPr>
            <a:r>
              <a:rPr lang="en-US" altLang="en-US" sz="1600" dirty="0">
                <a:solidFill>
                  <a:schemeClr val="bg1"/>
                </a:solidFill>
                <a:latin typeface="Times New Roman" panose="02020603050405020304" charset="0"/>
                <a:cs typeface="Times New Roman" panose="02020603050405020304" charset="0"/>
              </a:rPr>
              <a:t>Meaning of words</a:t>
            </a:r>
            <a:endParaRPr lang="en-US" altLang="en-US" sz="1600" dirty="0">
              <a:solidFill>
                <a:schemeClr val="bg1"/>
              </a:solidFill>
              <a:latin typeface="Times New Roman" panose="02020603050405020304" charset="0"/>
              <a:cs typeface="Times New Roman" panose="02020603050405020304" charset="0"/>
            </a:endParaRPr>
          </a:p>
          <a:p>
            <a:pPr marL="285750" indent="-285750" algn="l">
              <a:lnSpc>
                <a:spcPct val="150000"/>
              </a:lnSpc>
              <a:buFont typeface="Arial" panose="020B0604020202020204" pitchFamily="34" charset="0"/>
              <a:buChar char="•"/>
            </a:pPr>
            <a:r>
              <a:rPr lang="en-US" altLang="en-US" sz="1600" dirty="0">
                <a:solidFill>
                  <a:schemeClr val="bg1"/>
                </a:solidFill>
                <a:latin typeface="Times New Roman" panose="02020603050405020304" charset="0"/>
                <a:cs typeface="Times New Roman" panose="02020603050405020304" charset="0"/>
              </a:rPr>
              <a:t>Relationships between words</a:t>
            </a:r>
            <a:endParaRPr lang="en-US" altLang="en-US" sz="1600" dirty="0">
              <a:solidFill>
                <a:schemeClr val="bg1"/>
              </a:solidFill>
              <a:latin typeface="Times New Roman" panose="02020603050405020304" charset="0"/>
              <a:cs typeface="Times New Roman" panose="02020603050405020304" charset="0"/>
            </a:endParaRPr>
          </a:p>
          <a:p>
            <a:pPr marL="285750" indent="-285750" algn="l">
              <a:lnSpc>
                <a:spcPct val="150000"/>
              </a:lnSpc>
              <a:buFont typeface="Arial" panose="020B0604020202020204" pitchFamily="34" charset="0"/>
              <a:buChar char="•"/>
            </a:pPr>
            <a:r>
              <a:rPr lang="en-US" altLang="en-US" sz="1600" dirty="0">
                <a:solidFill>
                  <a:schemeClr val="bg1"/>
                </a:solidFill>
                <a:latin typeface="Times New Roman" panose="02020603050405020304" charset="0"/>
                <a:cs typeface="Times New Roman" panose="02020603050405020304" charset="0"/>
              </a:rPr>
              <a:t>Context of sentences</a:t>
            </a:r>
            <a:endParaRPr lang="en-US" altLang="en-US" sz="1600" dirty="0">
              <a:solidFill>
                <a:schemeClr val="bg1"/>
              </a:solidFill>
              <a:latin typeface="Times New Roman" panose="02020603050405020304" charset="0"/>
              <a:cs typeface="Times New Roman" panose="02020603050405020304" charset="0"/>
            </a:endParaRPr>
          </a:p>
          <a:p>
            <a:pPr marL="0" indent="0" algn="l">
              <a:lnSpc>
                <a:spcPts val="1800"/>
              </a:lnSpc>
              <a:buNone/>
            </a:pPr>
            <a:endParaRPr lang="en-US" altLang="en-US" sz="1600" dirty="0">
              <a:solidFill>
                <a:schemeClr val="bg1"/>
              </a:solidFill>
              <a:latin typeface="Times New Roman" panose="02020603050405020304" charset="0"/>
              <a:cs typeface="Times New Roman" panose="02020603050405020304" charset="0"/>
            </a:endParaRPr>
          </a:p>
          <a:p>
            <a:pPr marL="0" indent="0" algn="l">
              <a:lnSpc>
                <a:spcPts val="1800"/>
              </a:lnSpc>
              <a:buNone/>
            </a:pPr>
            <a:r>
              <a:rPr lang="en-US" altLang="en-US" sz="1600" dirty="0">
                <a:solidFill>
                  <a:schemeClr val="bg1"/>
                </a:solidFill>
                <a:latin typeface="Times New Roman" panose="02020603050405020304" charset="0"/>
                <a:cs typeface="Times New Roman" panose="02020603050405020304" charset="0"/>
              </a:rPr>
              <a:t>This is why it is used in LLMs.</a:t>
            </a:r>
            <a:endParaRPr lang="en-US" altLang="en-US" sz="1600" dirty="0">
              <a:solidFill>
                <a:schemeClr val="bg1"/>
              </a:solidFill>
              <a:latin typeface="Times New Roman" panose="02020603050405020304" charset="0"/>
              <a:cs typeface="Times New Roman" panose="02020603050405020304" charset="0"/>
            </a:endParaRPr>
          </a:p>
        </p:txBody>
      </p:sp>
      <p:sp>
        <p:nvSpPr>
          <p:cNvPr id="23" name="Text 6"/>
          <p:cNvSpPr/>
          <p:nvPr>
            <p:custDataLst>
              <p:tags r:id="rId26"/>
            </p:custDataLst>
          </p:nvPr>
        </p:nvSpPr>
        <p:spPr>
          <a:xfrm>
            <a:off x="6286500" y="4478020"/>
            <a:ext cx="5746750" cy="419100"/>
          </a:xfrm>
          <a:prstGeom prst="rect">
            <a:avLst/>
          </a:prstGeom>
          <a:noFill/>
        </p:spPr>
        <p:txBody>
          <a:bodyPr vert="horz" wrap="square" lIns="0" tIns="0" rIns="0" bIns="0" rtlCol="0" anchor="t"/>
          <a:lstStyle/>
          <a:p>
            <a:pPr marL="0" indent="0" algn="l">
              <a:lnSpc>
                <a:spcPts val="2160"/>
              </a:lnSpc>
              <a:buNone/>
            </a:pPr>
            <a:r>
              <a:rPr lang="en-US" sz="1800" dirty="0">
                <a:solidFill>
                  <a:srgbClr val="D3F87B"/>
                </a:solidFill>
                <a:latin typeface="Outfit" pitchFamily="34" charset="0"/>
                <a:ea typeface="Outfit" pitchFamily="34" charset="-122"/>
                <a:cs typeface="Outfit" pitchFamily="34" charset="-120"/>
              </a:rPr>
              <a:t>Context Understanding</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2"/>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3"/>
          <a:stretch>
            <a:fillRect/>
          </a:stretch>
        </p:blipFill>
        <p:spPr>
          <a:xfrm>
            <a:off x="0" y="0"/>
            <a:ext cx="12192000" cy="6858000"/>
          </a:xfrm>
          <a:prstGeom prst="rect">
            <a:avLst/>
          </a:prstGeom>
        </p:spPr>
      </p:pic>
      <p:pic>
        <p:nvPicPr>
          <p:cNvPr id="5" name="Image 3" descr="preencoded.png"/>
          <p:cNvPicPr>
            <a:picLocks noChangeAspect="1"/>
          </p:cNvPicPr>
          <p:nvPr/>
        </p:nvPicPr>
        <p:blipFill>
          <a:blip r:embed="rId4"/>
          <a:stretch>
            <a:fillRect/>
          </a:stretch>
        </p:blipFill>
        <p:spPr>
          <a:xfrm>
            <a:off x="0" y="0"/>
            <a:ext cx="12192000" cy="6858000"/>
          </a:xfrm>
          <a:prstGeom prst="rect">
            <a:avLst/>
          </a:prstGeom>
        </p:spPr>
      </p:pic>
      <p:pic>
        <p:nvPicPr>
          <p:cNvPr id="6" name="Image 4" descr="preencoded.png"/>
          <p:cNvPicPr>
            <a:picLocks noChangeAspect="1"/>
          </p:cNvPicPr>
          <p:nvPr/>
        </p:nvPicPr>
        <p:blipFill>
          <a:blip r:embed="rId5"/>
          <a:stretch>
            <a:fillRect/>
          </a:stretch>
        </p:blipFill>
        <p:spPr>
          <a:xfrm>
            <a:off x="812800" y="304800"/>
            <a:ext cx="8686801" cy="1231900"/>
          </a:xfrm>
          <a:prstGeom prst="rect">
            <a:avLst/>
          </a:prstGeom>
        </p:spPr>
      </p:pic>
      <p:pic>
        <p:nvPicPr>
          <p:cNvPr id="7" name="Image 5" descr="preencoded.png"/>
          <p:cNvPicPr>
            <a:picLocks noChangeAspect="1"/>
          </p:cNvPicPr>
          <p:nvPr/>
        </p:nvPicPr>
        <p:blipFill>
          <a:blip r:embed="rId6"/>
          <a:stretch>
            <a:fillRect/>
          </a:stretch>
        </p:blipFill>
        <p:spPr>
          <a:xfrm>
            <a:off x="552450" y="501650"/>
            <a:ext cx="101600" cy="368300"/>
          </a:xfrm>
          <a:prstGeom prst="rect">
            <a:avLst/>
          </a:prstGeom>
        </p:spPr>
      </p:pic>
      <p:pic>
        <p:nvPicPr>
          <p:cNvPr id="8" name="Image 6" descr="preencoded.png"/>
          <p:cNvPicPr>
            <a:picLocks noChangeAspect="1"/>
          </p:cNvPicPr>
          <p:nvPr/>
        </p:nvPicPr>
        <p:blipFill>
          <a:blip r:embed="rId7"/>
          <a:stretch>
            <a:fillRect/>
          </a:stretch>
        </p:blipFill>
        <p:spPr>
          <a:xfrm>
            <a:off x="6515100" y="3136900"/>
            <a:ext cx="3429000" cy="1955800"/>
          </a:xfrm>
          <a:prstGeom prst="rect">
            <a:avLst/>
          </a:prstGeom>
        </p:spPr>
      </p:pic>
      <p:pic>
        <p:nvPicPr>
          <p:cNvPr id="9" name="Image 7" descr="preencoded.png"/>
          <p:cNvPicPr>
            <a:picLocks noChangeAspect="1"/>
          </p:cNvPicPr>
          <p:nvPr/>
        </p:nvPicPr>
        <p:blipFill>
          <a:blip r:embed="rId7"/>
          <a:stretch>
            <a:fillRect/>
          </a:stretch>
        </p:blipFill>
        <p:spPr>
          <a:xfrm>
            <a:off x="2235200" y="3136900"/>
            <a:ext cx="3429000" cy="1955800"/>
          </a:xfrm>
          <a:prstGeom prst="rect">
            <a:avLst/>
          </a:prstGeom>
        </p:spPr>
      </p:pic>
      <p:pic>
        <p:nvPicPr>
          <p:cNvPr id="10" name="Image 8" descr="preencoded.png"/>
          <p:cNvPicPr>
            <a:picLocks noChangeAspect="1"/>
          </p:cNvPicPr>
          <p:nvPr/>
        </p:nvPicPr>
        <p:blipFill>
          <a:blip r:embed="rId8"/>
          <a:stretch>
            <a:fillRect/>
          </a:stretch>
        </p:blipFill>
        <p:spPr>
          <a:xfrm>
            <a:off x="2235200" y="2667000"/>
            <a:ext cx="3429000" cy="584200"/>
          </a:xfrm>
          <a:prstGeom prst="rect">
            <a:avLst/>
          </a:prstGeom>
        </p:spPr>
      </p:pic>
      <p:pic>
        <p:nvPicPr>
          <p:cNvPr id="11" name="Image 9" descr="preencoded.png"/>
          <p:cNvPicPr>
            <a:picLocks noChangeAspect="1"/>
          </p:cNvPicPr>
          <p:nvPr/>
        </p:nvPicPr>
        <p:blipFill>
          <a:blip r:embed="rId8"/>
          <a:stretch>
            <a:fillRect/>
          </a:stretch>
        </p:blipFill>
        <p:spPr>
          <a:xfrm>
            <a:off x="6515100" y="2667000"/>
            <a:ext cx="3429000" cy="584200"/>
          </a:xfrm>
          <a:prstGeom prst="rect">
            <a:avLst/>
          </a:prstGeom>
        </p:spPr>
      </p:pic>
      <p:pic>
        <p:nvPicPr>
          <p:cNvPr id="12" name="Image 10" descr="preencoded.png"/>
          <p:cNvPicPr>
            <a:picLocks noChangeAspect="1"/>
          </p:cNvPicPr>
          <p:nvPr/>
        </p:nvPicPr>
        <p:blipFill>
          <a:blip r:embed="rId9"/>
          <a:stretch>
            <a:fillRect/>
          </a:stretch>
        </p:blipFill>
        <p:spPr>
          <a:xfrm>
            <a:off x="2046143" y="1868343"/>
            <a:ext cx="1038514" cy="1038514"/>
          </a:xfrm>
          <a:prstGeom prst="rect">
            <a:avLst/>
          </a:prstGeom>
        </p:spPr>
      </p:pic>
      <p:pic>
        <p:nvPicPr>
          <p:cNvPr id="13" name="Image 11" descr="preencoded.png"/>
          <p:cNvPicPr>
            <a:picLocks noChangeAspect="1"/>
          </p:cNvPicPr>
          <p:nvPr/>
        </p:nvPicPr>
        <p:blipFill>
          <a:blip r:embed="rId10"/>
          <a:stretch>
            <a:fillRect/>
          </a:stretch>
        </p:blipFill>
        <p:spPr>
          <a:xfrm>
            <a:off x="6336578" y="1866178"/>
            <a:ext cx="979345" cy="979344"/>
          </a:xfrm>
          <a:prstGeom prst="rect">
            <a:avLst/>
          </a:prstGeom>
        </p:spPr>
      </p:pic>
      <p:sp>
        <p:nvSpPr>
          <p:cNvPr id="14" name="Text 0"/>
          <p:cNvSpPr/>
          <p:nvPr/>
        </p:nvSpPr>
        <p:spPr>
          <a:xfrm>
            <a:off x="901700" y="406400"/>
            <a:ext cx="9862820" cy="1195705"/>
          </a:xfrm>
          <a:prstGeom prst="rect">
            <a:avLst/>
          </a:prstGeom>
          <a:noFill/>
        </p:spPr>
        <p:txBody>
          <a:bodyPr vert="horz" wrap="square" lIns="0" tIns="0" rIns="0" bIns="0" rtlCol="0" anchor="t"/>
          <a:lstStyle/>
          <a:p>
            <a:pPr marL="0" indent="0" algn="l">
              <a:lnSpc>
                <a:spcPts val="4610"/>
              </a:lnSpc>
              <a:buNone/>
            </a:pPr>
            <a:r>
              <a:rPr lang="en-US" sz="3200" b="1" dirty="0">
                <a:solidFill>
                  <a:srgbClr val="FFFFFF"/>
                </a:solidFill>
                <a:latin typeface="Poppins_Bold" pitchFamily="34" charset="0"/>
                <a:ea typeface="Poppins_Bold" pitchFamily="34" charset="-122"/>
                <a:cs typeface="Poppins_Bold" pitchFamily="34" charset="-120"/>
              </a:rPr>
              <a:t>Transformers Concepts</a:t>
            </a:r>
            <a:endParaRPr lang="en-US" sz="3200" dirty="0"/>
          </a:p>
        </p:txBody>
      </p:sp>
      <p:sp>
        <p:nvSpPr>
          <p:cNvPr id="15" name="Text 1"/>
          <p:cNvSpPr/>
          <p:nvPr/>
        </p:nvSpPr>
        <p:spPr>
          <a:xfrm>
            <a:off x="6629400" y="3251200"/>
            <a:ext cx="3568701" cy="1143000"/>
          </a:xfrm>
          <a:prstGeom prst="rect">
            <a:avLst/>
          </a:prstGeom>
          <a:noFill/>
        </p:spPr>
        <p:txBody>
          <a:bodyPr vert="horz" wrap="square" lIns="0" tIns="0" rIns="0" bIns="0" rtlCol="0" anchor="t"/>
          <a:lstStyle/>
          <a:p>
            <a:pPr marL="285750" indent="-285750" algn="l">
              <a:lnSpc>
                <a:spcPct val="150000"/>
              </a:lnSpc>
              <a:buFont typeface="Arial" panose="020B0604020202020204" pitchFamily="34" charset="0"/>
              <a:buChar char="•"/>
            </a:pPr>
            <a:r>
              <a:rPr lang="en-US" altLang="en-US" sz="1600" dirty="0">
                <a:solidFill>
                  <a:schemeClr val="bg1"/>
                </a:solidFill>
                <a:latin typeface="Times New Roman" panose="02020603050405020304" charset="0"/>
                <a:ea typeface="Outfit" pitchFamily="34" charset="-122"/>
                <a:cs typeface="Times New Roman" panose="02020603050405020304" charset="0"/>
              </a:rPr>
              <a:t>Input text → tokens</a:t>
            </a:r>
            <a:endParaRPr lang="en-US" altLang="en-US" sz="1600" dirty="0">
              <a:solidFill>
                <a:schemeClr val="bg1"/>
              </a:solidFill>
              <a:latin typeface="Times New Roman" panose="02020603050405020304" charset="0"/>
              <a:ea typeface="Outfit" pitchFamily="34" charset="-122"/>
              <a:cs typeface="Times New Roman" panose="02020603050405020304" charset="0"/>
            </a:endParaRPr>
          </a:p>
          <a:p>
            <a:pPr marL="285750" indent="-285750" algn="l">
              <a:lnSpc>
                <a:spcPct val="150000"/>
              </a:lnSpc>
              <a:buFont typeface="Arial" panose="020B0604020202020204" pitchFamily="34" charset="0"/>
              <a:buChar char="•"/>
            </a:pPr>
            <a:r>
              <a:rPr lang="en-US" altLang="en-US" sz="1600" dirty="0">
                <a:solidFill>
                  <a:schemeClr val="bg1"/>
                </a:solidFill>
                <a:latin typeface="Times New Roman" panose="02020603050405020304" charset="0"/>
                <a:ea typeface="Outfit" pitchFamily="34" charset="-122"/>
                <a:cs typeface="Times New Roman" panose="02020603050405020304" charset="0"/>
              </a:rPr>
              <a:t>Tokens → embeddings</a:t>
            </a:r>
            <a:endParaRPr lang="en-US" altLang="en-US" sz="1600" dirty="0">
              <a:solidFill>
                <a:schemeClr val="bg1"/>
              </a:solidFill>
              <a:latin typeface="Times New Roman" panose="02020603050405020304" charset="0"/>
              <a:ea typeface="Outfit" pitchFamily="34" charset="-122"/>
              <a:cs typeface="Times New Roman" panose="02020603050405020304" charset="0"/>
            </a:endParaRPr>
          </a:p>
          <a:p>
            <a:pPr marL="285750" indent="-285750" algn="l">
              <a:lnSpc>
                <a:spcPct val="150000"/>
              </a:lnSpc>
              <a:buFont typeface="Arial" panose="020B0604020202020204" pitchFamily="34" charset="0"/>
              <a:buChar char="•"/>
            </a:pPr>
            <a:r>
              <a:rPr lang="en-US" altLang="en-US" sz="1600" dirty="0">
                <a:solidFill>
                  <a:schemeClr val="bg1"/>
                </a:solidFill>
                <a:latin typeface="Times New Roman" panose="02020603050405020304" charset="0"/>
                <a:ea typeface="Outfit" pitchFamily="34" charset="-122"/>
                <a:cs typeface="Times New Roman" panose="02020603050405020304" charset="0"/>
              </a:rPr>
              <a:t>Add position info</a:t>
            </a:r>
            <a:endParaRPr lang="en-US" altLang="en-US" sz="1600" dirty="0">
              <a:solidFill>
                <a:schemeClr val="bg1"/>
              </a:solidFill>
              <a:latin typeface="Times New Roman" panose="02020603050405020304" charset="0"/>
              <a:ea typeface="Outfit" pitchFamily="34" charset="-122"/>
              <a:cs typeface="Times New Roman" panose="02020603050405020304" charset="0"/>
            </a:endParaRPr>
          </a:p>
          <a:p>
            <a:pPr marL="285750" indent="-285750" algn="l">
              <a:lnSpc>
                <a:spcPct val="150000"/>
              </a:lnSpc>
              <a:buFont typeface="Arial" panose="020B0604020202020204" pitchFamily="34" charset="0"/>
              <a:buChar char="•"/>
            </a:pPr>
            <a:r>
              <a:rPr lang="en-US" altLang="en-US" sz="1600" dirty="0">
                <a:solidFill>
                  <a:schemeClr val="bg1"/>
                </a:solidFill>
                <a:latin typeface="Times New Roman" panose="02020603050405020304" charset="0"/>
                <a:ea typeface="Outfit" pitchFamily="34" charset="-122"/>
                <a:cs typeface="Times New Roman" panose="02020603050405020304" charset="0"/>
              </a:rPr>
              <a:t>Apply attention</a:t>
            </a:r>
            <a:endParaRPr lang="en-US" altLang="en-US" sz="1600" dirty="0">
              <a:solidFill>
                <a:schemeClr val="bg1"/>
              </a:solidFill>
              <a:latin typeface="Times New Roman" panose="02020603050405020304" charset="0"/>
              <a:ea typeface="Outfit" pitchFamily="34" charset="-122"/>
              <a:cs typeface="Times New Roman" panose="02020603050405020304" charset="0"/>
            </a:endParaRPr>
          </a:p>
          <a:p>
            <a:pPr marL="285750" indent="-285750" algn="l">
              <a:lnSpc>
                <a:spcPct val="150000"/>
              </a:lnSpc>
              <a:buFont typeface="Arial" panose="020B0604020202020204" pitchFamily="34" charset="0"/>
              <a:buChar char="•"/>
            </a:pPr>
            <a:r>
              <a:rPr lang="en-US" altLang="en-US" sz="1600" dirty="0">
                <a:solidFill>
                  <a:schemeClr val="bg1"/>
                </a:solidFill>
                <a:latin typeface="Times New Roman" panose="02020603050405020304" charset="0"/>
                <a:ea typeface="Outfit" pitchFamily="34" charset="-122"/>
                <a:cs typeface="Times New Roman" panose="02020603050405020304" charset="0"/>
              </a:rPr>
              <a:t>Training</a:t>
            </a:r>
            <a:endParaRPr lang="en-US" altLang="en-US" sz="1600" dirty="0">
              <a:solidFill>
                <a:schemeClr val="bg1"/>
              </a:solidFill>
              <a:latin typeface="Times New Roman" panose="02020603050405020304" charset="0"/>
              <a:ea typeface="Outfit" pitchFamily="34" charset="-122"/>
              <a:cs typeface="Times New Roman" panose="02020603050405020304" charset="0"/>
            </a:endParaRPr>
          </a:p>
          <a:p>
            <a:pPr marL="285750" indent="-285750" algn="l">
              <a:lnSpc>
                <a:spcPct val="150000"/>
              </a:lnSpc>
              <a:buFont typeface="Arial" panose="020B0604020202020204" pitchFamily="34" charset="0"/>
              <a:buChar char="•"/>
            </a:pPr>
            <a:r>
              <a:rPr lang="en-US" altLang="en-US" sz="1600" dirty="0">
                <a:solidFill>
                  <a:schemeClr val="bg1"/>
                </a:solidFill>
                <a:latin typeface="Times New Roman" panose="02020603050405020304" charset="0"/>
                <a:ea typeface="Outfit" pitchFamily="34" charset="-122"/>
                <a:cs typeface="Times New Roman" panose="02020603050405020304" charset="0"/>
              </a:rPr>
              <a:t>Generate output</a:t>
            </a:r>
            <a:endParaRPr lang="en-US" altLang="en-US" sz="1600" dirty="0">
              <a:solidFill>
                <a:schemeClr val="bg1"/>
              </a:solidFill>
              <a:latin typeface="Times New Roman" panose="02020603050405020304" charset="0"/>
              <a:ea typeface="Outfit" pitchFamily="34" charset="-122"/>
              <a:cs typeface="Times New Roman" panose="02020603050405020304" charset="0"/>
            </a:endParaRPr>
          </a:p>
        </p:txBody>
      </p:sp>
      <p:sp>
        <p:nvSpPr>
          <p:cNvPr id="16" name="Text 2"/>
          <p:cNvSpPr/>
          <p:nvPr/>
        </p:nvSpPr>
        <p:spPr>
          <a:xfrm>
            <a:off x="6629400" y="5074285"/>
            <a:ext cx="3568700" cy="361315"/>
          </a:xfrm>
          <a:prstGeom prst="rect">
            <a:avLst/>
          </a:prstGeom>
          <a:noFill/>
        </p:spPr>
        <p:txBody>
          <a:bodyPr vert="horz" wrap="square" lIns="0" tIns="0" rIns="0" bIns="0" rtlCol="0" anchor="t"/>
          <a:lstStyle/>
          <a:p>
            <a:pPr marL="0" indent="0" algn="l">
              <a:lnSpc>
                <a:spcPts val="1800"/>
              </a:lnSpc>
              <a:buNone/>
            </a:pPr>
            <a:endParaRPr lang="en-US" sz="1200" dirty="0"/>
          </a:p>
        </p:txBody>
      </p:sp>
      <p:sp>
        <p:nvSpPr>
          <p:cNvPr id="17" name="Text 3"/>
          <p:cNvSpPr/>
          <p:nvPr/>
        </p:nvSpPr>
        <p:spPr>
          <a:xfrm>
            <a:off x="2349500" y="3251200"/>
            <a:ext cx="3568700" cy="914400"/>
          </a:xfrm>
          <a:prstGeom prst="rect">
            <a:avLst/>
          </a:prstGeom>
          <a:noFill/>
        </p:spPr>
        <p:txBody>
          <a:bodyPr vert="horz" wrap="square" lIns="0" tIns="0" rIns="0" bIns="0" rtlCol="0" anchor="t"/>
          <a:lstStyle/>
          <a:p>
            <a:pPr marL="0" indent="0" algn="l">
              <a:lnSpc>
                <a:spcPct val="100000"/>
              </a:lnSpc>
              <a:buNone/>
            </a:pPr>
            <a:r>
              <a:rPr lang="en-US" altLang="en-US" sz="1600" dirty="0">
                <a:solidFill>
                  <a:schemeClr val="bg1"/>
                </a:solidFill>
                <a:latin typeface="Times New Roman" panose="02020603050405020304" charset="0"/>
                <a:ea typeface="Outfit" pitchFamily="34" charset="-122"/>
                <a:cs typeface="Times New Roman" panose="02020603050405020304" charset="0"/>
              </a:rPr>
              <a:t>Transformers process tokens in parallel, so they need to know order.</a:t>
            </a:r>
            <a:endParaRPr lang="en-US" altLang="en-US" sz="1600" dirty="0">
              <a:solidFill>
                <a:schemeClr val="bg1"/>
              </a:solidFill>
              <a:latin typeface="Times New Roman" panose="02020603050405020304" charset="0"/>
              <a:ea typeface="Outfit" pitchFamily="34" charset="-122"/>
              <a:cs typeface="Times New Roman" panose="02020603050405020304" charset="0"/>
            </a:endParaRPr>
          </a:p>
          <a:p>
            <a:pPr marL="0" indent="0" algn="l">
              <a:lnSpc>
                <a:spcPct val="100000"/>
              </a:lnSpc>
              <a:buNone/>
            </a:pPr>
            <a:endParaRPr lang="en-US" altLang="en-US" sz="1600" dirty="0">
              <a:solidFill>
                <a:schemeClr val="bg1"/>
              </a:solidFill>
              <a:latin typeface="Times New Roman" panose="02020603050405020304" charset="0"/>
              <a:ea typeface="Outfit" pitchFamily="34" charset="-122"/>
              <a:cs typeface="Times New Roman" panose="02020603050405020304" charset="0"/>
            </a:endParaRPr>
          </a:p>
          <a:p>
            <a:pPr marL="0" indent="0" algn="l">
              <a:lnSpc>
                <a:spcPct val="100000"/>
              </a:lnSpc>
              <a:buNone/>
            </a:pPr>
            <a:r>
              <a:rPr lang="en-US" altLang="en-US" sz="1600" dirty="0">
                <a:solidFill>
                  <a:schemeClr val="bg1"/>
                </a:solidFill>
                <a:latin typeface="Times New Roman" panose="02020603050405020304" charset="0"/>
                <a:ea typeface="Outfit" pitchFamily="34" charset="-122"/>
                <a:cs typeface="Times New Roman" panose="02020603050405020304" charset="0"/>
              </a:rPr>
              <a:t>It adds position information as o</a:t>
            </a:r>
            <a:r>
              <a:rPr lang="en-US" altLang="en-US" sz="1600" dirty="0">
                <a:solidFill>
                  <a:schemeClr val="bg1"/>
                </a:solidFill>
                <a:latin typeface="Times New Roman" panose="02020603050405020304" charset="0"/>
                <a:ea typeface="Outfit" pitchFamily="34" charset="-122"/>
                <a:cs typeface="Times New Roman" panose="02020603050405020304" charset="0"/>
                <a:sym typeface="+mn-ea"/>
              </a:rPr>
              <a:t>rder matters.</a:t>
            </a:r>
            <a:endParaRPr lang="en-US" altLang="en-US" sz="1600" dirty="0">
              <a:solidFill>
                <a:schemeClr val="bg1"/>
              </a:solidFill>
              <a:latin typeface="Times New Roman" panose="02020603050405020304" charset="0"/>
              <a:ea typeface="Outfit" pitchFamily="34" charset="-122"/>
              <a:cs typeface="Times New Roman" panose="02020603050405020304" charset="0"/>
            </a:endParaRPr>
          </a:p>
          <a:p>
            <a:pPr marL="0" indent="0" algn="l">
              <a:lnSpc>
                <a:spcPct val="100000"/>
              </a:lnSpc>
              <a:buNone/>
            </a:pPr>
            <a:endParaRPr lang="en-US" altLang="en-US" sz="1600" dirty="0">
              <a:solidFill>
                <a:schemeClr val="bg1"/>
              </a:solidFill>
              <a:latin typeface="Times New Roman" panose="02020603050405020304" charset="0"/>
              <a:ea typeface="Outfit" pitchFamily="34" charset="-122"/>
              <a:cs typeface="Times New Roman" panose="02020603050405020304" charset="0"/>
            </a:endParaRPr>
          </a:p>
          <a:p>
            <a:pPr marL="0" indent="0" algn="l">
              <a:lnSpc>
                <a:spcPct val="100000"/>
              </a:lnSpc>
              <a:buNone/>
            </a:pPr>
            <a:r>
              <a:rPr lang="en-US" altLang="en-US" sz="1600" dirty="0">
                <a:solidFill>
                  <a:schemeClr val="bg1"/>
                </a:solidFill>
                <a:latin typeface="Times New Roman" panose="02020603050405020304" charset="0"/>
                <a:ea typeface="Outfit" pitchFamily="34" charset="-122"/>
                <a:cs typeface="Times New Roman" panose="02020603050405020304" charset="0"/>
              </a:rPr>
              <a:t>Example:</a:t>
            </a:r>
            <a:endParaRPr lang="en-US" altLang="en-US" sz="1600" dirty="0">
              <a:solidFill>
                <a:schemeClr val="bg1"/>
              </a:solidFill>
              <a:latin typeface="Times New Roman" panose="02020603050405020304" charset="0"/>
              <a:ea typeface="Outfit" pitchFamily="34" charset="-122"/>
              <a:cs typeface="Times New Roman" panose="02020603050405020304" charset="0"/>
            </a:endParaRPr>
          </a:p>
          <a:p>
            <a:pPr marL="0" indent="0" algn="l">
              <a:lnSpc>
                <a:spcPct val="100000"/>
              </a:lnSpc>
              <a:buNone/>
            </a:pPr>
            <a:endParaRPr lang="en-US" altLang="en-US" sz="1600" dirty="0">
              <a:solidFill>
                <a:schemeClr val="bg1"/>
              </a:solidFill>
              <a:latin typeface="Times New Roman" panose="02020603050405020304" charset="0"/>
              <a:ea typeface="Outfit" pitchFamily="34" charset="-122"/>
              <a:cs typeface="Times New Roman" panose="02020603050405020304" charset="0"/>
            </a:endParaRPr>
          </a:p>
          <a:p>
            <a:pPr marL="0" indent="0" algn="l">
              <a:lnSpc>
                <a:spcPct val="100000"/>
              </a:lnSpc>
              <a:buNone/>
            </a:pPr>
            <a:r>
              <a:rPr lang="en-US" altLang="en-US" sz="1600" dirty="0">
                <a:solidFill>
                  <a:schemeClr val="bg1"/>
                </a:solidFill>
                <a:latin typeface="Times New Roman" panose="02020603050405020304" charset="0"/>
                <a:ea typeface="Outfit" pitchFamily="34" charset="-122"/>
                <a:cs typeface="Times New Roman" panose="02020603050405020304" charset="0"/>
              </a:rPr>
              <a:t>“I eat food” ≠ “Food eat I”</a:t>
            </a:r>
            <a:endParaRPr lang="en-US" altLang="en-US" sz="1600" dirty="0">
              <a:solidFill>
                <a:schemeClr val="bg1"/>
              </a:solidFill>
              <a:latin typeface="Times New Roman" panose="02020603050405020304" charset="0"/>
              <a:ea typeface="Outfit" pitchFamily="34" charset="-122"/>
              <a:cs typeface="Times New Roman" panose="02020603050405020304" charset="0"/>
            </a:endParaRPr>
          </a:p>
          <a:p>
            <a:pPr marL="0" indent="0" algn="l">
              <a:lnSpc>
                <a:spcPct val="100000"/>
              </a:lnSpc>
              <a:buNone/>
            </a:pPr>
            <a:endParaRPr lang="en-US" altLang="en-US" sz="1600" dirty="0">
              <a:solidFill>
                <a:schemeClr val="bg1"/>
              </a:solidFill>
              <a:latin typeface="Times New Roman" panose="02020603050405020304" charset="0"/>
              <a:ea typeface="Outfit" pitchFamily="34" charset="-122"/>
              <a:cs typeface="Times New Roman" panose="02020603050405020304" charset="0"/>
            </a:endParaRPr>
          </a:p>
          <a:p>
            <a:pPr marL="0" indent="0" algn="l">
              <a:lnSpc>
                <a:spcPct val="100000"/>
              </a:lnSpc>
              <a:buNone/>
            </a:pPr>
            <a:endParaRPr lang="en-US" altLang="en-US" sz="1600" dirty="0">
              <a:solidFill>
                <a:schemeClr val="bg1"/>
              </a:solidFill>
              <a:latin typeface="Times New Roman" panose="02020603050405020304" charset="0"/>
              <a:ea typeface="Outfit" pitchFamily="34" charset="-122"/>
              <a:cs typeface="Times New Roman" panose="02020603050405020304" charset="0"/>
            </a:endParaRPr>
          </a:p>
        </p:txBody>
      </p:sp>
      <p:sp>
        <p:nvSpPr>
          <p:cNvPr id="18" name="Text 4"/>
          <p:cNvSpPr/>
          <p:nvPr/>
        </p:nvSpPr>
        <p:spPr>
          <a:xfrm>
            <a:off x="2349500" y="4292600"/>
            <a:ext cx="3568700" cy="914400"/>
          </a:xfrm>
          <a:prstGeom prst="rect">
            <a:avLst/>
          </a:prstGeom>
          <a:noFill/>
        </p:spPr>
        <p:txBody>
          <a:bodyPr vert="horz" wrap="square" lIns="0" tIns="0" rIns="0" bIns="0" rtlCol="0" anchor="t"/>
          <a:lstStyle/>
          <a:p>
            <a:pPr marL="0" indent="0" algn="l">
              <a:lnSpc>
                <a:spcPts val="1800"/>
              </a:lnSpc>
              <a:buNone/>
            </a:pPr>
            <a:endParaRPr lang="en-US" sz="1200" dirty="0"/>
          </a:p>
        </p:txBody>
      </p:sp>
      <p:sp>
        <p:nvSpPr>
          <p:cNvPr id="19" name="Text 5"/>
          <p:cNvSpPr/>
          <p:nvPr/>
        </p:nvSpPr>
        <p:spPr>
          <a:xfrm>
            <a:off x="2349500" y="2890044"/>
            <a:ext cx="3200400" cy="246856"/>
          </a:xfrm>
          <a:prstGeom prst="rect">
            <a:avLst/>
          </a:prstGeom>
          <a:noFill/>
        </p:spPr>
        <p:txBody>
          <a:bodyPr vert="horz" wrap="square" lIns="0" tIns="0" rIns="0" bIns="0" rtlCol="0" anchor="t"/>
          <a:lstStyle/>
          <a:p>
            <a:pPr marL="0" indent="0" algn="l">
              <a:lnSpc>
                <a:spcPts val="1945"/>
              </a:lnSpc>
              <a:buNone/>
            </a:pPr>
            <a:r>
              <a:rPr lang="en-US" sz="1800" dirty="0">
                <a:solidFill>
                  <a:srgbClr val="56F0E8"/>
                </a:solidFill>
                <a:latin typeface="Outfit" pitchFamily="34" charset="0"/>
                <a:ea typeface="Outfit" pitchFamily="34" charset="-122"/>
                <a:cs typeface="Outfit" pitchFamily="34" charset="-120"/>
              </a:rPr>
              <a:t>Positional Encoding</a:t>
            </a:r>
            <a:endParaRPr lang="en-US" sz="1800" dirty="0"/>
          </a:p>
        </p:txBody>
      </p:sp>
      <p:sp>
        <p:nvSpPr>
          <p:cNvPr id="20" name="Text 6"/>
          <p:cNvSpPr/>
          <p:nvPr/>
        </p:nvSpPr>
        <p:spPr>
          <a:xfrm>
            <a:off x="6629400" y="2890044"/>
            <a:ext cx="5353050" cy="246856"/>
          </a:xfrm>
          <a:prstGeom prst="rect">
            <a:avLst/>
          </a:prstGeom>
          <a:noFill/>
        </p:spPr>
        <p:txBody>
          <a:bodyPr vert="horz" wrap="square" lIns="0" tIns="0" rIns="0" bIns="0" rtlCol="0" anchor="t"/>
          <a:lstStyle/>
          <a:p>
            <a:pPr marL="0" indent="0" algn="l">
              <a:lnSpc>
                <a:spcPts val="1945"/>
              </a:lnSpc>
              <a:buNone/>
            </a:pPr>
            <a:r>
              <a:rPr lang="en-US" sz="1800" dirty="0">
                <a:solidFill>
                  <a:srgbClr val="D3F87B"/>
                </a:solidFill>
                <a:latin typeface="Outfit" pitchFamily="34" charset="0"/>
                <a:ea typeface="Outfit" pitchFamily="34" charset="-122"/>
                <a:cs typeface="Outfit" pitchFamily="34" charset="-120"/>
              </a:rPr>
              <a:t>Full Flow</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2"/>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3"/>
          <a:stretch>
            <a:fillRect/>
          </a:stretch>
        </p:blipFill>
        <p:spPr>
          <a:xfrm>
            <a:off x="0" y="0"/>
            <a:ext cx="12192000" cy="6858000"/>
          </a:xfrm>
          <a:prstGeom prst="rect">
            <a:avLst/>
          </a:prstGeom>
        </p:spPr>
      </p:pic>
      <p:pic>
        <p:nvPicPr>
          <p:cNvPr id="5" name="Image 3" descr="preencoded.png"/>
          <p:cNvPicPr>
            <a:picLocks noChangeAspect="1"/>
          </p:cNvPicPr>
          <p:nvPr/>
        </p:nvPicPr>
        <p:blipFill>
          <a:blip r:embed="rId4"/>
          <a:stretch>
            <a:fillRect/>
          </a:stretch>
        </p:blipFill>
        <p:spPr>
          <a:xfrm>
            <a:off x="0" y="0"/>
            <a:ext cx="12192000" cy="6858000"/>
          </a:xfrm>
          <a:prstGeom prst="rect">
            <a:avLst/>
          </a:prstGeom>
        </p:spPr>
      </p:pic>
      <p:pic>
        <p:nvPicPr>
          <p:cNvPr id="6" name="Image 4" descr="preencoded.png"/>
          <p:cNvPicPr>
            <a:picLocks noChangeAspect="1"/>
          </p:cNvPicPr>
          <p:nvPr/>
        </p:nvPicPr>
        <p:blipFill>
          <a:blip r:embed="rId5"/>
          <a:stretch>
            <a:fillRect/>
          </a:stretch>
        </p:blipFill>
        <p:spPr>
          <a:xfrm>
            <a:off x="812800" y="304800"/>
            <a:ext cx="8686801" cy="1231900"/>
          </a:xfrm>
          <a:prstGeom prst="rect">
            <a:avLst/>
          </a:prstGeom>
        </p:spPr>
      </p:pic>
      <p:pic>
        <p:nvPicPr>
          <p:cNvPr id="7" name="Image 5" descr="preencoded.png"/>
          <p:cNvPicPr>
            <a:picLocks noChangeAspect="1"/>
          </p:cNvPicPr>
          <p:nvPr/>
        </p:nvPicPr>
        <p:blipFill>
          <a:blip r:embed="rId6"/>
          <a:stretch>
            <a:fillRect/>
          </a:stretch>
        </p:blipFill>
        <p:spPr>
          <a:xfrm>
            <a:off x="552450" y="501650"/>
            <a:ext cx="101600" cy="368300"/>
          </a:xfrm>
          <a:prstGeom prst="rect">
            <a:avLst/>
          </a:prstGeom>
        </p:spPr>
      </p:pic>
      <p:pic>
        <p:nvPicPr>
          <p:cNvPr id="8" name="Image 6" descr="preencoded.png"/>
          <p:cNvPicPr>
            <a:picLocks noChangeAspect="1"/>
          </p:cNvPicPr>
          <p:nvPr/>
        </p:nvPicPr>
        <p:blipFill>
          <a:blip r:embed="rId7"/>
          <a:stretch>
            <a:fillRect/>
          </a:stretch>
        </p:blipFill>
        <p:spPr>
          <a:xfrm>
            <a:off x="6515100" y="3136900"/>
            <a:ext cx="3429000" cy="1955800"/>
          </a:xfrm>
          <a:prstGeom prst="rect">
            <a:avLst/>
          </a:prstGeom>
        </p:spPr>
      </p:pic>
      <p:pic>
        <p:nvPicPr>
          <p:cNvPr id="9" name="Image 7" descr="preencoded.png"/>
          <p:cNvPicPr>
            <a:picLocks noChangeAspect="1"/>
          </p:cNvPicPr>
          <p:nvPr/>
        </p:nvPicPr>
        <p:blipFill>
          <a:blip r:embed="rId7"/>
          <a:stretch>
            <a:fillRect/>
          </a:stretch>
        </p:blipFill>
        <p:spPr>
          <a:xfrm>
            <a:off x="2235200" y="3136900"/>
            <a:ext cx="3429000" cy="1955800"/>
          </a:xfrm>
          <a:prstGeom prst="rect">
            <a:avLst/>
          </a:prstGeom>
        </p:spPr>
      </p:pic>
      <p:pic>
        <p:nvPicPr>
          <p:cNvPr id="10" name="Image 8" descr="preencoded.png"/>
          <p:cNvPicPr>
            <a:picLocks noChangeAspect="1"/>
          </p:cNvPicPr>
          <p:nvPr/>
        </p:nvPicPr>
        <p:blipFill>
          <a:blip r:embed="rId8"/>
          <a:stretch>
            <a:fillRect/>
          </a:stretch>
        </p:blipFill>
        <p:spPr>
          <a:xfrm>
            <a:off x="2235200" y="2667000"/>
            <a:ext cx="3429000" cy="584200"/>
          </a:xfrm>
          <a:prstGeom prst="rect">
            <a:avLst/>
          </a:prstGeom>
        </p:spPr>
      </p:pic>
      <p:pic>
        <p:nvPicPr>
          <p:cNvPr id="11" name="Image 9" descr="preencoded.png"/>
          <p:cNvPicPr>
            <a:picLocks noChangeAspect="1"/>
          </p:cNvPicPr>
          <p:nvPr/>
        </p:nvPicPr>
        <p:blipFill>
          <a:blip r:embed="rId8"/>
          <a:stretch>
            <a:fillRect/>
          </a:stretch>
        </p:blipFill>
        <p:spPr>
          <a:xfrm>
            <a:off x="6515100" y="2667000"/>
            <a:ext cx="3429000" cy="584200"/>
          </a:xfrm>
          <a:prstGeom prst="rect">
            <a:avLst/>
          </a:prstGeom>
        </p:spPr>
      </p:pic>
      <p:pic>
        <p:nvPicPr>
          <p:cNvPr id="12" name="Image 10" descr="preencoded.png"/>
          <p:cNvPicPr>
            <a:picLocks noChangeAspect="1"/>
          </p:cNvPicPr>
          <p:nvPr/>
        </p:nvPicPr>
        <p:blipFill>
          <a:blip r:embed="rId9"/>
          <a:stretch>
            <a:fillRect/>
          </a:stretch>
        </p:blipFill>
        <p:spPr>
          <a:xfrm>
            <a:off x="2046143" y="1868343"/>
            <a:ext cx="1038514" cy="1038514"/>
          </a:xfrm>
          <a:prstGeom prst="rect">
            <a:avLst/>
          </a:prstGeom>
        </p:spPr>
      </p:pic>
      <p:pic>
        <p:nvPicPr>
          <p:cNvPr id="13" name="Image 11" descr="preencoded.png"/>
          <p:cNvPicPr>
            <a:picLocks noChangeAspect="1"/>
          </p:cNvPicPr>
          <p:nvPr/>
        </p:nvPicPr>
        <p:blipFill>
          <a:blip r:embed="rId10"/>
          <a:stretch>
            <a:fillRect/>
          </a:stretch>
        </p:blipFill>
        <p:spPr>
          <a:xfrm>
            <a:off x="6336578" y="1866178"/>
            <a:ext cx="979345" cy="979344"/>
          </a:xfrm>
          <a:prstGeom prst="rect">
            <a:avLst/>
          </a:prstGeom>
        </p:spPr>
      </p:pic>
      <p:sp>
        <p:nvSpPr>
          <p:cNvPr id="14" name="Text 0"/>
          <p:cNvSpPr/>
          <p:nvPr/>
        </p:nvSpPr>
        <p:spPr>
          <a:xfrm>
            <a:off x="901700" y="406400"/>
            <a:ext cx="9862820" cy="1195705"/>
          </a:xfrm>
          <a:prstGeom prst="rect">
            <a:avLst/>
          </a:prstGeom>
          <a:noFill/>
        </p:spPr>
        <p:txBody>
          <a:bodyPr vert="horz" wrap="square" lIns="0" tIns="0" rIns="0" bIns="0" rtlCol="0" anchor="t"/>
          <a:lstStyle/>
          <a:p>
            <a:pPr marL="0" indent="0" algn="l">
              <a:lnSpc>
                <a:spcPts val="4610"/>
              </a:lnSpc>
              <a:buNone/>
            </a:pPr>
            <a:r>
              <a:rPr lang="en-US" sz="3200" b="1" dirty="0">
                <a:solidFill>
                  <a:srgbClr val="FFFFFF"/>
                </a:solidFill>
                <a:latin typeface="Poppins_Bold" pitchFamily="34" charset="0"/>
                <a:ea typeface="Poppins_Bold" pitchFamily="34" charset="-122"/>
                <a:cs typeface="Poppins_Bold" pitchFamily="34" charset="-120"/>
              </a:rPr>
              <a:t>Context Window &amp; Tokens</a:t>
            </a:r>
            <a:endParaRPr lang="en-US" sz="3200" dirty="0"/>
          </a:p>
        </p:txBody>
      </p:sp>
      <p:sp>
        <p:nvSpPr>
          <p:cNvPr id="15" name="Text 1"/>
          <p:cNvSpPr/>
          <p:nvPr/>
        </p:nvSpPr>
        <p:spPr>
          <a:xfrm>
            <a:off x="6629400" y="3251200"/>
            <a:ext cx="4135120" cy="1143000"/>
          </a:xfrm>
          <a:prstGeom prst="rect">
            <a:avLst/>
          </a:prstGeom>
          <a:noFill/>
        </p:spPr>
        <p:txBody>
          <a:bodyPr vert="horz" wrap="square" lIns="0" tIns="0" rIns="0" bIns="0" rtlCol="0" anchor="t"/>
          <a:lstStyle/>
          <a:p>
            <a:pPr marL="0" indent="0" algn="l">
              <a:lnSpc>
                <a:spcPct val="100000"/>
              </a:lnSpc>
              <a:buNone/>
            </a:pPr>
            <a:r>
              <a:rPr lang="en-US" altLang="en-US" sz="1600" dirty="0">
                <a:solidFill>
                  <a:schemeClr val="bg1"/>
                </a:solidFill>
                <a:latin typeface="Times New Roman" panose="02020603050405020304" charset="0"/>
                <a:ea typeface="Outfit" pitchFamily="34" charset="-122"/>
                <a:cs typeface="Times New Roman" panose="02020603050405020304" charset="0"/>
              </a:rPr>
              <a:t>This model does not read text directly, it process text as tokens (small pieces of text), then t</a:t>
            </a:r>
            <a:r>
              <a:rPr lang="en-US" altLang="en-US" sz="1600" dirty="0">
                <a:solidFill>
                  <a:schemeClr val="bg1"/>
                </a:solidFill>
                <a:latin typeface="Times New Roman" panose="02020603050405020304" charset="0"/>
                <a:ea typeface="Outfit" pitchFamily="34" charset="-122"/>
                <a:cs typeface="Times New Roman" panose="02020603050405020304" charset="0"/>
                <a:sym typeface="+mn-ea"/>
              </a:rPr>
              <a:t>hese tokens are converted to numbers.</a:t>
            </a:r>
            <a:endParaRPr lang="en-US" altLang="en-US" sz="1600" dirty="0">
              <a:solidFill>
                <a:schemeClr val="bg1"/>
              </a:solidFill>
              <a:latin typeface="Times New Roman" panose="02020603050405020304" charset="0"/>
              <a:ea typeface="Outfit" pitchFamily="34" charset="-122"/>
              <a:cs typeface="Times New Roman" panose="02020603050405020304" charset="0"/>
            </a:endParaRPr>
          </a:p>
          <a:p>
            <a:pPr marL="0" indent="0" algn="l">
              <a:lnSpc>
                <a:spcPct val="100000"/>
              </a:lnSpc>
              <a:buNone/>
            </a:pPr>
            <a:endParaRPr lang="en-US" altLang="en-US" sz="1600" dirty="0">
              <a:solidFill>
                <a:schemeClr val="bg1"/>
              </a:solidFill>
              <a:latin typeface="Times New Roman" panose="02020603050405020304" charset="0"/>
              <a:ea typeface="Outfit" pitchFamily="34" charset="-122"/>
              <a:cs typeface="Times New Roman" panose="02020603050405020304" charset="0"/>
            </a:endParaRPr>
          </a:p>
          <a:p>
            <a:pPr marL="0" indent="0" algn="l">
              <a:lnSpc>
                <a:spcPct val="100000"/>
              </a:lnSpc>
              <a:buNone/>
            </a:pPr>
            <a:r>
              <a:rPr lang="en-US" altLang="en-US" sz="1600" dirty="0">
                <a:solidFill>
                  <a:schemeClr val="bg1"/>
                </a:solidFill>
                <a:latin typeface="Times New Roman" panose="02020603050405020304" charset="0"/>
                <a:ea typeface="Outfit" pitchFamily="34" charset="-122"/>
                <a:cs typeface="Times New Roman" panose="02020603050405020304" charset="0"/>
              </a:rPr>
              <a:t>Example:</a:t>
            </a:r>
            <a:endParaRPr lang="en-US" altLang="en-US" sz="1600" dirty="0">
              <a:solidFill>
                <a:schemeClr val="bg1"/>
              </a:solidFill>
              <a:latin typeface="Times New Roman" panose="02020603050405020304" charset="0"/>
              <a:ea typeface="Outfit" pitchFamily="34" charset="-122"/>
              <a:cs typeface="Times New Roman" panose="02020603050405020304" charset="0"/>
            </a:endParaRPr>
          </a:p>
          <a:p>
            <a:pPr marL="285750" indent="-285750" algn="l">
              <a:lnSpc>
                <a:spcPct val="150000"/>
              </a:lnSpc>
              <a:buFont typeface="Arial" panose="020B0604020202020204" pitchFamily="34" charset="0"/>
              <a:buChar char="•"/>
            </a:pPr>
            <a:r>
              <a:rPr lang="en-US" altLang="en-US" sz="1600" dirty="0">
                <a:solidFill>
                  <a:schemeClr val="bg1"/>
                </a:solidFill>
                <a:latin typeface="Times New Roman" panose="02020603050405020304" charset="0"/>
                <a:ea typeface="Outfit" pitchFamily="34" charset="-122"/>
                <a:cs typeface="Times New Roman" panose="02020603050405020304" charset="0"/>
              </a:rPr>
              <a:t>“Artificial Intelligence” → [“Artificial”, “Intelligence”]</a:t>
            </a:r>
            <a:endParaRPr lang="en-US" altLang="en-US" sz="1600" dirty="0">
              <a:solidFill>
                <a:schemeClr val="bg1"/>
              </a:solidFill>
              <a:latin typeface="Times New Roman" panose="02020603050405020304" charset="0"/>
              <a:ea typeface="Outfit" pitchFamily="34" charset="-122"/>
              <a:cs typeface="Times New Roman" panose="02020603050405020304" charset="0"/>
            </a:endParaRPr>
          </a:p>
          <a:p>
            <a:pPr marL="285750" indent="-285750" algn="l">
              <a:lnSpc>
                <a:spcPct val="150000"/>
              </a:lnSpc>
              <a:buFont typeface="Arial" panose="020B0604020202020204" pitchFamily="34" charset="0"/>
              <a:buChar char="•"/>
            </a:pPr>
            <a:r>
              <a:rPr lang="en-US" altLang="en-US" sz="1600" dirty="0">
                <a:solidFill>
                  <a:schemeClr val="bg1"/>
                </a:solidFill>
                <a:latin typeface="Times New Roman" panose="02020603050405020304" charset="0"/>
                <a:ea typeface="Outfit" pitchFamily="34" charset="-122"/>
                <a:cs typeface="Times New Roman" panose="02020603050405020304" charset="0"/>
                <a:sym typeface="+mn-ea"/>
              </a:rPr>
              <a:t>“Unbelievable” → [“Un”, “believe”, </a:t>
            </a:r>
            <a:r>
              <a:rPr lang="en-US" altLang="en-US" sz="1600" dirty="0">
                <a:solidFill>
                  <a:schemeClr val="bg1"/>
                </a:solidFill>
                <a:latin typeface="Times New Roman" panose="02020603050405020304" charset="0"/>
                <a:ea typeface="Outfit" pitchFamily="34" charset="-122"/>
                <a:cs typeface="Times New Roman" panose="02020603050405020304" charset="0"/>
                <a:sym typeface="+mn-ea"/>
              </a:rPr>
              <a:t>“able”</a:t>
            </a:r>
            <a:r>
              <a:rPr lang="en-US" altLang="en-US" sz="1600" dirty="0">
                <a:solidFill>
                  <a:schemeClr val="bg1"/>
                </a:solidFill>
                <a:latin typeface="Times New Roman" panose="02020603050405020304" charset="0"/>
                <a:ea typeface="Outfit" pitchFamily="34" charset="-122"/>
                <a:cs typeface="Times New Roman" panose="02020603050405020304" charset="0"/>
                <a:sym typeface="+mn-ea"/>
              </a:rPr>
              <a:t>]</a:t>
            </a:r>
            <a:endParaRPr lang="en-US" altLang="en-US" sz="1600" dirty="0">
              <a:solidFill>
                <a:schemeClr val="bg1"/>
              </a:solidFill>
              <a:latin typeface="Times New Roman" panose="02020603050405020304" charset="0"/>
              <a:ea typeface="Outfit" pitchFamily="34" charset="-122"/>
              <a:cs typeface="Times New Roman" panose="02020603050405020304" charset="0"/>
              <a:sym typeface="+mn-ea"/>
            </a:endParaRPr>
          </a:p>
          <a:p>
            <a:pPr marL="285750" indent="-285750" algn="l">
              <a:lnSpc>
                <a:spcPct val="150000"/>
              </a:lnSpc>
              <a:buFont typeface="Arial" panose="020B0604020202020204" pitchFamily="34" charset="0"/>
              <a:buChar char="•"/>
            </a:pPr>
            <a:r>
              <a:rPr lang="en-US" altLang="en-US" sz="1600" dirty="0">
                <a:solidFill>
                  <a:schemeClr val="bg1"/>
                </a:solidFill>
                <a:latin typeface="Times New Roman" panose="02020603050405020304" charset="0"/>
                <a:ea typeface="Outfit" pitchFamily="34" charset="-122"/>
                <a:cs typeface="Times New Roman" panose="02020603050405020304" charset="0"/>
                <a:sym typeface="+mn-ea"/>
              </a:rPr>
              <a:t>“Playing” → [“play”, “ing”]</a:t>
            </a:r>
            <a:endParaRPr lang="en-US" altLang="en-US" sz="1600" dirty="0">
              <a:solidFill>
                <a:schemeClr val="bg1"/>
              </a:solidFill>
              <a:latin typeface="Times New Roman" panose="02020603050405020304" charset="0"/>
              <a:ea typeface="Outfit" pitchFamily="34" charset="-122"/>
              <a:cs typeface="Times New Roman" panose="02020603050405020304" charset="0"/>
            </a:endParaRPr>
          </a:p>
          <a:p>
            <a:pPr marL="0" indent="0" algn="l">
              <a:lnSpc>
                <a:spcPts val="1800"/>
              </a:lnSpc>
              <a:buNone/>
            </a:pPr>
            <a:endParaRPr lang="en-US" altLang="en-US" sz="1600" dirty="0">
              <a:solidFill>
                <a:schemeClr val="bg1"/>
              </a:solidFill>
              <a:latin typeface="Times New Roman" panose="02020603050405020304" charset="0"/>
              <a:ea typeface="Outfit" pitchFamily="34" charset="-122"/>
              <a:cs typeface="Times New Roman" panose="02020603050405020304" charset="0"/>
            </a:endParaRPr>
          </a:p>
          <a:p>
            <a:pPr marL="0" indent="0" algn="l">
              <a:lnSpc>
                <a:spcPts val="1800"/>
              </a:lnSpc>
              <a:buNone/>
            </a:pPr>
            <a:endParaRPr lang="en-US" altLang="en-US" sz="1600" dirty="0">
              <a:solidFill>
                <a:schemeClr val="bg1"/>
              </a:solidFill>
              <a:latin typeface="Times New Roman" panose="02020603050405020304" charset="0"/>
              <a:ea typeface="Outfit" pitchFamily="34" charset="-122"/>
              <a:cs typeface="Times New Roman" panose="02020603050405020304" charset="0"/>
            </a:endParaRPr>
          </a:p>
          <a:p>
            <a:pPr marL="0" indent="0" algn="l">
              <a:lnSpc>
                <a:spcPts val="1800"/>
              </a:lnSpc>
              <a:buNone/>
            </a:pPr>
            <a:endParaRPr lang="en-US" altLang="en-US" sz="1600" dirty="0">
              <a:solidFill>
                <a:schemeClr val="bg1"/>
              </a:solidFill>
              <a:latin typeface="Times New Roman" panose="02020603050405020304" charset="0"/>
              <a:ea typeface="Outfit" pitchFamily="34" charset="-122"/>
              <a:cs typeface="Times New Roman" panose="02020603050405020304" charset="0"/>
            </a:endParaRPr>
          </a:p>
        </p:txBody>
      </p:sp>
      <p:sp>
        <p:nvSpPr>
          <p:cNvPr id="16" name="Text 2"/>
          <p:cNvSpPr/>
          <p:nvPr/>
        </p:nvSpPr>
        <p:spPr>
          <a:xfrm>
            <a:off x="6629400" y="5074285"/>
            <a:ext cx="3568700" cy="361315"/>
          </a:xfrm>
          <a:prstGeom prst="rect">
            <a:avLst/>
          </a:prstGeom>
          <a:noFill/>
        </p:spPr>
        <p:txBody>
          <a:bodyPr vert="horz" wrap="square" lIns="0" tIns="0" rIns="0" bIns="0" rtlCol="0" anchor="t"/>
          <a:lstStyle/>
          <a:p>
            <a:pPr marL="0" indent="0" algn="l">
              <a:lnSpc>
                <a:spcPts val="1800"/>
              </a:lnSpc>
              <a:buNone/>
            </a:pPr>
            <a:endParaRPr lang="en-US" sz="1200" dirty="0"/>
          </a:p>
        </p:txBody>
      </p:sp>
      <p:sp>
        <p:nvSpPr>
          <p:cNvPr id="17" name="Text 3"/>
          <p:cNvSpPr/>
          <p:nvPr/>
        </p:nvSpPr>
        <p:spPr>
          <a:xfrm>
            <a:off x="2349500" y="3251200"/>
            <a:ext cx="3568700" cy="914400"/>
          </a:xfrm>
          <a:prstGeom prst="rect">
            <a:avLst/>
          </a:prstGeom>
          <a:noFill/>
        </p:spPr>
        <p:txBody>
          <a:bodyPr vert="horz" wrap="square" lIns="0" tIns="0" rIns="0" bIns="0" rtlCol="0" anchor="t"/>
          <a:lstStyle/>
          <a:p>
            <a:pPr marL="0" indent="0" algn="l">
              <a:lnSpc>
                <a:spcPct val="150000"/>
              </a:lnSpc>
              <a:buNone/>
            </a:pPr>
            <a:r>
              <a:rPr lang="en-US" altLang="en-US" sz="1600" dirty="0">
                <a:solidFill>
                  <a:schemeClr val="bg1"/>
                </a:solidFill>
                <a:latin typeface="Times New Roman" panose="02020603050405020304" charset="0"/>
                <a:ea typeface="Outfit" pitchFamily="34" charset="-122"/>
                <a:cs typeface="Times New Roman" panose="02020603050405020304" charset="0"/>
              </a:rPr>
              <a:t>It is the maximum number of tokens the model can process at once and it includes:</a:t>
            </a:r>
            <a:endParaRPr lang="en-US" altLang="en-US" sz="1600" dirty="0">
              <a:solidFill>
                <a:schemeClr val="bg1"/>
              </a:solidFill>
              <a:latin typeface="Times New Roman" panose="02020603050405020304" charset="0"/>
              <a:ea typeface="Outfit" pitchFamily="34" charset="-122"/>
              <a:cs typeface="Times New Roman" panose="02020603050405020304" charset="0"/>
            </a:endParaRPr>
          </a:p>
          <a:p>
            <a:pPr marL="0" indent="0" algn="l">
              <a:lnSpc>
                <a:spcPct val="100000"/>
              </a:lnSpc>
              <a:buNone/>
            </a:pPr>
            <a:endParaRPr lang="en-US" altLang="en-US" sz="1600" dirty="0">
              <a:solidFill>
                <a:schemeClr val="bg1"/>
              </a:solidFill>
              <a:latin typeface="Times New Roman" panose="02020603050405020304" charset="0"/>
              <a:ea typeface="Outfit" pitchFamily="34" charset="-122"/>
              <a:cs typeface="Times New Roman" panose="02020603050405020304" charset="0"/>
            </a:endParaRPr>
          </a:p>
          <a:p>
            <a:pPr marL="285750" indent="-285750" algn="l">
              <a:lnSpc>
                <a:spcPct val="100000"/>
              </a:lnSpc>
              <a:buFont typeface="Arial" panose="020B0604020202020204" pitchFamily="34" charset="0"/>
              <a:buChar char="•"/>
            </a:pPr>
            <a:r>
              <a:rPr lang="en-US" altLang="en-US" sz="1600" dirty="0">
                <a:solidFill>
                  <a:schemeClr val="bg1"/>
                </a:solidFill>
                <a:latin typeface="Times New Roman" panose="02020603050405020304" charset="0"/>
                <a:ea typeface="Outfit" pitchFamily="34" charset="-122"/>
                <a:cs typeface="Times New Roman" panose="02020603050405020304" charset="0"/>
              </a:rPr>
              <a:t>User input</a:t>
            </a:r>
            <a:endParaRPr lang="en-US" altLang="en-US" sz="1600" dirty="0">
              <a:solidFill>
                <a:schemeClr val="bg1"/>
              </a:solidFill>
              <a:latin typeface="Times New Roman" panose="02020603050405020304" charset="0"/>
              <a:ea typeface="Outfit" pitchFamily="34" charset="-122"/>
              <a:cs typeface="Times New Roman" panose="02020603050405020304" charset="0"/>
            </a:endParaRPr>
          </a:p>
          <a:p>
            <a:pPr marL="285750" indent="-285750" algn="l">
              <a:lnSpc>
                <a:spcPct val="100000"/>
              </a:lnSpc>
              <a:buFont typeface="Arial" panose="020B0604020202020204" pitchFamily="34" charset="0"/>
              <a:buChar char="•"/>
            </a:pPr>
            <a:endParaRPr lang="en-US" altLang="en-US" sz="1600" dirty="0">
              <a:solidFill>
                <a:schemeClr val="bg1"/>
              </a:solidFill>
              <a:latin typeface="Times New Roman" panose="02020603050405020304" charset="0"/>
              <a:ea typeface="Outfit" pitchFamily="34" charset="-122"/>
              <a:cs typeface="Times New Roman" panose="02020603050405020304" charset="0"/>
            </a:endParaRPr>
          </a:p>
          <a:p>
            <a:pPr marL="285750" indent="-285750" algn="l">
              <a:lnSpc>
                <a:spcPct val="100000"/>
              </a:lnSpc>
              <a:buFont typeface="Arial" panose="020B0604020202020204" pitchFamily="34" charset="0"/>
              <a:buChar char="•"/>
            </a:pPr>
            <a:r>
              <a:rPr lang="en-US" altLang="en-US" sz="1600" dirty="0">
                <a:solidFill>
                  <a:schemeClr val="bg1"/>
                </a:solidFill>
                <a:latin typeface="Times New Roman" panose="02020603050405020304" charset="0"/>
                <a:ea typeface="Outfit" pitchFamily="34" charset="-122"/>
                <a:cs typeface="Times New Roman" panose="02020603050405020304" charset="0"/>
              </a:rPr>
              <a:t>System instructions</a:t>
            </a:r>
            <a:endParaRPr lang="en-US" altLang="en-US" sz="1600" dirty="0">
              <a:solidFill>
                <a:schemeClr val="bg1"/>
              </a:solidFill>
              <a:latin typeface="Times New Roman" panose="02020603050405020304" charset="0"/>
              <a:ea typeface="Outfit" pitchFamily="34" charset="-122"/>
              <a:cs typeface="Times New Roman" panose="02020603050405020304" charset="0"/>
            </a:endParaRPr>
          </a:p>
          <a:p>
            <a:pPr marL="285750" indent="-285750" algn="l">
              <a:lnSpc>
                <a:spcPct val="100000"/>
              </a:lnSpc>
              <a:buFont typeface="Arial" panose="020B0604020202020204" pitchFamily="34" charset="0"/>
              <a:buChar char="•"/>
            </a:pPr>
            <a:endParaRPr lang="en-US" altLang="en-US" sz="1600" dirty="0">
              <a:solidFill>
                <a:schemeClr val="bg1"/>
              </a:solidFill>
              <a:latin typeface="Times New Roman" panose="02020603050405020304" charset="0"/>
              <a:ea typeface="Outfit" pitchFamily="34" charset="-122"/>
              <a:cs typeface="Times New Roman" panose="02020603050405020304" charset="0"/>
            </a:endParaRPr>
          </a:p>
          <a:p>
            <a:pPr marL="285750" indent="-285750" algn="l">
              <a:lnSpc>
                <a:spcPct val="100000"/>
              </a:lnSpc>
              <a:buFont typeface="Arial" panose="020B0604020202020204" pitchFamily="34" charset="0"/>
              <a:buChar char="•"/>
            </a:pPr>
            <a:r>
              <a:rPr lang="en-US" altLang="en-US" sz="1600" dirty="0">
                <a:solidFill>
                  <a:schemeClr val="bg1"/>
                </a:solidFill>
                <a:latin typeface="Times New Roman" panose="02020603050405020304" charset="0"/>
                <a:ea typeface="Outfit" pitchFamily="34" charset="-122"/>
                <a:cs typeface="Times New Roman" panose="02020603050405020304" charset="0"/>
              </a:rPr>
              <a:t>Conversation history</a:t>
            </a:r>
            <a:endParaRPr lang="en-US" altLang="en-US" sz="1600" dirty="0">
              <a:solidFill>
                <a:schemeClr val="bg1"/>
              </a:solidFill>
              <a:latin typeface="Times New Roman" panose="02020603050405020304" charset="0"/>
              <a:ea typeface="Outfit" pitchFamily="34" charset="-122"/>
              <a:cs typeface="Times New Roman" panose="02020603050405020304" charset="0"/>
            </a:endParaRPr>
          </a:p>
          <a:p>
            <a:pPr indent="0" algn="l">
              <a:lnSpc>
                <a:spcPct val="100000"/>
              </a:lnSpc>
              <a:buFont typeface="Arial" panose="020B0604020202020204" pitchFamily="34" charset="0"/>
              <a:buNone/>
            </a:pPr>
            <a:endParaRPr lang="en-US" altLang="en-US" sz="1600" dirty="0">
              <a:solidFill>
                <a:schemeClr val="bg1"/>
              </a:solidFill>
              <a:latin typeface="Times New Roman" panose="02020603050405020304" charset="0"/>
              <a:ea typeface="Outfit" pitchFamily="34" charset="-122"/>
              <a:cs typeface="Times New Roman" panose="02020603050405020304" charset="0"/>
            </a:endParaRPr>
          </a:p>
        </p:txBody>
      </p:sp>
      <p:sp>
        <p:nvSpPr>
          <p:cNvPr id="18" name="Text 4"/>
          <p:cNvSpPr/>
          <p:nvPr/>
        </p:nvSpPr>
        <p:spPr>
          <a:xfrm>
            <a:off x="2349500" y="4292600"/>
            <a:ext cx="3568700" cy="914400"/>
          </a:xfrm>
          <a:prstGeom prst="rect">
            <a:avLst/>
          </a:prstGeom>
          <a:noFill/>
        </p:spPr>
        <p:txBody>
          <a:bodyPr vert="horz" wrap="square" lIns="0" tIns="0" rIns="0" bIns="0" rtlCol="0" anchor="t"/>
          <a:lstStyle/>
          <a:p>
            <a:pPr marL="0" indent="0" algn="l">
              <a:lnSpc>
                <a:spcPts val="1800"/>
              </a:lnSpc>
              <a:buNone/>
            </a:pPr>
            <a:endParaRPr lang="en-US" sz="1200" dirty="0"/>
          </a:p>
        </p:txBody>
      </p:sp>
      <p:sp>
        <p:nvSpPr>
          <p:cNvPr id="19" name="Text 5"/>
          <p:cNvSpPr/>
          <p:nvPr/>
        </p:nvSpPr>
        <p:spPr>
          <a:xfrm>
            <a:off x="2349500" y="2890044"/>
            <a:ext cx="3200400" cy="246856"/>
          </a:xfrm>
          <a:prstGeom prst="rect">
            <a:avLst/>
          </a:prstGeom>
          <a:noFill/>
        </p:spPr>
        <p:txBody>
          <a:bodyPr vert="horz" wrap="square" lIns="0" tIns="0" rIns="0" bIns="0" rtlCol="0" anchor="t"/>
          <a:lstStyle/>
          <a:p>
            <a:pPr marL="0" indent="0" algn="l">
              <a:lnSpc>
                <a:spcPts val="1945"/>
              </a:lnSpc>
              <a:buNone/>
            </a:pPr>
            <a:r>
              <a:rPr lang="en-US" sz="1800" dirty="0">
                <a:solidFill>
                  <a:srgbClr val="56F0E8"/>
                </a:solidFill>
                <a:latin typeface="Outfit" pitchFamily="34" charset="0"/>
                <a:ea typeface="Outfit" pitchFamily="34" charset="-122"/>
                <a:cs typeface="Outfit" pitchFamily="34" charset="-120"/>
              </a:rPr>
              <a:t>Context Window</a:t>
            </a:r>
            <a:endParaRPr lang="en-US" sz="1800" dirty="0"/>
          </a:p>
        </p:txBody>
      </p:sp>
      <p:sp>
        <p:nvSpPr>
          <p:cNvPr id="20" name="Text 6"/>
          <p:cNvSpPr/>
          <p:nvPr/>
        </p:nvSpPr>
        <p:spPr>
          <a:xfrm>
            <a:off x="6629400" y="2890044"/>
            <a:ext cx="5353050" cy="246856"/>
          </a:xfrm>
          <a:prstGeom prst="rect">
            <a:avLst/>
          </a:prstGeom>
          <a:noFill/>
        </p:spPr>
        <p:txBody>
          <a:bodyPr vert="horz" wrap="square" lIns="0" tIns="0" rIns="0" bIns="0" rtlCol="0" anchor="t"/>
          <a:lstStyle/>
          <a:p>
            <a:pPr marL="0" indent="0" algn="l">
              <a:lnSpc>
                <a:spcPts val="1945"/>
              </a:lnSpc>
              <a:buNone/>
            </a:pPr>
            <a:r>
              <a:rPr lang="en-US" sz="1800" dirty="0">
                <a:solidFill>
                  <a:srgbClr val="D3F87B"/>
                </a:solidFill>
                <a:latin typeface="Outfit" pitchFamily="34" charset="0"/>
                <a:ea typeface="Outfit" pitchFamily="34" charset="-122"/>
                <a:cs typeface="Outfit" pitchFamily="34" charset="-120"/>
              </a:rPr>
              <a:t>Tokens</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2"/>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3"/>
          <a:stretch>
            <a:fillRect/>
          </a:stretch>
        </p:blipFill>
        <p:spPr>
          <a:xfrm>
            <a:off x="0" y="0"/>
            <a:ext cx="12192000" cy="6858000"/>
          </a:xfrm>
          <a:prstGeom prst="rect">
            <a:avLst/>
          </a:prstGeom>
        </p:spPr>
      </p:pic>
      <p:pic>
        <p:nvPicPr>
          <p:cNvPr id="5" name="Image 3" descr="preencoded.png"/>
          <p:cNvPicPr>
            <a:picLocks noChangeAspect="1"/>
          </p:cNvPicPr>
          <p:nvPr/>
        </p:nvPicPr>
        <p:blipFill>
          <a:blip r:embed="rId4"/>
          <a:stretch>
            <a:fillRect/>
          </a:stretch>
        </p:blipFill>
        <p:spPr>
          <a:xfrm>
            <a:off x="19050" y="0"/>
            <a:ext cx="12192000" cy="6858000"/>
          </a:xfrm>
          <a:prstGeom prst="rect">
            <a:avLst/>
          </a:prstGeom>
        </p:spPr>
      </p:pic>
      <p:pic>
        <p:nvPicPr>
          <p:cNvPr id="6" name="Image 4" descr="preencoded.png"/>
          <p:cNvPicPr>
            <a:picLocks noChangeAspect="1"/>
          </p:cNvPicPr>
          <p:nvPr/>
        </p:nvPicPr>
        <p:blipFill>
          <a:blip r:embed="rId5"/>
          <a:stretch>
            <a:fillRect/>
          </a:stretch>
        </p:blipFill>
        <p:spPr>
          <a:xfrm>
            <a:off x="812800" y="304800"/>
            <a:ext cx="8686801" cy="1231900"/>
          </a:xfrm>
          <a:prstGeom prst="rect">
            <a:avLst/>
          </a:prstGeom>
        </p:spPr>
      </p:pic>
      <p:pic>
        <p:nvPicPr>
          <p:cNvPr id="7" name="Image 5" descr="preencoded.png"/>
          <p:cNvPicPr>
            <a:picLocks noChangeAspect="1"/>
          </p:cNvPicPr>
          <p:nvPr/>
        </p:nvPicPr>
        <p:blipFill>
          <a:blip r:embed="rId6"/>
          <a:stretch>
            <a:fillRect/>
          </a:stretch>
        </p:blipFill>
        <p:spPr>
          <a:xfrm>
            <a:off x="552450" y="501650"/>
            <a:ext cx="101600" cy="368300"/>
          </a:xfrm>
          <a:prstGeom prst="rect">
            <a:avLst/>
          </a:prstGeom>
        </p:spPr>
      </p:pic>
      <p:pic>
        <p:nvPicPr>
          <p:cNvPr id="8" name="Image 6" descr="preencoded.png"/>
          <p:cNvPicPr>
            <a:picLocks noChangeAspect="1"/>
          </p:cNvPicPr>
          <p:nvPr/>
        </p:nvPicPr>
        <p:blipFill>
          <a:blip r:embed="rId7"/>
          <a:stretch>
            <a:fillRect/>
          </a:stretch>
        </p:blipFill>
        <p:spPr>
          <a:xfrm>
            <a:off x="6515100" y="3136900"/>
            <a:ext cx="3429000" cy="1955800"/>
          </a:xfrm>
          <a:prstGeom prst="rect">
            <a:avLst/>
          </a:prstGeom>
        </p:spPr>
      </p:pic>
      <p:pic>
        <p:nvPicPr>
          <p:cNvPr id="9" name="Image 7" descr="preencoded.png"/>
          <p:cNvPicPr>
            <a:picLocks noChangeAspect="1"/>
          </p:cNvPicPr>
          <p:nvPr/>
        </p:nvPicPr>
        <p:blipFill>
          <a:blip r:embed="rId7"/>
          <a:stretch>
            <a:fillRect/>
          </a:stretch>
        </p:blipFill>
        <p:spPr>
          <a:xfrm>
            <a:off x="2235200" y="3136900"/>
            <a:ext cx="3429000" cy="1955800"/>
          </a:xfrm>
          <a:prstGeom prst="rect">
            <a:avLst/>
          </a:prstGeom>
        </p:spPr>
      </p:pic>
      <p:pic>
        <p:nvPicPr>
          <p:cNvPr id="10" name="Image 8" descr="preencoded.png"/>
          <p:cNvPicPr>
            <a:picLocks noChangeAspect="1"/>
          </p:cNvPicPr>
          <p:nvPr/>
        </p:nvPicPr>
        <p:blipFill>
          <a:blip r:embed="rId8"/>
          <a:stretch>
            <a:fillRect/>
          </a:stretch>
        </p:blipFill>
        <p:spPr>
          <a:xfrm>
            <a:off x="2235200" y="2667000"/>
            <a:ext cx="3429000" cy="584200"/>
          </a:xfrm>
          <a:prstGeom prst="rect">
            <a:avLst/>
          </a:prstGeom>
        </p:spPr>
      </p:pic>
      <p:pic>
        <p:nvPicPr>
          <p:cNvPr id="11" name="Image 9" descr="preencoded.png"/>
          <p:cNvPicPr>
            <a:picLocks noChangeAspect="1"/>
          </p:cNvPicPr>
          <p:nvPr/>
        </p:nvPicPr>
        <p:blipFill>
          <a:blip r:embed="rId8"/>
          <a:stretch>
            <a:fillRect/>
          </a:stretch>
        </p:blipFill>
        <p:spPr>
          <a:xfrm>
            <a:off x="6515100" y="2667000"/>
            <a:ext cx="3429000" cy="584200"/>
          </a:xfrm>
          <a:prstGeom prst="rect">
            <a:avLst/>
          </a:prstGeom>
        </p:spPr>
      </p:pic>
      <p:pic>
        <p:nvPicPr>
          <p:cNvPr id="12" name="Image 10" descr="preencoded.png"/>
          <p:cNvPicPr>
            <a:picLocks noChangeAspect="1"/>
          </p:cNvPicPr>
          <p:nvPr/>
        </p:nvPicPr>
        <p:blipFill>
          <a:blip r:embed="rId9"/>
          <a:stretch>
            <a:fillRect/>
          </a:stretch>
        </p:blipFill>
        <p:spPr>
          <a:xfrm>
            <a:off x="2046143" y="1868343"/>
            <a:ext cx="1038514" cy="1038514"/>
          </a:xfrm>
          <a:prstGeom prst="rect">
            <a:avLst/>
          </a:prstGeom>
        </p:spPr>
      </p:pic>
      <p:pic>
        <p:nvPicPr>
          <p:cNvPr id="13" name="Image 11" descr="preencoded.png"/>
          <p:cNvPicPr>
            <a:picLocks noChangeAspect="1"/>
          </p:cNvPicPr>
          <p:nvPr/>
        </p:nvPicPr>
        <p:blipFill>
          <a:blip r:embed="rId10"/>
          <a:stretch>
            <a:fillRect/>
          </a:stretch>
        </p:blipFill>
        <p:spPr>
          <a:xfrm>
            <a:off x="6336578" y="1866178"/>
            <a:ext cx="979345" cy="979344"/>
          </a:xfrm>
          <a:prstGeom prst="rect">
            <a:avLst/>
          </a:prstGeom>
        </p:spPr>
      </p:pic>
      <p:sp>
        <p:nvSpPr>
          <p:cNvPr id="14" name="Text 0"/>
          <p:cNvSpPr/>
          <p:nvPr/>
        </p:nvSpPr>
        <p:spPr>
          <a:xfrm>
            <a:off x="901700" y="406400"/>
            <a:ext cx="9862820" cy="1195705"/>
          </a:xfrm>
          <a:prstGeom prst="rect">
            <a:avLst/>
          </a:prstGeom>
          <a:noFill/>
        </p:spPr>
        <p:txBody>
          <a:bodyPr vert="horz" wrap="square" lIns="0" tIns="0" rIns="0" bIns="0" rtlCol="0" anchor="t"/>
          <a:lstStyle/>
          <a:p>
            <a:pPr marL="0" indent="0" algn="l">
              <a:lnSpc>
                <a:spcPts val="4610"/>
              </a:lnSpc>
              <a:buNone/>
            </a:pPr>
            <a:r>
              <a:rPr lang="en-US" sz="3200" b="1" dirty="0">
                <a:solidFill>
                  <a:srgbClr val="FFFFFF"/>
                </a:solidFill>
                <a:latin typeface="Poppins_Bold" pitchFamily="34" charset="0"/>
                <a:ea typeface="Poppins_Bold" pitchFamily="34" charset="-122"/>
                <a:cs typeface="Poppins_Bold" pitchFamily="34" charset="-120"/>
              </a:rPr>
              <a:t>Tokenization and Context Window</a:t>
            </a:r>
            <a:endParaRPr lang="en-US" sz="3200" dirty="0"/>
          </a:p>
        </p:txBody>
      </p:sp>
      <p:sp>
        <p:nvSpPr>
          <p:cNvPr id="15" name="Text 1"/>
          <p:cNvSpPr/>
          <p:nvPr/>
        </p:nvSpPr>
        <p:spPr>
          <a:xfrm>
            <a:off x="6629400" y="3251200"/>
            <a:ext cx="3568701" cy="1143000"/>
          </a:xfrm>
          <a:prstGeom prst="rect">
            <a:avLst/>
          </a:prstGeom>
          <a:noFill/>
        </p:spPr>
        <p:txBody>
          <a:bodyPr vert="horz" wrap="square" lIns="0" tIns="0" rIns="0" bIns="0" rtlCol="0" anchor="t"/>
          <a:lstStyle/>
          <a:p>
            <a:pPr marL="0" indent="0" algn="l">
              <a:lnSpc>
                <a:spcPct val="150000"/>
              </a:lnSpc>
              <a:buNone/>
            </a:pPr>
            <a:r>
              <a:rPr lang="en-US" altLang="en-US" sz="1600" dirty="0">
                <a:solidFill>
                  <a:schemeClr val="bg1"/>
                </a:solidFill>
                <a:latin typeface="Times New Roman" panose="02020603050405020304" charset="0"/>
                <a:ea typeface="Outfit" pitchFamily="34" charset="-122"/>
                <a:cs typeface="Times New Roman" panose="02020603050405020304" charset="0"/>
              </a:rPr>
              <a:t>LLMs don’t read words directly, they break text into small pieces called tokens. which affects speed and memory use. Since the context window is measured in tokens, tokenization control input size and use memory.</a:t>
            </a:r>
            <a:endParaRPr lang="en-US" altLang="en-US" sz="1600" dirty="0">
              <a:solidFill>
                <a:schemeClr val="bg1"/>
              </a:solidFill>
              <a:latin typeface="Times New Roman" panose="02020603050405020304" charset="0"/>
              <a:ea typeface="Outfit" pitchFamily="34" charset="-122"/>
              <a:cs typeface="Times New Roman" panose="02020603050405020304" charset="0"/>
            </a:endParaRPr>
          </a:p>
        </p:txBody>
      </p:sp>
      <p:sp>
        <p:nvSpPr>
          <p:cNvPr id="16" name="Text 2"/>
          <p:cNvSpPr/>
          <p:nvPr/>
        </p:nvSpPr>
        <p:spPr>
          <a:xfrm>
            <a:off x="6629400" y="5074285"/>
            <a:ext cx="3568700" cy="361315"/>
          </a:xfrm>
          <a:prstGeom prst="rect">
            <a:avLst/>
          </a:prstGeom>
          <a:noFill/>
        </p:spPr>
        <p:txBody>
          <a:bodyPr vert="horz" wrap="square" lIns="0" tIns="0" rIns="0" bIns="0" rtlCol="0" anchor="t"/>
          <a:lstStyle/>
          <a:p>
            <a:pPr marL="0" indent="0" algn="l">
              <a:lnSpc>
                <a:spcPts val="1800"/>
              </a:lnSpc>
              <a:buNone/>
            </a:pPr>
            <a:endParaRPr lang="en-US" sz="1200" dirty="0"/>
          </a:p>
        </p:txBody>
      </p:sp>
      <p:sp>
        <p:nvSpPr>
          <p:cNvPr id="17" name="Text 3"/>
          <p:cNvSpPr/>
          <p:nvPr/>
        </p:nvSpPr>
        <p:spPr>
          <a:xfrm>
            <a:off x="2349500" y="3251200"/>
            <a:ext cx="3568700" cy="914400"/>
          </a:xfrm>
          <a:prstGeom prst="rect">
            <a:avLst/>
          </a:prstGeom>
          <a:noFill/>
        </p:spPr>
        <p:txBody>
          <a:bodyPr vert="horz" wrap="square" lIns="0" tIns="0" rIns="0" bIns="0" rtlCol="0" anchor="t"/>
          <a:lstStyle/>
          <a:p>
            <a:pPr marL="0" indent="0" algn="l">
              <a:lnSpc>
                <a:spcPct val="150000"/>
              </a:lnSpc>
              <a:buNone/>
            </a:pPr>
            <a:r>
              <a:rPr lang="en-US" altLang="en-US" sz="1600" dirty="0">
                <a:solidFill>
                  <a:schemeClr val="bg1"/>
                </a:solidFill>
                <a:latin typeface="Times New Roman" panose="02020603050405020304" charset="0"/>
                <a:ea typeface="Outfit" pitchFamily="34" charset="-122"/>
                <a:cs typeface="Times New Roman" panose="02020603050405020304" charset="0"/>
              </a:rPr>
              <a:t>If the input is too long, the model may ignore or lose some information so to avoid this:</a:t>
            </a:r>
            <a:endParaRPr lang="en-US" altLang="en-US" sz="1600" dirty="0">
              <a:solidFill>
                <a:schemeClr val="bg1"/>
              </a:solidFill>
              <a:latin typeface="Times New Roman" panose="02020603050405020304" charset="0"/>
              <a:ea typeface="Outfit" pitchFamily="34" charset="-122"/>
              <a:cs typeface="Times New Roman" panose="02020603050405020304" charset="0"/>
            </a:endParaRPr>
          </a:p>
          <a:p>
            <a:pPr marL="285750" indent="-285750" algn="l">
              <a:lnSpc>
                <a:spcPct val="150000"/>
              </a:lnSpc>
              <a:buFont typeface="Arial" panose="020B0604020202020204" pitchFamily="34" charset="0"/>
              <a:buChar char="•"/>
            </a:pPr>
            <a:r>
              <a:rPr lang="en-US" altLang="en-US" sz="1600" dirty="0">
                <a:solidFill>
                  <a:schemeClr val="bg1"/>
                </a:solidFill>
                <a:latin typeface="Times New Roman" panose="02020603050405020304" charset="0"/>
                <a:ea typeface="Outfit" pitchFamily="34" charset="-122"/>
                <a:cs typeface="Times New Roman" panose="02020603050405020304" charset="0"/>
              </a:rPr>
              <a:t>Developers split text into smaller parts </a:t>
            </a:r>
            <a:endParaRPr lang="en-US" altLang="en-US" sz="1600" dirty="0">
              <a:solidFill>
                <a:schemeClr val="bg1"/>
              </a:solidFill>
              <a:latin typeface="Times New Roman" panose="02020603050405020304" charset="0"/>
              <a:ea typeface="Outfit" pitchFamily="34" charset="-122"/>
              <a:cs typeface="Times New Roman" panose="02020603050405020304" charset="0"/>
            </a:endParaRPr>
          </a:p>
          <a:p>
            <a:pPr marL="285750" indent="-285750" algn="l">
              <a:lnSpc>
                <a:spcPct val="150000"/>
              </a:lnSpc>
              <a:buFont typeface="Arial" panose="020B0604020202020204" pitchFamily="34" charset="0"/>
              <a:buChar char="•"/>
            </a:pPr>
            <a:r>
              <a:rPr lang="en-US" altLang="en-US" sz="1600" dirty="0">
                <a:solidFill>
                  <a:schemeClr val="bg1"/>
                </a:solidFill>
                <a:latin typeface="Times New Roman" panose="02020603050405020304" charset="0"/>
                <a:ea typeface="Outfit" pitchFamily="34" charset="-122"/>
                <a:cs typeface="Times New Roman" panose="02020603050405020304" charset="0"/>
              </a:rPr>
              <a:t>summarize it so the most important data fits within the model’s limit.</a:t>
            </a:r>
            <a:endParaRPr lang="en-US" altLang="en-US" sz="1600" dirty="0">
              <a:solidFill>
                <a:schemeClr val="bg1"/>
              </a:solidFill>
              <a:latin typeface="Times New Roman" panose="02020603050405020304" charset="0"/>
              <a:ea typeface="Outfit" pitchFamily="34" charset="-122"/>
              <a:cs typeface="Times New Roman" panose="02020603050405020304" charset="0"/>
            </a:endParaRPr>
          </a:p>
        </p:txBody>
      </p:sp>
      <p:sp>
        <p:nvSpPr>
          <p:cNvPr id="18" name="Text 4"/>
          <p:cNvSpPr/>
          <p:nvPr/>
        </p:nvSpPr>
        <p:spPr>
          <a:xfrm>
            <a:off x="2349500" y="4292600"/>
            <a:ext cx="3568700" cy="914400"/>
          </a:xfrm>
          <a:prstGeom prst="rect">
            <a:avLst/>
          </a:prstGeom>
          <a:noFill/>
        </p:spPr>
        <p:txBody>
          <a:bodyPr vert="horz" wrap="square" lIns="0" tIns="0" rIns="0" bIns="0" rtlCol="0" anchor="t"/>
          <a:lstStyle/>
          <a:p>
            <a:pPr marL="0" indent="0" algn="l">
              <a:lnSpc>
                <a:spcPts val="1800"/>
              </a:lnSpc>
              <a:buNone/>
            </a:pPr>
            <a:endParaRPr lang="en-US" sz="1200" dirty="0"/>
          </a:p>
        </p:txBody>
      </p:sp>
      <p:sp>
        <p:nvSpPr>
          <p:cNvPr id="19" name="Text 5"/>
          <p:cNvSpPr/>
          <p:nvPr/>
        </p:nvSpPr>
        <p:spPr>
          <a:xfrm>
            <a:off x="2349500" y="2890044"/>
            <a:ext cx="3200400" cy="246856"/>
          </a:xfrm>
          <a:prstGeom prst="rect">
            <a:avLst/>
          </a:prstGeom>
          <a:noFill/>
        </p:spPr>
        <p:txBody>
          <a:bodyPr vert="horz" wrap="square" lIns="0" tIns="0" rIns="0" bIns="0" rtlCol="0" anchor="t"/>
          <a:lstStyle/>
          <a:p>
            <a:pPr marL="0" indent="0" algn="l">
              <a:lnSpc>
                <a:spcPts val="1945"/>
              </a:lnSpc>
              <a:buNone/>
            </a:pPr>
            <a:r>
              <a:rPr lang="en-US" sz="1800" dirty="0">
                <a:solidFill>
                  <a:srgbClr val="56F0E8"/>
                </a:solidFill>
                <a:latin typeface="Outfit" pitchFamily="34" charset="0"/>
                <a:ea typeface="Outfit" pitchFamily="34" charset="-122"/>
                <a:cs typeface="Outfit" pitchFamily="34" charset="-120"/>
              </a:rPr>
              <a:t>Tokenization</a:t>
            </a:r>
            <a:endParaRPr lang="en-US" sz="1800" dirty="0"/>
          </a:p>
        </p:txBody>
      </p:sp>
      <p:sp>
        <p:nvSpPr>
          <p:cNvPr id="20" name="Text 6"/>
          <p:cNvSpPr/>
          <p:nvPr/>
        </p:nvSpPr>
        <p:spPr>
          <a:xfrm>
            <a:off x="6629400" y="2890044"/>
            <a:ext cx="5353050" cy="246856"/>
          </a:xfrm>
          <a:prstGeom prst="rect">
            <a:avLst/>
          </a:prstGeom>
          <a:noFill/>
        </p:spPr>
        <p:txBody>
          <a:bodyPr vert="horz" wrap="square" lIns="0" tIns="0" rIns="0" bIns="0" rtlCol="0" anchor="t"/>
          <a:lstStyle/>
          <a:p>
            <a:pPr marL="0" indent="0" algn="l">
              <a:lnSpc>
                <a:spcPts val="1945"/>
              </a:lnSpc>
              <a:buNone/>
            </a:pPr>
            <a:r>
              <a:rPr lang="en-US" sz="1800" dirty="0">
                <a:solidFill>
                  <a:srgbClr val="D3F87B"/>
                </a:solidFill>
                <a:latin typeface="Outfit" pitchFamily="34" charset="0"/>
                <a:ea typeface="Outfit" pitchFamily="34" charset="-122"/>
                <a:cs typeface="Outfit" pitchFamily="34" charset="-120"/>
              </a:rPr>
              <a:t>How It Works</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2"/>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3"/>
          <a:stretch>
            <a:fillRect/>
          </a:stretch>
        </p:blipFill>
        <p:spPr>
          <a:xfrm>
            <a:off x="0" y="0"/>
            <a:ext cx="12192000" cy="6858000"/>
          </a:xfrm>
          <a:prstGeom prst="rect">
            <a:avLst/>
          </a:prstGeom>
        </p:spPr>
      </p:pic>
      <p:pic>
        <p:nvPicPr>
          <p:cNvPr id="5" name="Image 3" descr="preencoded.png"/>
          <p:cNvPicPr>
            <a:picLocks noChangeAspect="1"/>
          </p:cNvPicPr>
          <p:nvPr/>
        </p:nvPicPr>
        <p:blipFill>
          <a:blip r:embed="rId4"/>
          <a:stretch>
            <a:fillRect/>
          </a:stretch>
        </p:blipFill>
        <p:spPr>
          <a:xfrm>
            <a:off x="0" y="0"/>
            <a:ext cx="12192000" cy="6858000"/>
          </a:xfrm>
          <a:prstGeom prst="rect">
            <a:avLst/>
          </a:prstGeom>
        </p:spPr>
      </p:pic>
      <p:pic>
        <p:nvPicPr>
          <p:cNvPr id="6" name="Image 4" descr="preencoded.png"/>
          <p:cNvPicPr>
            <a:picLocks noChangeAspect="1"/>
          </p:cNvPicPr>
          <p:nvPr>
            <p:custDataLst>
              <p:tags r:id="rId5"/>
            </p:custDataLst>
          </p:nvPr>
        </p:nvPicPr>
        <p:blipFill>
          <a:blip r:embed="rId6"/>
          <a:stretch>
            <a:fillRect/>
          </a:stretch>
        </p:blipFill>
        <p:spPr>
          <a:xfrm>
            <a:off x="6667500" y="4838700"/>
            <a:ext cx="4800600" cy="1397000"/>
          </a:xfrm>
          <a:prstGeom prst="rect">
            <a:avLst/>
          </a:prstGeom>
        </p:spPr>
      </p:pic>
      <p:pic>
        <p:nvPicPr>
          <p:cNvPr id="7" name="Image 5" descr="preencoded.png"/>
          <p:cNvPicPr>
            <a:picLocks noChangeAspect="1"/>
          </p:cNvPicPr>
          <p:nvPr>
            <p:custDataLst>
              <p:tags r:id="rId7"/>
            </p:custDataLst>
          </p:nvPr>
        </p:nvPicPr>
        <p:blipFill>
          <a:blip r:embed="rId8"/>
          <a:stretch>
            <a:fillRect/>
          </a:stretch>
        </p:blipFill>
        <p:spPr>
          <a:xfrm>
            <a:off x="6985000" y="4889500"/>
            <a:ext cx="4267200" cy="469900"/>
          </a:xfrm>
          <a:prstGeom prst="rect">
            <a:avLst/>
          </a:prstGeom>
        </p:spPr>
      </p:pic>
      <p:pic>
        <p:nvPicPr>
          <p:cNvPr id="8" name="Image 6" descr="preencoded.png"/>
          <p:cNvPicPr>
            <a:picLocks noChangeAspect="1"/>
          </p:cNvPicPr>
          <p:nvPr>
            <p:custDataLst>
              <p:tags r:id="rId9"/>
            </p:custDataLst>
          </p:nvPr>
        </p:nvPicPr>
        <p:blipFill>
          <a:blip r:embed="rId10"/>
          <a:stretch>
            <a:fillRect/>
          </a:stretch>
        </p:blipFill>
        <p:spPr>
          <a:xfrm>
            <a:off x="6985000" y="5232400"/>
            <a:ext cx="4267200" cy="952500"/>
          </a:xfrm>
          <a:prstGeom prst="rect">
            <a:avLst/>
          </a:prstGeom>
        </p:spPr>
      </p:pic>
      <p:pic>
        <p:nvPicPr>
          <p:cNvPr id="9" name="Image 7" descr="preencoded.png"/>
          <p:cNvPicPr>
            <a:picLocks noChangeAspect="1"/>
          </p:cNvPicPr>
          <p:nvPr>
            <p:custDataLst>
              <p:tags r:id="rId11"/>
            </p:custDataLst>
          </p:nvPr>
        </p:nvPicPr>
        <p:blipFill>
          <a:blip r:embed="rId12"/>
          <a:stretch>
            <a:fillRect/>
          </a:stretch>
        </p:blipFill>
        <p:spPr>
          <a:xfrm>
            <a:off x="6400800" y="5207000"/>
            <a:ext cx="546100" cy="546100"/>
          </a:xfrm>
          <a:prstGeom prst="rect">
            <a:avLst/>
          </a:prstGeom>
        </p:spPr>
      </p:pic>
      <p:pic>
        <p:nvPicPr>
          <p:cNvPr id="10" name="Image 8" descr="preencoded.png"/>
          <p:cNvPicPr>
            <a:picLocks noChangeAspect="1"/>
          </p:cNvPicPr>
          <p:nvPr>
            <p:custDataLst>
              <p:tags r:id="rId13"/>
            </p:custDataLst>
          </p:nvPr>
        </p:nvPicPr>
        <p:blipFill>
          <a:blip r:embed="rId14"/>
          <a:stretch>
            <a:fillRect/>
          </a:stretch>
        </p:blipFill>
        <p:spPr>
          <a:xfrm>
            <a:off x="6096000" y="5486400"/>
            <a:ext cx="12700" cy="1371600"/>
          </a:xfrm>
          <a:prstGeom prst="rect">
            <a:avLst/>
          </a:prstGeom>
        </p:spPr>
      </p:pic>
      <p:pic>
        <p:nvPicPr>
          <p:cNvPr id="11" name="Image 9" descr="preencoded.png"/>
          <p:cNvPicPr>
            <a:picLocks noChangeAspect="1"/>
          </p:cNvPicPr>
          <p:nvPr>
            <p:custDataLst>
              <p:tags r:id="rId15"/>
            </p:custDataLst>
          </p:nvPr>
        </p:nvPicPr>
        <p:blipFill>
          <a:blip r:embed="rId16"/>
          <a:stretch>
            <a:fillRect/>
          </a:stretch>
        </p:blipFill>
        <p:spPr>
          <a:xfrm>
            <a:off x="723900" y="3403600"/>
            <a:ext cx="4800600" cy="1397000"/>
          </a:xfrm>
          <a:prstGeom prst="rect">
            <a:avLst/>
          </a:prstGeom>
        </p:spPr>
      </p:pic>
      <p:pic>
        <p:nvPicPr>
          <p:cNvPr id="12" name="Image 10" descr="preencoded.png"/>
          <p:cNvPicPr>
            <a:picLocks noChangeAspect="1"/>
          </p:cNvPicPr>
          <p:nvPr>
            <p:custDataLst>
              <p:tags r:id="rId17"/>
            </p:custDataLst>
          </p:nvPr>
        </p:nvPicPr>
        <p:blipFill>
          <a:blip r:embed="rId8"/>
          <a:stretch>
            <a:fillRect/>
          </a:stretch>
        </p:blipFill>
        <p:spPr>
          <a:xfrm>
            <a:off x="939800" y="3492500"/>
            <a:ext cx="4267200" cy="469900"/>
          </a:xfrm>
          <a:prstGeom prst="rect">
            <a:avLst/>
          </a:prstGeom>
        </p:spPr>
      </p:pic>
      <p:pic>
        <p:nvPicPr>
          <p:cNvPr id="13" name="Image 11" descr="preencoded.png"/>
          <p:cNvPicPr>
            <a:picLocks noChangeAspect="1"/>
          </p:cNvPicPr>
          <p:nvPr>
            <p:custDataLst>
              <p:tags r:id="rId18"/>
            </p:custDataLst>
          </p:nvPr>
        </p:nvPicPr>
        <p:blipFill>
          <a:blip r:embed="rId19"/>
          <a:stretch>
            <a:fillRect/>
          </a:stretch>
        </p:blipFill>
        <p:spPr>
          <a:xfrm>
            <a:off x="939800" y="3835400"/>
            <a:ext cx="4305300" cy="952500"/>
          </a:xfrm>
          <a:prstGeom prst="rect">
            <a:avLst/>
          </a:prstGeom>
        </p:spPr>
      </p:pic>
      <p:pic>
        <p:nvPicPr>
          <p:cNvPr id="14" name="Image 12" descr="preencoded.png"/>
          <p:cNvPicPr>
            <a:picLocks noChangeAspect="1"/>
          </p:cNvPicPr>
          <p:nvPr>
            <p:custDataLst>
              <p:tags r:id="rId20"/>
            </p:custDataLst>
          </p:nvPr>
        </p:nvPicPr>
        <p:blipFill>
          <a:blip r:embed="rId21"/>
          <a:stretch>
            <a:fillRect/>
          </a:stretch>
        </p:blipFill>
        <p:spPr>
          <a:xfrm>
            <a:off x="5245100" y="3835400"/>
            <a:ext cx="546100" cy="546100"/>
          </a:xfrm>
          <a:prstGeom prst="rect">
            <a:avLst/>
          </a:prstGeom>
        </p:spPr>
      </p:pic>
      <p:pic>
        <p:nvPicPr>
          <p:cNvPr id="15" name="Image 13" descr="preencoded.png"/>
          <p:cNvPicPr>
            <a:picLocks noChangeAspect="1"/>
          </p:cNvPicPr>
          <p:nvPr>
            <p:custDataLst>
              <p:tags r:id="rId22"/>
            </p:custDataLst>
          </p:nvPr>
        </p:nvPicPr>
        <p:blipFill>
          <a:blip r:embed="rId23"/>
          <a:stretch>
            <a:fillRect/>
          </a:stretch>
        </p:blipFill>
        <p:spPr>
          <a:xfrm>
            <a:off x="6083300" y="4089400"/>
            <a:ext cx="12700" cy="1371600"/>
          </a:xfrm>
          <a:prstGeom prst="rect">
            <a:avLst/>
          </a:prstGeom>
        </p:spPr>
      </p:pic>
      <p:pic>
        <p:nvPicPr>
          <p:cNvPr id="16" name="Image 14" descr="preencoded.png"/>
          <p:cNvPicPr>
            <a:picLocks noChangeAspect="1"/>
          </p:cNvPicPr>
          <p:nvPr>
            <p:custDataLst>
              <p:tags r:id="rId24"/>
            </p:custDataLst>
          </p:nvPr>
        </p:nvPicPr>
        <p:blipFill>
          <a:blip r:embed="rId25"/>
          <a:stretch>
            <a:fillRect/>
          </a:stretch>
        </p:blipFill>
        <p:spPr>
          <a:xfrm>
            <a:off x="6667500" y="1993900"/>
            <a:ext cx="4800600" cy="1409700"/>
          </a:xfrm>
          <a:prstGeom prst="rect">
            <a:avLst/>
          </a:prstGeom>
        </p:spPr>
      </p:pic>
      <p:pic>
        <p:nvPicPr>
          <p:cNvPr id="17" name="Image 15" descr="preencoded.png"/>
          <p:cNvPicPr>
            <a:picLocks noChangeAspect="1"/>
          </p:cNvPicPr>
          <p:nvPr>
            <p:custDataLst>
              <p:tags r:id="rId26"/>
            </p:custDataLst>
          </p:nvPr>
        </p:nvPicPr>
        <p:blipFill>
          <a:blip r:embed="rId8"/>
          <a:stretch>
            <a:fillRect/>
          </a:stretch>
        </p:blipFill>
        <p:spPr>
          <a:xfrm>
            <a:off x="6985000" y="2171700"/>
            <a:ext cx="4267200" cy="469900"/>
          </a:xfrm>
          <a:prstGeom prst="rect">
            <a:avLst/>
          </a:prstGeom>
        </p:spPr>
      </p:pic>
      <p:pic>
        <p:nvPicPr>
          <p:cNvPr id="18" name="Image 16" descr="preencoded.png"/>
          <p:cNvPicPr>
            <a:picLocks noChangeAspect="1"/>
          </p:cNvPicPr>
          <p:nvPr>
            <p:custDataLst>
              <p:tags r:id="rId27"/>
            </p:custDataLst>
          </p:nvPr>
        </p:nvPicPr>
        <p:blipFill>
          <a:blip r:embed="rId28"/>
          <a:stretch>
            <a:fillRect/>
          </a:stretch>
        </p:blipFill>
        <p:spPr>
          <a:xfrm>
            <a:off x="6985000" y="2514600"/>
            <a:ext cx="4267200" cy="774700"/>
          </a:xfrm>
          <a:prstGeom prst="rect">
            <a:avLst/>
          </a:prstGeom>
        </p:spPr>
      </p:pic>
      <p:pic>
        <p:nvPicPr>
          <p:cNvPr id="19" name="Image 17" descr="preencoded.png"/>
          <p:cNvPicPr>
            <a:picLocks noChangeAspect="1"/>
          </p:cNvPicPr>
          <p:nvPr>
            <p:custDataLst>
              <p:tags r:id="rId29"/>
            </p:custDataLst>
          </p:nvPr>
        </p:nvPicPr>
        <p:blipFill>
          <a:blip r:embed="rId30"/>
          <a:stretch>
            <a:fillRect/>
          </a:stretch>
        </p:blipFill>
        <p:spPr>
          <a:xfrm>
            <a:off x="6400800" y="2425700"/>
            <a:ext cx="546100" cy="546100"/>
          </a:xfrm>
          <a:prstGeom prst="rect">
            <a:avLst/>
          </a:prstGeom>
        </p:spPr>
      </p:pic>
      <p:pic>
        <p:nvPicPr>
          <p:cNvPr id="20" name="Image 18" descr="preencoded.png"/>
          <p:cNvPicPr>
            <a:picLocks noChangeAspect="1"/>
          </p:cNvPicPr>
          <p:nvPr>
            <p:custDataLst>
              <p:tags r:id="rId31"/>
            </p:custDataLst>
          </p:nvPr>
        </p:nvPicPr>
        <p:blipFill>
          <a:blip r:embed="rId32"/>
          <a:stretch>
            <a:fillRect/>
          </a:stretch>
        </p:blipFill>
        <p:spPr>
          <a:xfrm>
            <a:off x="6096000" y="2692400"/>
            <a:ext cx="12700" cy="1371600"/>
          </a:xfrm>
          <a:prstGeom prst="rect">
            <a:avLst/>
          </a:prstGeom>
        </p:spPr>
      </p:pic>
      <p:pic>
        <p:nvPicPr>
          <p:cNvPr id="21" name="Image 19" descr="preencoded.png"/>
          <p:cNvPicPr>
            <a:picLocks noChangeAspect="1"/>
          </p:cNvPicPr>
          <p:nvPr/>
        </p:nvPicPr>
        <p:blipFill>
          <a:blip r:embed="rId33"/>
          <a:stretch>
            <a:fillRect/>
          </a:stretch>
        </p:blipFill>
        <p:spPr>
          <a:xfrm>
            <a:off x="660400" y="342900"/>
            <a:ext cx="8686801" cy="635000"/>
          </a:xfrm>
          <a:prstGeom prst="rect">
            <a:avLst/>
          </a:prstGeom>
        </p:spPr>
      </p:pic>
      <p:pic>
        <p:nvPicPr>
          <p:cNvPr id="22" name="Image 20" descr="preencoded.png"/>
          <p:cNvPicPr>
            <a:picLocks noChangeAspect="1"/>
          </p:cNvPicPr>
          <p:nvPr/>
        </p:nvPicPr>
        <p:blipFill>
          <a:blip r:embed="rId34"/>
          <a:stretch>
            <a:fillRect/>
          </a:stretch>
        </p:blipFill>
        <p:spPr>
          <a:xfrm>
            <a:off x="552450" y="501650"/>
            <a:ext cx="101600" cy="368300"/>
          </a:xfrm>
          <a:prstGeom prst="rect">
            <a:avLst/>
          </a:prstGeom>
        </p:spPr>
      </p:pic>
      <p:pic>
        <p:nvPicPr>
          <p:cNvPr id="23" name="Image 21" descr="preencoded.png"/>
          <p:cNvPicPr>
            <a:picLocks noChangeAspect="1"/>
          </p:cNvPicPr>
          <p:nvPr>
            <p:custDataLst>
              <p:tags r:id="rId35"/>
            </p:custDataLst>
          </p:nvPr>
        </p:nvPicPr>
        <p:blipFill>
          <a:blip r:embed="rId36"/>
          <a:stretch>
            <a:fillRect/>
          </a:stretch>
        </p:blipFill>
        <p:spPr>
          <a:xfrm>
            <a:off x="5791200" y="4102100"/>
            <a:ext cx="304800" cy="12700"/>
          </a:xfrm>
          <a:prstGeom prst="rect">
            <a:avLst/>
          </a:prstGeom>
        </p:spPr>
      </p:pic>
      <p:pic>
        <p:nvPicPr>
          <p:cNvPr id="24" name="Image 22" descr="preencoded.png"/>
          <p:cNvPicPr>
            <a:picLocks noChangeAspect="1"/>
          </p:cNvPicPr>
          <p:nvPr>
            <p:custDataLst>
              <p:tags r:id="rId37"/>
            </p:custDataLst>
          </p:nvPr>
        </p:nvPicPr>
        <p:blipFill>
          <a:blip r:embed="rId38"/>
          <a:stretch>
            <a:fillRect/>
          </a:stretch>
        </p:blipFill>
        <p:spPr>
          <a:xfrm>
            <a:off x="6096000" y="2692400"/>
            <a:ext cx="304800" cy="12700"/>
          </a:xfrm>
          <a:prstGeom prst="rect">
            <a:avLst/>
          </a:prstGeom>
        </p:spPr>
      </p:pic>
      <p:pic>
        <p:nvPicPr>
          <p:cNvPr id="25" name="Image 23" descr="preencoded.png"/>
          <p:cNvPicPr>
            <a:picLocks noChangeAspect="1"/>
          </p:cNvPicPr>
          <p:nvPr>
            <p:custDataLst>
              <p:tags r:id="rId39"/>
            </p:custDataLst>
          </p:nvPr>
        </p:nvPicPr>
        <p:blipFill>
          <a:blip r:embed="rId40"/>
          <a:stretch>
            <a:fillRect/>
          </a:stretch>
        </p:blipFill>
        <p:spPr>
          <a:xfrm>
            <a:off x="6096000" y="5499100"/>
            <a:ext cx="304800" cy="12700"/>
          </a:xfrm>
          <a:prstGeom prst="rect">
            <a:avLst/>
          </a:prstGeom>
        </p:spPr>
      </p:pic>
      <p:sp>
        <p:nvSpPr>
          <p:cNvPr id="26" name="Text 0"/>
          <p:cNvSpPr/>
          <p:nvPr>
            <p:custDataLst>
              <p:tags r:id="rId41"/>
            </p:custDataLst>
          </p:nvPr>
        </p:nvSpPr>
        <p:spPr>
          <a:xfrm>
            <a:off x="7086600" y="5014119"/>
            <a:ext cx="4064001" cy="243681"/>
          </a:xfrm>
          <a:prstGeom prst="rect">
            <a:avLst/>
          </a:prstGeom>
          <a:noFill/>
        </p:spPr>
        <p:txBody>
          <a:bodyPr vert="horz" wrap="square" lIns="0" tIns="0" rIns="0" bIns="0" rtlCol="0" anchor="t"/>
          <a:lstStyle/>
          <a:p>
            <a:pPr marL="0" indent="0" algn="l">
              <a:lnSpc>
                <a:spcPts val="1920"/>
              </a:lnSpc>
              <a:buNone/>
            </a:pPr>
            <a:r>
              <a:rPr lang="en-US" sz="1600" dirty="0">
                <a:solidFill>
                  <a:srgbClr val="FFFFFF"/>
                </a:solidFill>
                <a:latin typeface="Outfit" pitchFamily="34" charset="0"/>
                <a:ea typeface="Outfit" pitchFamily="34" charset="-122"/>
                <a:cs typeface="Outfit" pitchFamily="34" charset="-120"/>
              </a:rPr>
              <a:t>Outcomes</a:t>
            </a:r>
            <a:endParaRPr lang="en-US" sz="1600" dirty="0"/>
          </a:p>
        </p:txBody>
      </p:sp>
      <p:sp>
        <p:nvSpPr>
          <p:cNvPr id="27" name="Text 1"/>
          <p:cNvSpPr/>
          <p:nvPr>
            <p:custDataLst>
              <p:tags r:id="rId42"/>
            </p:custDataLst>
          </p:nvPr>
        </p:nvSpPr>
        <p:spPr>
          <a:xfrm>
            <a:off x="7086600" y="5359400"/>
            <a:ext cx="4064000" cy="469900"/>
          </a:xfrm>
          <a:prstGeom prst="rect">
            <a:avLst/>
          </a:prstGeom>
          <a:noFill/>
        </p:spPr>
        <p:txBody>
          <a:bodyPr vert="horz" wrap="square" lIns="0" tIns="0" rIns="0" bIns="0" rtlCol="0" anchor="t"/>
          <a:lstStyle/>
          <a:p>
            <a:pPr marL="0" indent="0" algn="l">
              <a:lnSpc>
                <a:spcPct val="100000"/>
              </a:lnSpc>
              <a:buNone/>
            </a:pPr>
            <a:r>
              <a:rPr sz="1600">
                <a:solidFill>
                  <a:schemeClr val="bg1"/>
                </a:solidFill>
                <a:latin typeface="Times New Roman" panose="02020603050405020304" charset="0"/>
                <a:cs typeface="Times New Roman" panose="02020603050405020304" charset="0"/>
                <a:sym typeface="+mn-ea"/>
              </a:rPr>
              <a:t>Helps </a:t>
            </a:r>
            <a:r>
              <a:rPr lang="en-US" sz="1600">
                <a:solidFill>
                  <a:schemeClr val="bg1"/>
                </a:solidFill>
                <a:latin typeface="Times New Roman" panose="02020603050405020304" charset="0"/>
                <a:cs typeface="Times New Roman" panose="02020603050405020304" charset="0"/>
                <a:sym typeface="+mn-ea"/>
              </a:rPr>
              <a:t>to </a:t>
            </a:r>
            <a:r>
              <a:rPr lang="en-US" altLang="en-US" sz="1600" dirty="0">
                <a:solidFill>
                  <a:schemeClr val="bg1"/>
                </a:solidFill>
                <a:latin typeface="Times New Roman" panose="02020603050405020304" charset="0"/>
                <a:cs typeface="Times New Roman" panose="02020603050405020304" charset="0"/>
                <a:sym typeface="+mn-ea"/>
              </a:rPr>
              <a:t>improve output quality, efficiency, and reliability.</a:t>
            </a:r>
            <a:endParaRPr lang="en-US" altLang="en-US" sz="1600" dirty="0">
              <a:solidFill>
                <a:schemeClr val="bg1"/>
              </a:solidFill>
              <a:latin typeface="Times New Roman" panose="02020603050405020304" charset="0"/>
              <a:cs typeface="Times New Roman" panose="02020603050405020304" charset="0"/>
              <a:sym typeface="+mn-ea"/>
            </a:endParaRPr>
          </a:p>
        </p:txBody>
      </p:sp>
      <p:sp>
        <p:nvSpPr>
          <p:cNvPr id="28" name="Text 2"/>
          <p:cNvSpPr/>
          <p:nvPr>
            <p:custDataLst>
              <p:tags r:id="rId43"/>
            </p:custDataLst>
          </p:nvPr>
        </p:nvSpPr>
        <p:spPr>
          <a:xfrm>
            <a:off x="6468110" y="5342930"/>
            <a:ext cx="411480" cy="274241"/>
          </a:xfrm>
          <a:prstGeom prst="rect">
            <a:avLst/>
          </a:prstGeom>
          <a:noFill/>
        </p:spPr>
        <p:txBody>
          <a:bodyPr vert="horz" wrap="square" lIns="0" tIns="0" rIns="0" bIns="0" rtlCol="0" anchor="t"/>
          <a:lstStyle/>
          <a:p>
            <a:pPr marL="0" indent="0" algn="ctr">
              <a:lnSpc>
                <a:spcPts val="2160"/>
              </a:lnSpc>
              <a:buNone/>
            </a:pPr>
            <a:r>
              <a:rPr lang="en-US" sz="1800" b="1" dirty="0">
                <a:solidFill>
                  <a:srgbClr val="000000"/>
                </a:solidFill>
                <a:latin typeface="Outfit" pitchFamily="34" charset="0"/>
                <a:ea typeface="Outfit" pitchFamily="34" charset="-122"/>
                <a:cs typeface="Outfit" pitchFamily="34" charset="-120"/>
              </a:rPr>
              <a:t>03</a:t>
            </a:r>
            <a:endParaRPr lang="en-US" sz="1800" dirty="0"/>
          </a:p>
        </p:txBody>
      </p:sp>
      <p:sp>
        <p:nvSpPr>
          <p:cNvPr id="29" name="Text 3"/>
          <p:cNvSpPr/>
          <p:nvPr>
            <p:custDataLst>
              <p:tags r:id="rId44"/>
            </p:custDataLst>
          </p:nvPr>
        </p:nvSpPr>
        <p:spPr>
          <a:xfrm>
            <a:off x="1041400" y="3517900"/>
            <a:ext cx="4064000" cy="243681"/>
          </a:xfrm>
          <a:prstGeom prst="rect">
            <a:avLst/>
          </a:prstGeom>
          <a:noFill/>
        </p:spPr>
        <p:txBody>
          <a:bodyPr vert="horz" wrap="square" lIns="0" tIns="0" rIns="0" bIns="0" rtlCol="0" anchor="t"/>
          <a:lstStyle/>
          <a:p>
            <a:pPr marL="0" indent="0" algn="l">
              <a:lnSpc>
                <a:spcPts val="1920"/>
              </a:lnSpc>
              <a:buNone/>
            </a:pPr>
            <a:r>
              <a:rPr lang="en-US" sz="1600" dirty="0">
                <a:solidFill>
                  <a:srgbClr val="FFFFFF"/>
                </a:solidFill>
                <a:latin typeface="Outfit" pitchFamily="34" charset="0"/>
                <a:ea typeface="Outfit" pitchFamily="34" charset="-122"/>
                <a:cs typeface="Outfit" pitchFamily="34" charset="-120"/>
              </a:rPr>
              <a:t>Instructions</a:t>
            </a:r>
            <a:endParaRPr lang="en-US" sz="1600" dirty="0"/>
          </a:p>
        </p:txBody>
      </p:sp>
      <p:sp>
        <p:nvSpPr>
          <p:cNvPr id="30" name="Text 4"/>
          <p:cNvSpPr/>
          <p:nvPr>
            <p:custDataLst>
              <p:tags r:id="rId45"/>
            </p:custDataLst>
          </p:nvPr>
        </p:nvSpPr>
        <p:spPr>
          <a:xfrm>
            <a:off x="1041400" y="3943350"/>
            <a:ext cx="4102100" cy="400050"/>
          </a:xfrm>
          <a:prstGeom prst="rect">
            <a:avLst/>
          </a:prstGeom>
          <a:noFill/>
        </p:spPr>
        <p:txBody>
          <a:bodyPr vert="horz" wrap="square" lIns="0" tIns="0" rIns="0" bIns="0" rtlCol="0" anchor="t"/>
          <a:lstStyle/>
          <a:p>
            <a:pPr marL="0" indent="0" algn="l">
              <a:lnSpc>
                <a:spcPct val="100000"/>
              </a:lnSpc>
              <a:buNone/>
            </a:pPr>
            <a:r>
              <a:rPr lang="en-US" altLang="en-US" sz="1600" dirty="0">
                <a:solidFill>
                  <a:srgbClr val="FFFFFF"/>
                </a:solidFill>
                <a:latin typeface="Times New Roman" panose="02020603050405020304" charset="0"/>
                <a:ea typeface="Outfit" pitchFamily="34" charset="-122"/>
                <a:cs typeface="Times New Roman" panose="02020603050405020304" charset="0"/>
              </a:rPr>
              <a:t>LLMs follow instructions literally which are related to the style and the format</a:t>
            </a:r>
            <a:r>
              <a:rPr lang="en-US" sz="1600" dirty="0">
                <a:solidFill>
                  <a:srgbClr val="FFFFFF"/>
                </a:solidFill>
                <a:latin typeface="Times New Roman" panose="02020603050405020304" charset="0"/>
                <a:ea typeface="Outfit" pitchFamily="34" charset="-122"/>
                <a:cs typeface="Times New Roman" panose="02020603050405020304" charset="0"/>
              </a:rPr>
              <a:t>.</a:t>
            </a:r>
            <a:endParaRPr lang="en-US" sz="1600" dirty="0">
              <a:solidFill>
                <a:srgbClr val="FFFFFF"/>
              </a:solidFill>
              <a:latin typeface="Times New Roman" panose="02020603050405020304" charset="0"/>
              <a:ea typeface="Outfit" pitchFamily="34" charset="-122"/>
              <a:cs typeface="Times New Roman" panose="02020603050405020304" charset="0"/>
            </a:endParaRPr>
          </a:p>
        </p:txBody>
      </p:sp>
      <p:sp>
        <p:nvSpPr>
          <p:cNvPr id="31" name="Text 5"/>
          <p:cNvSpPr/>
          <p:nvPr>
            <p:custDataLst>
              <p:tags r:id="rId46"/>
            </p:custDataLst>
          </p:nvPr>
        </p:nvSpPr>
        <p:spPr>
          <a:xfrm>
            <a:off x="5312410" y="3971330"/>
            <a:ext cx="411480" cy="274241"/>
          </a:xfrm>
          <a:prstGeom prst="rect">
            <a:avLst/>
          </a:prstGeom>
          <a:noFill/>
        </p:spPr>
        <p:txBody>
          <a:bodyPr vert="horz" wrap="square" lIns="0" tIns="0" rIns="0" bIns="0" rtlCol="0" anchor="t"/>
          <a:lstStyle/>
          <a:p>
            <a:pPr marL="0" indent="0" algn="ctr">
              <a:lnSpc>
                <a:spcPts val="2160"/>
              </a:lnSpc>
              <a:buNone/>
            </a:pPr>
            <a:r>
              <a:rPr lang="en-US" sz="1800" b="1" dirty="0">
                <a:solidFill>
                  <a:srgbClr val="000000"/>
                </a:solidFill>
                <a:latin typeface="Outfit" pitchFamily="34" charset="0"/>
                <a:ea typeface="Outfit" pitchFamily="34" charset="-122"/>
                <a:cs typeface="Outfit" pitchFamily="34" charset="-120"/>
              </a:rPr>
              <a:t>02</a:t>
            </a:r>
            <a:endParaRPr lang="en-US" sz="1800" dirty="0"/>
          </a:p>
        </p:txBody>
      </p:sp>
      <p:sp>
        <p:nvSpPr>
          <p:cNvPr id="32" name="Text 6"/>
          <p:cNvSpPr/>
          <p:nvPr>
            <p:custDataLst>
              <p:tags r:id="rId47"/>
            </p:custDataLst>
          </p:nvPr>
        </p:nvSpPr>
        <p:spPr>
          <a:xfrm>
            <a:off x="7086600" y="2184400"/>
            <a:ext cx="4292601" cy="243681"/>
          </a:xfrm>
          <a:prstGeom prst="rect">
            <a:avLst/>
          </a:prstGeom>
          <a:noFill/>
        </p:spPr>
        <p:txBody>
          <a:bodyPr vert="horz" wrap="square" lIns="0" tIns="0" rIns="0" bIns="0" rtlCol="0" anchor="t"/>
          <a:lstStyle/>
          <a:p>
            <a:pPr marL="0" indent="0" algn="l">
              <a:lnSpc>
                <a:spcPts val="1920"/>
              </a:lnSpc>
              <a:buNone/>
            </a:pPr>
            <a:r>
              <a:rPr lang="en-US" sz="1600" dirty="0">
                <a:solidFill>
                  <a:srgbClr val="FFFFFF"/>
                </a:solidFill>
                <a:latin typeface="Outfit" pitchFamily="34" charset="0"/>
                <a:ea typeface="Outfit" pitchFamily="34" charset="-122"/>
                <a:cs typeface="Outfit" pitchFamily="34" charset="-120"/>
              </a:rPr>
              <a:t>Definition</a:t>
            </a:r>
            <a:endParaRPr lang="en-US" sz="1600" dirty="0"/>
          </a:p>
        </p:txBody>
      </p:sp>
      <p:sp>
        <p:nvSpPr>
          <p:cNvPr id="33" name="Text 7"/>
          <p:cNvSpPr/>
          <p:nvPr>
            <p:custDataLst>
              <p:tags r:id="rId48"/>
            </p:custDataLst>
          </p:nvPr>
        </p:nvSpPr>
        <p:spPr>
          <a:xfrm>
            <a:off x="7086600" y="2514600"/>
            <a:ext cx="4089400" cy="596900"/>
          </a:xfrm>
          <a:prstGeom prst="rect">
            <a:avLst/>
          </a:prstGeom>
          <a:noFill/>
        </p:spPr>
        <p:txBody>
          <a:bodyPr vert="horz" wrap="square" lIns="0" tIns="0" rIns="0" bIns="0" rtlCol="0" anchor="t"/>
          <a:lstStyle/>
          <a:p>
            <a:pPr marL="0" indent="0" algn="l">
              <a:lnSpc>
                <a:spcPct val="100000"/>
              </a:lnSpc>
              <a:buNone/>
            </a:pPr>
            <a:r>
              <a:rPr lang="en-US" altLang="en-US" sz="1600" dirty="0">
                <a:solidFill>
                  <a:srgbClr val="FFFFFF"/>
                </a:solidFill>
                <a:latin typeface="Times New Roman" panose="02020603050405020304" charset="0"/>
                <a:ea typeface="Outfit" pitchFamily="34" charset="-122"/>
                <a:cs typeface="Times New Roman" panose="02020603050405020304" charset="0"/>
              </a:rPr>
              <a:t>the process of crafting instructions for an AI model so it produces accurate, relevant, and useful outputs.</a:t>
            </a:r>
            <a:endParaRPr lang="en-US" sz="1600" dirty="0">
              <a:solidFill>
                <a:srgbClr val="FFFFFF"/>
              </a:solidFill>
              <a:latin typeface="Times New Roman" panose="02020603050405020304" charset="0"/>
              <a:ea typeface="Outfit" pitchFamily="34" charset="-122"/>
              <a:cs typeface="Times New Roman" panose="02020603050405020304" charset="0"/>
            </a:endParaRPr>
          </a:p>
        </p:txBody>
      </p:sp>
      <p:sp>
        <p:nvSpPr>
          <p:cNvPr id="34" name="Text 8"/>
          <p:cNvSpPr/>
          <p:nvPr>
            <p:custDataLst>
              <p:tags r:id="rId49"/>
            </p:custDataLst>
          </p:nvPr>
        </p:nvSpPr>
        <p:spPr>
          <a:xfrm>
            <a:off x="6468110" y="2561630"/>
            <a:ext cx="411480" cy="274241"/>
          </a:xfrm>
          <a:prstGeom prst="rect">
            <a:avLst/>
          </a:prstGeom>
          <a:noFill/>
        </p:spPr>
        <p:txBody>
          <a:bodyPr vert="horz" wrap="square" lIns="0" tIns="0" rIns="0" bIns="0" rtlCol="0" anchor="t"/>
          <a:lstStyle/>
          <a:p>
            <a:pPr marL="0" indent="0" algn="ctr">
              <a:lnSpc>
                <a:spcPts val="2160"/>
              </a:lnSpc>
              <a:buNone/>
            </a:pPr>
            <a:r>
              <a:rPr lang="en-US" sz="1800" b="1" dirty="0">
                <a:solidFill>
                  <a:srgbClr val="000000"/>
                </a:solidFill>
                <a:latin typeface="Outfit" pitchFamily="34" charset="0"/>
                <a:ea typeface="Outfit" pitchFamily="34" charset="-122"/>
                <a:cs typeface="Outfit" pitchFamily="34" charset="-120"/>
              </a:rPr>
              <a:t>01</a:t>
            </a:r>
            <a:endParaRPr lang="en-US" sz="1800" dirty="0"/>
          </a:p>
        </p:txBody>
      </p:sp>
      <p:sp>
        <p:nvSpPr>
          <p:cNvPr id="35" name="Text 9"/>
          <p:cNvSpPr/>
          <p:nvPr/>
        </p:nvSpPr>
        <p:spPr>
          <a:xfrm>
            <a:off x="749300" y="341908"/>
            <a:ext cx="11258551" cy="597892"/>
          </a:xfrm>
          <a:prstGeom prst="rect">
            <a:avLst/>
          </a:prstGeom>
          <a:noFill/>
        </p:spPr>
        <p:txBody>
          <a:bodyPr vert="horz" wrap="square" lIns="0" tIns="0" rIns="0" bIns="0" rtlCol="0" anchor="t"/>
          <a:lstStyle/>
          <a:p>
            <a:pPr marL="0" indent="0" algn="l">
              <a:lnSpc>
                <a:spcPts val="4610"/>
              </a:lnSpc>
              <a:buNone/>
            </a:pPr>
            <a:r>
              <a:rPr lang="en-US" sz="3200" b="1" dirty="0">
                <a:solidFill>
                  <a:srgbClr val="FFFFFF"/>
                </a:solidFill>
                <a:latin typeface="Poppins_Bold" pitchFamily="34" charset="0"/>
                <a:ea typeface="Poppins_Bold" pitchFamily="34" charset="-122"/>
                <a:cs typeface="Poppins_Bold" pitchFamily="34" charset="-120"/>
              </a:rPr>
              <a:t>Prompt Engineering Basics</a:t>
            </a:r>
            <a:endParaRPr lang="en-US" sz="3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2"/>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3"/>
          <a:stretch>
            <a:fillRect/>
          </a:stretch>
        </p:blipFill>
        <p:spPr>
          <a:xfrm>
            <a:off x="0" y="0"/>
            <a:ext cx="12192000" cy="6858000"/>
          </a:xfrm>
          <a:prstGeom prst="rect">
            <a:avLst/>
          </a:prstGeom>
        </p:spPr>
      </p:pic>
      <p:pic>
        <p:nvPicPr>
          <p:cNvPr id="5" name="Image 3" descr="preencoded.png"/>
          <p:cNvPicPr>
            <a:picLocks noChangeAspect="1"/>
          </p:cNvPicPr>
          <p:nvPr/>
        </p:nvPicPr>
        <p:blipFill>
          <a:blip r:embed="rId4"/>
          <a:stretch>
            <a:fillRect/>
          </a:stretch>
        </p:blipFill>
        <p:spPr>
          <a:xfrm>
            <a:off x="386080" y="0"/>
            <a:ext cx="12510770" cy="6858000"/>
          </a:xfrm>
          <a:prstGeom prst="rect">
            <a:avLst/>
          </a:prstGeom>
        </p:spPr>
      </p:pic>
      <p:pic>
        <p:nvPicPr>
          <p:cNvPr id="6" name="Image 4" descr="preencoded.png"/>
          <p:cNvPicPr>
            <a:picLocks noChangeAspect="1"/>
          </p:cNvPicPr>
          <p:nvPr>
            <p:custDataLst>
              <p:tags r:id="rId5"/>
            </p:custDataLst>
          </p:nvPr>
        </p:nvPicPr>
        <p:blipFill>
          <a:blip r:embed="rId6"/>
          <a:stretch>
            <a:fillRect/>
          </a:stretch>
        </p:blipFill>
        <p:spPr>
          <a:xfrm>
            <a:off x="1174890" y="3719134"/>
            <a:ext cx="2430113" cy="295728"/>
          </a:xfrm>
          <a:prstGeom prst="rect">
            <a:avLst/>
          </a:prstGeom>
        </p:spPr>
      </p:pic>
      <p:pic>
        <p:nvPicPr>
          <p:cNvPr id="7" name="Image 5" descr="preencoded.png"/>
          <p:cNvPicPr>
            <a:picLocks noChangeAspect="1"/>
          </p:cNvPicPr>
          <p:nvPr>
            <p:custDataLst>
              <p:tags r:id="rId7"/>
            </p:custDataLst>
          </p:nvPr>
        </p:nvPicPr>
        <p:blipFill>
          <a:blip r:embed="rId8"/>
          <a:stretch>
            <a:fillRect/>
          </a:stretch>
        </p:blipFill>
        <p:spPr>
          <a:xfrm>
            <a:off x="1174890" y="2947670"/>
            <a:ext cx="2160100" cy="655745"/>
          </a:xfrm>
          <a:prstGeom prst="rect">
            <a:avLst/>
          </a:prstGeom>
        </p:spPr>
      </p:pic>
      <p:pic>
        <p:nvPicPr>
          <p:cNvPr id="8" name="Image 6" descr="preencoded.png"/>
          <p:cNvPicPr>
            <a:picLocks noChangeAspect="1"/>
          </p:cNvPicPr>
          <p:nvPr>
            <p:custDataLst>
              <p:tags r:id="rId9"/>
            </p:custDataLst>
          </p:nvPr>
        </p:nvPicPr>
        <p:blipFill>
          <a:blip r:embed="rId10"/>
          <a:stretch>
            <a:fillRect/>
          </a:stretch>
        </p:blipFill>
        <p:spPr>
          <a:xfrm>
            <a:off x="386220" y="3834672"/>
            <a:ext cx="2352966" cy="2327251"/>
          </a:xfrm>
          <a:prstGeom prst="rect">
            <a:avLst/>
          </a:prstGeom>
        </p:spPr>
      </p:pic>
      <p:pic>
        <p:nvPicPr>
          <p:cNvPr id="9" name="Image 7" descr="preencoded.png"/>
          <p:cNvPicPr>
            <a:picLocks noChangeAspect="1"/>
          </p:cNvPicPr>
          <p:nvPr>
            <p:custDataLst>
              <p:tags r:id="rId11"/>
            </p:custDataLst>
          </p:nvPr>
        </p:nvPicPr>
        <p:blipFill>
          <a:blip r:embed="rId12"/>
          <a:stretch>
            <a:fillRect/>
          </a:stretch>
        </p:blipFill>
        <p:spPr>
          <a:xfrm>
            <a:off x="3875015" y="3719134"/>
            <a:ext cx="2340108" cy="295728"/>
          </a:xfrm>
          <a:prstGeom prst="rect">
            <a:avLst/>
          </a:prstGeom>
        </p:spPr>
      </p:pic>
      <p:pic>
        <p:nvPicPr>
          <p:cNvPr id="10" name="Image 8" descr="preencoded.png"/>
          <p:cNvPicPr>
            <a:picLocks noChangeAspect="1"/>
          </p:cNvPicPr>
          <p:nvPr>
            <p:custDataLst>
              <p:tags r:id="rId13"/>
            </p:custDataLst>
          </p:nvPr>
        </p:nvPicPr>
        <p:blipFill>
          <a:blip r:embed="rId8"/>
          <a:stretch>
            <a:fillRect/>
          </a:stretch>
        </p:blipFill>
        <p:spPr>
          <a:xfrm>
            <a:off x="3875015" y="2947670"/>
            <a:ext cx="2160100" cy="655745"/>
          </a:xfrm>
          <a:prstGeom prst="rect">
            <a:avLst/>
          </a:prstGeom>
        </p:spPr>
      </p:pic>
      <p:pic>
        <p:nvPicPr>
          <p:cNvPr id="11" name="Image 9" descr="preencoded.png"/>
          <p:cNvPicPr>
            <a:picLocks noChangeAspect="1"/>
          </p:cNvPicPr>
          <p:nvPr>
            <p:custDataLst>
              <p:tags r:id="rId14"/>
            </p:custDataLst>
          </p:nvPr>
        </p:nvPicPr>
        <p:blipFill>
          <a:blip r:embed="rId15"/>
          <a:stretch>
            <a:fillRect/>
          </a:stretch>
        </p:blipFill>
        <p:spPr>
          <a:xfrm>
            <a:off x="3875015" y="4130582"/>
            <a:ext cx="2340108" cy="2031523"/>
          </a:xfrm>
          <a:prstGeom prst="rect">
            <a:avLst/>
          </a:prstGeom>
        </p:spPr>
      </p:pic>
      <p:pic>
        <p:nvPicPr>
          <p:cNvPr id="12" name="Image 10" descr="preencoded.png"/>
          <p:cNvPicPr>
            <a:picLocks noChangeAspect="1"/>
          </p:cNvPicPr>
          <p:nvPr>
            <p:custDataLst>
              <p:tags r:id="rId16"/>
            </p:custDataLst>
          </p:nvPr>
        </p:nvPicPr>
        <p:blipFill>
          <a:blip r:embed="rId12"/>
          <a:stretch>
            <a:fillRect/>
          </a:stretch>
        </p:blipFill>
        <p:spPr>
          <a:xfrm>
            <a:off x="6575140" y="3719134"/>
            <a:ext cx="2340108" cy="295728"/>
          </a:xfrm>
          <a:prstGeom prst="rect">
            <a:avLst/>
          </a:prstGeom>
        </p:spPr>
      </p:pic>
      <p:pic>
        <p:nvPicPr>
          <p:cNvPr id="13" name="Image 11" descr="preencoded.png"/>
          <p:cNvPicPr>
            <a:picLocks noChangeAspect="1"/>
          </p:cNvPicPr>
          <p:nvPr>
            <p:custDataLst>
              <p:tags r:id="rId17"/>
            </p:custDataLst>
          </p:nvPr>
        </p:nvPicPr>
        <p:blipFill>
          <a:blip r:embed="rId8"/>
          <a:stretch>
            <a:fillRect/>
          </a:stretch>
        </p:blipFill>
        <p:spPr>
          <a:xfrm>
            <a:off x="6575140" y="2947670"/>
            <a:ext cx="2160100" cy="655745"/>
          </a:xfrm>
          <a:prstGeom prst="rect">
            <a:avLst/>
          </a:prstGeom>
        </p:spPr>
      </p:pic>
      <p:pic>
        <p:nvPicPr>
          <p:cNvPr id="14" name="Image 12" descr="preencoded.png"/>
          <p:cNvPicPr>
            <a:picLocks noChangeAspect="1"/>
          </p:cNvPicPr>
          <p:nvPr>
            <p:custDataLst>
              <p:tags r:id="rId18"/>
            </p:custDataLst>
          </p:nvPr>
        </p:nvPicPr>
        <p:blipFill>
          <a:blip r:embed="rId19"/>
          <a:stretch>
            <a:fillRect/>
          </a:stretch>
        </p:blipFill>
        <p:spPr>
          <a:xfrm>
            <a:off x="6575140" y="4130582"/>
            <a:ext cx="2327251" cy="1054335"/>
          </a:xfrm>
          <a:prstGeom prst="rect">
            <a:avLst/>
          </a:prstGeom>
        </p:spPr>
      </p:pic>
      <p:pic>
        <p:nvPicPr>
          <p:cNvPr id="15" name="Image 13" descr="preencoded.png"/>
          <p:cNvPicPr>
            <a:picLocks noChangeAspect="1"/>
          </p:cNvPicPr>
          <p:nvPr>
            <p:custDataLst>
              <p:tags r:id="rId20"/>
            </p:custDataLst>
          </p:nvPr>
        </p:nvPicPr>
        <p:blipFill>
          <a:blip r:embed="rId21"/>
          <a:stretch>
            <a:fillRect/>
          </a:stretch>
        </p:blipFill>
        <p:spPr>
          <a:xfrm>
            <a:off x="9108114" y="3333402"/>
            <a:ext cx="12858" cy="3651598"/>
          </a:xfrm>
          <a:prstGeom prst="rect">
            <a:avLst/>
          </a:prstGeom>
        </p:spPr>
      </p:pic>
      <p:pic>
        <p:nvPicPr>
          <p:cNvPr id="16" name="Image 14" descr="preencoded.png"/>
          <p:cNvPicPr>
            <a:picLocks noChangeAspect="1"/>
          </p:cNvPicPr>
          <p:nvPr>
            <p:custDataLst>
              <p:tags r:id="rId22"/>
            </p:custDataLst>
          </p:nvPr>
        </p:nvPicPr>
        <p:blipFill>
          <a:blip r:embed="rId23"/>
          <a:stretch>
            <a:fillRect/>
          </a:stretch>
        </p:blipFill>
        <p:spPr>
          <a:xfrm>
            <a:off x="9300980" y="3719134"/>
            <a:ext cx="2224390" cy="295728"/>
          </a:xfrm>
          <a:prstGeom prst="rect">
            <a:avLst/>
          </a:prstGeom>
        </p:spPr>
      </p:pic>
      <p:pic>
        <p:nvPicPr>
          <p:cNvPr id="17" name="Image 15" descr="preencoded.png"/>
          <p:cNvPicPr>
            <a:picLocks noChangeAspect="1"/>
          </p:cNvPicPr>
          <p:nvPr>
            <p:custDataLst>
              <p:tags r:id="rId24"/>
            </p:custDataLst>
          </p:nvPr>
        </p:nvPicPr>
        <p:blipFill>
          <a:blip r:embed="rId25"/>
          <a:stretch>
            <a:fillRect/>
          </a:stretch>
        </p:blipFill>
        <p:spPr>
          <a:xfrm>
            <a:off x="9300980" y="2947670"/>
            <a:ext cx="2147243" cy="655745"/>
          </a:xfrm>
          <a:prstGeom prst="rect">
            <a:avLst/>
          </a:prstGeom>
        </p:spPr>
      </p:pic>
      <p:pic>
        <p:nvPicPr>
          <p:cNvPr id="18" name="Image 16" descr="preencoded.png"/>
          <p:cNvPicPr>
            <a:picLocks noChangeAspect="1"/>
          </p:cNvPicPr>
          <p:nvPr>
            <p:custDataLst>
              <p:tags r:id="rId26"/>
            </p:custDataLst>
          </p:nvPr>
        </p:nvPicPr>
        <p:blipFill>
          <a:blip r:embed="rId27"/>
          <a:stretch>
            <a:fillRect/>
          </a:stretch>
        </p:blipFill>
        <p:spPr>
          <a:xfrm>
            <a:off x="9300980" y="4130582"/>
            <a:ext cx="2224390" cy="1645791"/>
          </a:xfrm>
          <a:prstGeom prst="rect">
            <a:avLst/>
          </a:prstGeom>
        </p:spPr>
      </p:pic>
      <p:pic>
        <p:nvPicPr>
          <p:cNvPr id="19" name="Image 17" descr="preencoded.png"/>
          <p:cNvPicPr>
            <a:picLocks noChangeAspect="1"/>
          </p:cNvPicPr>
          <p:nvPr>
            <p:custDataLst>
              <p:tags r:id="rId28"/>
            </p:custDataLst>
          </p:nvPr>
        </p:nvPicPr>
        <p:blipFill>
          <a:blip r:embed="rId29"/>
          <a:stretch>
            <a:fillRect/>
          </a:stretch>
        </p:blipFill>
        <p:spPr>
          <a:xfrm>
            <a:off x="6395132" y="3333402"/>
            <a:ext cx="12858" cy="3651598"/>
          </a:xfrm>
          <a:prstGeom prst="rect">
            <a:avLst/>
          </a:prstGeom>
        </p:spPr>
      </p:pic>
      <p:pic>
        <p:nvPicPr>
          <p:cNvPr id="20" name="Image 18" descr="preencoded.png"/>
          <p:cNvPicPr>
            <a:picLocks noChangeAspect="1"/>
          </p:cNvPicPr>
          <p:nvPr>
            <p:custDataLst>
              <p:tags r:id="rId30"/>
            </p:custDataLst>
          </p:nvPr>
        </p:nvPicPr>
        <p:blipFill>
          <a:blip r:embed="rId31"/>
          <a:stretch>
            <a:fillRect/>
          </a:stretch>
        </p:blipFill>
        <p:spPr>
          <a:xfrm>
            <a:off x="3707864" y="3333402"/>
            <a:ext cx="12858" cy="3651598"/>
          </a:xfrm>
          <a:prstGeom prst="rect">
            <a:avLst/>
          </a:prstGeom>
        </p:spPr>
      </p:pic>
      <p:pic>
        <p:nvPicPr>
          <p:cNvPr id="21" name="Image 19" descr="preencoded.png"/>
          <p:cNvPicPr>
            <a:picLocks noChangeAspect="1"/>
          </p:cNvPicPr>
          <p:nvPr>
            <p:custDataLst>
              <p:tags r:id="rId32"/>
            </p:custDataLst>
          </p:nvPr>
        </p:nvPicPr>
        <p:blipFill>
          <a:blip r:embed="rId33"/>
          <a:stretch>
            <a:fillRect/>
          </a:stretch>
        </p:blipFill>
        <p:spPr>
          <a:xfrm>
            <a:off x="1020597" y="3333402"/>
            <a:ext cx="12858" cy="3523020"/>
          </a:xfrm>
          <a:prstGeom prst="rect">
            <a:avLst/>
          </a:prstGeom>
        </p:spPr>
      </p:pic>
      <p:pic>
        <p:nvPicPr>
          <p:cNvPr id="22" name="Image 20" descr="preencoded.png"/>
          <p:cNvPicPr>
            <a:picLocks noChangeAspect="1"/>
          </p:cNvPicPr>
          <p:nvPr>
            <p:custDataLst>
              <p:tags r:id="rId34"/>
            </p:custDataLst>
          </p:nvPr>
        </p:nvPicPr>
        <p:blipFill>
          <a:blip r:embed="rId35"/>
          <a:stretch>
            <a:fillRect/>
          </a:stretch>
        </p:blipFill>
        <p:spPr>
          <a:xfrm>
            <a:off x="982023" y="3256256"/>
            <a:ext cx="90004" cy="90004"/>
          </a:xfrm>
          <a:prstGeom prst="rect">
            <a:avLst/>
          </a:prstGeom>
        </p:spPr>
      </p:pic>
      <p:pic>
        <p:nvPicPr>
          <p:cNvPr id="23" name="Image 21" descr="preencoded.png"/>
          <p:cNvPicPr>
            <a:picLocks noChangeAspect="1"/>
          </p:cNvPicPr>
          <p:nvPr>
            <p:custDataLst>
              <p:tags r:id="rId36"/>
            </p:custDataLst>
          </p:nvPr>
        </p:nvPicPr>
        <p:blipFill>
          <a:blip r:embed="rId37"/>
          <a:stretch>
            <a:fillRect/>
          </a:stretch>
        </p:blipFill>
        <p:spPr>
          <a:xfrm>
            <a:off x="3656433" y="3256256"/>
            <a:ext cx="90004" cy="90004"/>
          </a:xfrm>
          <a:prstGeom prst="rect">
            <a:avLst/>
          </a:prstGeom>
        </p:spPr>
      </p:pic>
      <p:pic>
        <p:nvPicPr>
          <p:cNvPr id="24" name="Image 22" descr="preencoded.png"/>
          <p:cNvPicPr>
            <a:picLocks noChangeAspect="1"/>
          </p:cNvPicPr>
          <p:nvPr>
            <p:custDataLst>
              <p:tags r:id="rId38"/>
            </p:custDataLst>
          </p:nvPr>
        </p:nvPicPr>
        <p:blipFill>
          <a:blip r:embed="rId39"/>
          <a:stretch>
            <a:fillRect/>
          </a:stretch>
        </p:blipFill>
        <p:spPr>
          <a:xfrm>
            <a:off x="6356558" y="3256256"/>
            <a:ext cx="90004" cy="90004"/>
          </a:xfrm>
          <a:prstGeom prst="rect">
            <a:avLst/>
          </a:prstGeom>
        </p:spPr>
      </p:pic>
      <p:pic>
        <p:nvPicPr>
          <p:cNvPr id="25" name="Image 23" descr="preencoded.png"/>
          <p:cNvPicPr>
            <a:picLocks noChangeAspect="1"/>
          </p:cNvPicPr>
          <p:nvPr>
            <p:custDataLst>
              <p:tags r:id="rId40"/>
            </p:custDataLst>
          </p:nvPr>
        </p:nvPicPr>
        <p:blipFill>
          <a:blip r:embed="rId41"/>
          <a:stretch>
            <a:fillRect/>
          </a:stretch>
        </p:blipFill>
        <p:spPr>
          <a:xfrm>
            <a:off x="9056683" y="3256256"/>
            <a:ext cx="90004" cy="90004"/>
          </a:xfrm>
          <a:prstGeom prst="rect">
            <a:avLst/>
          </a:prstGeom>
        </p:spPr>
      </p:pic>
      <p:pic>
        <p:nvPicPr>
          <p:cNvPr id="26" name="Image 24" descr="preencoded.png"/>
          <p:cNvPicPr>
            <a:picLocks noChangeAspect="1"/>
          </p:cNvPicPr>
          <p:nvPr/>
        </p:nvPicPr>
        <p:blipFill>
          <a:blip r:embed="rId42"/>
          <a:stretch>
            <a:fillRect/>
          </a:stretch>
        </p:blipFill>
        <p:spPr>
          <a:xfrm>
            <a:off x="660400" y="965200"/>
            <a:ext cx="10655300" cy="419100"/>
          </a:xfrm>
          <a:prstGeom prst="rect">
            <a:avLst/>
          </a:prstGeom>
        </p:spPr>
      </p:pic>
      <p:pic>
        <p:nvPicPr>
          <p:cNvPr id="27" name="Image 25" descr="preencoded.png"/>
          <p:cNvPicPr>
            <a:picLocks noChangeAspect="1"/>
          </p:cNvPicPr>
          <p:nvPr/>
        </p:nvPicPr>
        <p:blipFill>
          <a:blip r:embed="rId43"/>
          <a:stretch>
            <a:fillRect/>
          </a:stretch>
        </p:blipFill>
        <p:spPr>
          <a:xfrm>
            <a:off x="660400" y="342900"/>
            <a:ext cx="8686801" cy="635000"/>
          </a:xfrm>
          <a:prstGeom prst="rect">
            <a:avLst/>
          </a:prstGeom>
        </p:spPr>
      </p:pic>
      <p:pic>
        <p:nvPicPr>
          <p:cNvPr id="28" name="Image 26" descr="preencoded.png"/>
          <p:cNvPicPr>
            <a:picLocks noChangeAspect="1"/>
          </p:cNvPicPr>
          <p:nvPr/>
        </p:nvPicPr>
        <p:blipFill>
          <a:blip r:embed="rId44"/>
          <a:stretch>
            <a:fillRect/>
          </a:stretch>
        </p:blipFill>
        <p:spPr>
          <a:xfrm>
            <a:off x="552450" y="501650"/>
            <a:ext cx="101600" cy="368300"/>
          </a:xfrm>
          <a:prstGeom prst="rect">
            <a:avLst/>
          </a:prstGeom>
        </p:spPr>
      </p:pic>
      <p:sp>
        <p:nvSpPr>
          <p:cNvPr id="29" name="Text 0"/>
          <p:cNvSpPr/>
          <p:nvPr>
            <p:custDataLst>
              <p:tags r:id="rId45"/>
            </p:custDataLst>
          </p:nvPr>
        </p:nvSpPr>
        <p:spPr>
          <a:xfrm>
            <a:off x="1239178" y="3744850"/>
            <a:ext cx="2769557" cy="192866"/>
          </a:xfrm>
          <a:prstGeom prst="rect">
            <a:avLst/>
          </a:prstGeom>
          <a:noFill/>
        </p:spPr>
        <p:txBody>
          <a:bodyPr vert="horz" wrap="square" lIns="0" tIns="0" rIns="0" bIns="0" rtlCol="0" anchor="t"/>
          <a:lstStyle/>
          <a:p>
            <a:pPr marL="0" indent="0" algn="l">
              <a:lnSpc>
                <a:spcPts val="1500"/>
              </a:lnSpc>
              <a:buNone/>
            </a:pPr>
            <a:r>
              <a:rPr lang="en-US" altLang="en-US" sz="2000" dirty="0">
                <a:solidFill>
                  <a:schemeClr val="accent5"/>
                </a:solidFill>
                <a:latin typeface="Times New Roman" panose="02020603050405020304" charset="0"/>
                <a:cs typeface="Times New Roman" panose="02020603050405020304" charset="0"/>
              </a:rPr>
              <a:t>Clarity</a:t>
            </a:r>
            <a:endParaRPr lang="en-US" altLang="en-US" sz="2000" dirty="0">
              <a:solidFill>
                <a:schemeClr val="accent5"/>
              </a:solidFill>
              <a:latin typeface="Times New Roman" panose="02020603050405020304" charset="0"/>
              <a:cs typeface="Times New Roman" panose="02020603050405020304" charset="0"/>
            </a:endParaRPr>
          </a:p>
        </p:txBody>
      </p:sp>
      <p:sp>
        <p:nvSpPr>
          <p:cNvPr id="30" name="Text 1"/>
          <p:cNvSpPr/>
          <p:nvPr>
            <p:custDataLst>
              <p:tags r:id="rId46"/>
            </p:custDataLst>
          </p:nvPr>
        </p:nvSpPr>
        <p:spPr>
          <a:xfrm>
            <a:off x="1239178" y="3009548"/>
            <a:ext cx="2475115" cy="555293"/>
          </a:xfrm>
          <a:prstGeom prst="rect">
            <a:avLst/>
          </a:prstGeom>
          <a:noFill/>
        </p:spPr>
        <p:txBody>
          <a:bodyPr vert="horz" wrap="square" lIns="0" tIns="0" rIns="0" bIns="0" rtlCol="0" anchor="t"/>
          <a:lstStyle/>
          <a:p>
            <a:pPr marL="0" indent="0" algn="l">
              <a:lnSpc>
                <a:spcPts val="4320"/>
              </a:lnSpc>
              <a:buNone/>
            </a:pPr>
            <a:r>
              <a:rPr lang="en-US" sz="3600" b="1" dirty="0">
                <a:solidFill>
                  <a:srgbClr val="00AACF"/>
                </a:solidFill>
                <a:latin typeface="Outfit" pitchFamily="34" charset="0"/>
                <a:ea typeface="Outfit" pitchFamily="34" charset="-122"/>
                <a:cs typeface="Outfit" pitchFamily="34" charset="-120"/>
              </a:rPr>
              <a:t>01</a:t>
            </a:r>
            <a:endParaRPr lang="en-US" sz="3600" dirty="0"/>
          </a:p>
        </p:txBody>
      </p:sp>
      <p:sp>
        <p:nvSpPr>
          <p:cNvPr id="31" name="Text 2"/>
          <p:cNvSpPr/>
          <p:nvPr>
            <p:custDataLst>
              <p:tags r:id="rId47"/>
            </p:custDataLst>
          </p:nvPr>
        </p:nvSpPr>
        <p:spPr>
          <a:xfrm>
            <a:off x="1239178" y="4169155"/>
            <a:ext cx="2224389" cy="1735795"/>
          </a:xfrm>
          <a:prstGeom prst="rect">
            <a:avLst/>
          </a:prstGeom>
          <a:noFill/>
        </p:spPr>
        <p:txBody>
          <a:bodyPr vert="horz" wrap="square" lIns="0" tIns="0" rIns="0" bIns="0" rtlCol="0" anchor="t"/>
          <a:lstStyle/>
          <a:p>
            <a:pPr marL="0" indent="0" algn="l">
              <a:lnSpc>
                <a:spcPct val="150000"/>
              </a:lnSpc>
              <a:buNone/>
            </a:pPr>
            <a:r>
              <a:rPr lang="en-US" altLang="en-US" sz="1600" dirty="0">
                <a:solidFill>
                  <a:srgbClr val="FFFFFF"/>
                </a:solidFill>
                <a:latin typeface="Times New Roman" panose="02020603050405020304" charset="0"/>
                <a:ea typeface="Outfit" pitchFamily="34" charset="-122"/>
                <a:cs typeface="Times New Roman" panose="02020603050405020304" charset="0"/>
              </a:rPr>
              <a:t>Be specific and state what you want to avoid ambiguity</a:t>
            </a:r>
            <a:r>
              <a:rPr lang="en-US" sz="1600" dirty="0">
                <a:solidFill>
                  <a:srgbClr val="FFFFFF"/>
                </a:solidFill>
                <a:latin typeface="Times New Roman" panose="02020603050405020304" charset="0"/>
                <a:ea typeface="Outfit" pitchFamily="34" charset="-122"/>
                <a:cs typeface="Times New Roman" panose="02020603050405020304" charset="0"/>
              </a:rPr>
              <a:t>.</a:t>
            </a:r>
            <a:endParaRPr lang="en-US" sz="1600" dirty="0">
              <a:solidFill>
                <a:srgbClr val="FFFFFF"/>
              </a:solidFill>
              <a:latin typeface="Times New Roman" panose="02020603050405020304" charset="0"/>
              <a:ea typeface="Outfit" pitchFamily="34" charset="-122"/>
              <a:cs typeface="Times New Roman" panose="02020603050405020304" charset="0"/>
            </a:endParaRPr>
          </a:p>
        </p:txBody>
      </p:sp>
      <p:sp>
        <p:nvSpPr>
          <p:cNvPr id="32" name="Text 3"/>
          <p:cNvSpPr/>
          <p:nvPr>
            <p:custDataLst>
              <p:tags r:id="rId48"/>
            </p:custDataLst>
          </p:nvPr>
        </p:nvSpPr>
        <p:spPr>
          <a:xfrm>
            <a:off x="3939303" y="3744850"/>
            <a:ext cx="2754128" cy="192866"/>
          </a:xfrm>
          <a:prstGeom prst="rect">
            <a:avLst/>
          </a:prstGeom>
          <a:noFill/>
        </p:spPr>
        <p:txBody>
          <a:bodyPr vert="horz" wrap="square" lIns="0" tIns="0" rIns="0" bIns="0" rtlCol="0" anchor="t"/>
          <a:lstStyle/>
          <a:p>
            <a:pPr marL="0" indent="0" algn="l">
              <a:lnSpc>
                <a:spcPts val="1500"/>
              </a:lnSpc>
              <a:buNone/>
            </a:pPr>
            <a:r>
              <a:rPr lang="en-US" altLang="en-US" dirty="0">
                <a:solidFill>
                  <a:schemeClr val="accent5"/>
                </a:solidFill>
              </a:rPr>
              <a:t>Context</a:t>
            </a:r>
            <a:endParaRPr lang="en-US" altLang="en-US" dirty="0">
              <a:solidFill>
                <a:schemeClr val="accent5"/>
              </a:solidFill>
            </a:endParaRPr>
          </a:p>
        </p:txBody>
      </p:sp>
      <p:sp>
        <p:nvSpPr>
          <p:cNvPr id="33" name="Text 4"/>
          <p:cNvSpPr/>
          <p:nvPr>
            <p:custDataLst>
              <p:tags r:id="rId49"/>
            </p:custDataLst>
          </p:nvPr>
        </p:nvSpPr>
        <p:spPr>
          <a:xfrm>
            <a:off x="3939303" y="3009548"/>
            <a:ext cx="2475115" cy="555293"/>
          </a:xfrm>
          <a:prstGeom prst="rect">
            <a:avLst/>
          </a:prstGeom>
          <a:noFill/>
        </p:spPr>
        <p:txBody>
          <a:bodyPr vert="horz" wrap="square" lIns="0" tIns="0" rIns="0" bIns="0" rtlCol="0" anchor="t"/>
          <a:lstStyle/>
          <a:p>
            <a:pPr marL="0" indent="0" algn="l">
              <a:lnSpc>
                <a:spcPts val="4320"/>
              </a:lnSpc>
              <a:buNone/>
            </a:pPr>
            <a:r>
              <a:rPr lang="en-US" sz="3600" b="1" dirty="0">
                <a:solidFill>
                  <a:srgbClr val="59EFEA"/>
                </a:solidFill>
                <a:latin typeface="Outfit" pitchFamily="34" charset="0"/>
                <a:ea typeface="Outfit" pitchFamily="34" charset="-122"/>
                <a:cs typeface="Outfit" pitchFamily="34" charset="-120"/>
              </a:rPr>
              <a:t>02</a:t>
            </a:r>
            <a:endParaRPr lang="en-US" sz="3600" dirty="0"/>
          </a:p>
        </p:txBody>
      </p:sp>
      <p:sp>
        <p:nvSpPr>
          <p:cNvPr id="34" name="Text 5"/>
          <p:cNvSpPr/>
          <p:nvPr>
            <p:custDataLst>
              <p:tags r:id="rId50"/>
            </p:custDataLst>
          </p:nvPr>
        </p:nvSpPr>
        <p:spPr>
          <a:xfrm>
            <a:off x="3939303" y="4169155"/>
            <a:ext cx="2211531" cy="1735795"/>
          </a:xfrm>
          <a:prstGeom prst="rect">
            <a:avLst/>
          </a:prstGeom>
          <a:noFill/>
        </p:spPr>
        <p:txBody>
          <a:bodyPr vert="horz" wrap="square" lIns="0" tIns="0" rIns="0" bIns="0" rtlCol="0" anchor="t"/>
          <a:lstStyle/>
          <a:p>
            <a:pPr marL="0" indent="0" algn="l">
              <a:lnSpc>
                <a:spcPct val="150000"/>
              </a:lnSpc>
              <a:buNone/>
            </a:pPr>
            <a:r>
              <a:rPr lang="en-US" altLang="en-US" sz="1600" dirty="0">
                <a:solidFill>
                  <a:srgbClr val="FFFFFF"/>
                </a:solidFill>
                <a:latin typeface="Times New Roman" panose="02020603050405020304" charset="0"/>
                <a:ea typeface="Outfit" pitchFamily="34" charset="-122"/>
                <a:cs typeface="Times New Roman" panose="02020603050405020304" charset="0"/>
              </a:rPr>
              <a:t>Provide the AI with necessary information or background</a:t>
            </a:r>
            <a:endParaRPr lang="en-US" altLang="en-US" sz="1600" dirty="0">
              <a:solidFill>
                <a:srgbClr val="FFFFFF"/>
              </a:solidFill>
              <a:latin typeface="Times New Roman" panose="02020603050405020304" charset="0"/>
              <a:ea typeface="Outfit" pitchFamily="34" charset="-122"/>
              <a:cs typeface="Times New Roman" panose="02020603050405020304" charset="0"/>
            </a:endParaRPr>
          </a:p>
        </p:txBody>
      </p:sp>
      <p:sp>
        <p:nvSpPr>
          <p:cNvPr id="35" name="Text 6"/>
          <p:cNvSpPr/>
          <p:nvPr>
            <p:custDataLst>
              <p:tags r:id="rId51"/>
            </p:custDataLst>
          </p:nvPr>
        </p:nvSpPr>
        <p:spPr>
          <a:xfrm>
            <a:off x="6639429" y="3744850"/>
            <a:ext cx="2769557" cy="192866"/>
          </a:xfrm>
          <a:prstGeom prst="rect">
            <a:avLst/>
          </a:prstGeom>
          <a:noFill/>
        </p:spPr>
        <p:txBody>
          <a:bodyPr vert="horz" wrap="square" lIns="0" tIns="0" rIns="0" bIns="0" rtlCol="0" anchor="t"/>
          <a:lstStyle/>
          <a:p>
            <a:pPr marL="0" indent="0" algn="l">
              <a:lnSpc>
                <a:spcPts val="1500"/>
              </a:lnSpc>
              <a:buNone/>
            </a:pPr>
            <a:r>
              <a:rPr lang="en-US" altLang="en-US" dirty="0">
                <a:solidFill>
                  <a:schemeClr val="accent5"/>
                </a:solidFill>
                <a:latin typeface="Times New Roman" panose="02020603050405020304" charset="0"/>
                <a:cs typeface="Times New Roman" panose="02020603050405020304" charset="0"/>
              </a:rPr>
              <a:t>Iteration</a:t>
            </a:r>
            <a:endParaRPr lang="en-US" altLang="en-US" dirty="0">
              <a:solidFill>
                <a:schemeClr val="accent5"/>
              </a:solidFill>
              <a:latin typeface="Times New Roman" panose="02020603050405020304" charset="0"/>
              <a:cs typeface="Times New Roman" panose="02020603050405020304" charset="0"/>
            </a:endParaRPr>
          </a:p>
        </p:txBody>
      </p:sp>
      <p:sp>
        <p:nvSpPr>
          <p:cNvPr id="36" name="Text 7"/>
          <p:cNvSpPr/>
          <p:nvPr>
            <p:custDataLst>
              <p:tags r:id="rId52"/>
            </p:custDataLst>
          </p:nvPr>
        </p:nvSpPr>
        <p:spPr>
          <a:xfrm>
            <a:off x="6639429" y="3009548"/>
            <a:ext cx="2500830" cy="555293"/>
          </a:xfrm>
          <a:prstGeom prst="rect">
            <a:avLst/>
          </a:prstGeom>
          <a:noFill/>
        </p:spPr>
        <p:txBody>
          <a:bodyPr vert="horz" wrap="square" lIns="0" tIns="0" rIns="0" bIns="0" rtlCol="0" anchor="t"/>
          <a:lstStyle/>
          <a:p>
            <a:pPr marL="0" indent="0" algn="l">
              <a:lnSpc>
                <a:spcPts val="4320"/>
              </a:lnSpc>
              <a:buNone/>
            </a:pPr>
            <a:r>
              <a:rPr lang="en-US" sz="3600" b="1" dirty="0">
                <a:solidFill>
                  <a:srgbClr val="00B0F0"/>
                </a:solidFill>
                <a:latin typeface="Outfit" pitchFamily="34" charset="0"/>
                <a:ea typeface="Outfit" pitchFamily="34" charset="-122"/>
                <a:cs typeface="Outfit" pitchFamily="34" charset="-120"/>
              </a:rPr>
              <a:t>03</a:t>
            </a:r>
            <a:endParaRPr lang="en-US" sz="3600" b="1" dirty="0">
              <a:solidFill>
                <a:srgbClr val="00B0F0"/>
              </a:solidFill>
              <a:latin typeface="Outfit" pitchFamily="34" charset="0"/>
              <a:ea typeface="Outfit" pitchFamily="34" charset="-122"/>
              <a:cs typeface="Outfit" pitchFamily="34" charset="-120"/>
            </a:endParaRPr>
          </a:p>
        </p:txBody>
      </p:sp>
      <p:sp>
        <p:nvSpPr>
          <p:cNvPr id="37" name="Text 8"/>
          <p:cNvSpPr/>
          <p:nvPr>
            <p:custDataLst>
              <p:tags r:id="rId53"/>
            </p:custDataLst>
          </p:nvPr>
        </p:nvSpPr>
        <p:spPr>
          <a:xfrm>
            <a:off x="6639429" y="4169155"/>
            <a:ext cx="2198673" cy="1157196"/>
          </a:xfrm>
          <a:prstGeom prst="rect">
            <a:avLst/>
          </a:prstGeom>
          <a:noFill/>
        </p:spPr>
        <p:txBody>
          <a:bodyPr vert="horz" wrap="square" lIns="0" tIns="0" rIns="0" bIns="0" rtlCol="0" anchor="t"/>
          <a:lstStyle/>
          <a:p>
            <a:pPr marL="0" indent="0" algn="l">
              <a:lnSpc>
                <a:spcPct val="150000"/>
              </a:lnSpc>
              <a:buNone/>
            </a:pPr>
            <a:r>
              <a:rPr lang="en-US" altLang="en-US" sz="1600" dirty="0">
                <a:solidFill>
                  <a:srgbClr val="FFFFFF"/>
                </a:solidFill>
                <a:latin typeface="Times New Roman" panose="02020603050405020304" charset="0"/>
                <a:ea typeface="Outfit" pitchFamily="34" charset="-122"/>
                <a:cs typeface="Times New Roman" panose="02020603050405020304" charset="0"/>
              </a:rPr>
              <a:t>Test and refine prompts based on the AI’s responses</a:t>
            </a:r>
            <a:r>
              <a:rPr lang="en-US" sz="1600" dirty="0">
                <a:solidFill>
                  <a:srgbClr val="FFFFFF"/>
                </a:solidFill>
                <a:latin typeface="Times New Roman" panose="02020603050405020304" charset="0"/>
                <a:ea typeface="Outfit" pitchFamily="34" charset="-122"/>
                <a:cs typeface="Times New Roman" panose="02020603050405020304" charset="0"/>
              </a:rPr>
              <a:t>.</a:t>
            </a:r>
            <a:endParaRPr lang="en-US" sz="1600" dirty="0">
              <a:solidFill>
                <a:srgbClr val="FFFFFF"/>
              </a:solidFill>
              <a:latin typeface="Times New Roman" panose="02020603050405020304" charset="0"/>
              <a:ea typeface="Outfit" pitchFamily="34" charset="-122"/>
              <a:cs typeface="Times New Roman" panose="02020603050405020304" charset="0"/>
            </a:endParaRPr>
          </a:p>
        </p:txBody>
      </p:sp>
      <p:sp>
        <p:nvSpPr>
          <p:cNvPr id="38" name="Text 9"/>
          <p:cNvSpPr/>
          <p:nvPr>
            <p:custDataLst>
              <p:tags r:id="rId54"/>
            </p:custDataLst>
          </p:nvPr>
        </p:nvSpPr>
        <p:spPr>
          <a:xfrm>
            <a:off x="9365269" y="3744850"/>
            <a:ext cx="2667981" cy="192866"/>
          </a:xfrm>
          <a:prstGeom prst="rect">
            <a:avLst/>
          </a:prstGeom>
          <a:noFill/>
        </p:spPr>
        <p:txBody>
          <a:bodyPr vert="horz" wrap="square" lIns="0" tIns="0" rIns="0" bIns="0" rtlCol="0" anchor="t"/>
          <a:lstStyle/>
          <a:p>
            <a:pPr marL="0" indent="0" algn="l">
              <a:lnSpc>
                <a:spcPts val="1500"/>
              </a:lnSpc>
              <a:buNone/>
            </a:pPr>
            <a:r>
              <a:rPr lang="en-US" altLang="en-US" sz="1600" dirty="0">
                <a:solidFill>
                  <a:schemeClr val="accent5"/>
                </a:solidFill>
                <a:latin typeface="Outfit" pitchFamily="34" charset="0"/>
                <a:ea typeface="Outfit" pitchFamily="34" charset="-122"/>
                <a:cs typeface="Outfit" pitchFamily="34" charset="-120"/>
              </a:rPr>
              <a:t>Using Tools</a:t>
            </a:r>
            <a:endParaRPr lang="en-US" altLang="en-US" sz="1600" dirty="0">
              <a:solidFill>
                <a:schemeClr val="accent5"/>
              </a:solidFill>
              <a:latin typeface="Outfit" pitchFamily="34" charset="0"/>
              <a:ea typeface="Outfit" pitchFamily="34" charset="-122"/>
              <a:cs typeface="Outfit" pitchFamily="34" charset="-120"/>
            </a:endParaRPr>
          </a:p>
        </p:txBody>
      </p:sp>
      <p:sp>
        <p:nvSpPr>
          <p:cNvPr id="39" name="Text 10"/>
          <p:cNvSpPr/>
          <p:nvPr>
            <p:custDataLst>
              <p:tags r:id="rId55"/>
            </p:custDataLst>
          </p:nvPr>
        </p:nvSpPr>
        <p:spPr>
          <a:xfrm>
            <a:off x="9365269" y="3009548"/>
            <a:ext cx="2667981" cy="555293"/>
          </a:xfrm>
          <a:prstGeom prst="rect">
            <a:avLst/>
          </a:prstGeom>
          <a:noFill/>
        </p:spPr>
        <p:txBody>
          <a:bodyPr vert="horz" wrap="square" lIns="0" tIns="0" rIns="0" bIns="0" rtlCol="0" anchor="t"/>
          <a:lstStyle/>
          <a:p>
            <a:pPr marL="0" indent="0" algn="l">
              <a:lnSpc>
                <a:spcPts val="4320"/>
              </a:lnSpc>
              <a:buNone/>
            </a:pPr>
            <a:r>
              <a:rPr lang="en-US" sz="3600" b="1" dirty="0">
                <a:solidFill>
                  <a:srgbClr val="00B0F0"/>
                </a:solidFill>
                <a:latin typeface="Outfit" pitchFamily="34" charset="0"/>
                <a:ea typeface="Outfit" pitchFamily="34" charset="-122"/>
                <a:cs typeface="Outfit" pitchFamily="34" charset="-120"/>
              </a:rPr>
              <a:t>04</a:t>
            </a:r>
            <a:endParaRPr lang="en-US" sz="3600" b="1" dirty="0">
              <a:solidFill>
                <a:srgbClr val="00B0F0"/>
              </a:solidFill>
              <a:latin typeface="Outfit" pitchFamily="34" charset="0"/>
              <a:ea typeface="Outfit" pitchFamily="34" charset="-122"/>
              <a:cs typeface="Outfit" pitchFamily="34" charset="-120"/>
            </a:endParaRPr>
          </a:p>
        </p:txBody>
      </p:sp>
      <p:sp>
        <p:nvSpPr>
          <p:cNvPr id="40" name="Text 11"/>
          <p:cNvSpPr/>
          <p:nvPr>
            <p:custDataLst>
              <p:tags r:id="rId56"/>
            </p:custDataLst>
          </p:nvPr>
        </p:nvSpPr>
        <p:spPr>
          <a:xfrm>
            <a:off x="9364980" y="4169410"/>
            <a:ext cx="2689860" cy="1543050"/>
          </a:xfrm>
          <a:prstGeom prst="rect">
            <a:avLst/>
          </a:prstGeom>
          <a:noFill/>
        </p:spPr>
        <p:txBody>
          <a:bodyPr vert="horz" wrap="square" lIns="0" tIns="0" rIns="0" bIns="0" rtlCol="0" anchor="t"/>
          <a:lstStyle/>
          <a:p>
            <a:pPr marL="0" indent="0" algn="l">
              <a:lnSpc>
                <a:spcPct val="150000"/>
              </a:lnSpc>
              <a:buNone/>
            </a:pPr>
            <a:r>
              <a:rPr lang="en-US" altLang="en-US" sz="1600" dirty="0">
                <a:solidFill>
                  <a:srgbClr val="FFFFFF"/>
                </a:solidFill>
                <a:latin typeface="Times New Roman" panose="02020603050405020304" charset="0"/>
                <a:ea typeface="Outfit" pitchFamily="34" charset="-122"/>
                <a:cs typeface="Times New Roman" panose="02020603050405020304" charset="0"/>
              </a:rPr>
              <a:t>Combine with RAG, output parsers, or templates to structure outputs.</a:t>
            </a:r>
            <a:endParaRPr lang="en-US" altLang="en-US" sz="1600" dirty="0">
              <a:solidFill>
                <a:srgbClr val="FFFFFF"/>
              </a:solidFill>
              <a:latin typeface="Times New Roman" panose="02020603050405020304" charset="0"/>
              <a:ea typeface="Outfit" pitchFamily="34" charset="-122"/>
              <a:cs typeface="Times New Roman" panose="02020603050405020304" charset="0"/>
            </a:endParaRPr>
          </a:p>
        </p:txBody>
      </p:sp>
      <p:sp>
        <p:nvSpPr>
          <p:cNvPr id="41" name="Text 12"/>
          <p:cNvSpPr/>
          <p:nvPr/>
        </p:nvSpPr>
        <p:spPr>
          <a:xfrm>
            <a:off x="762000" y="1066800"/>
            <a:ext cx="13479780" cy="231973"/>
          </a:xfrm>
          <a:prstGeom prst="rect">
            <a:avLst/>
          </a:prstGeom>
          <a:noFill/>
        </p:spPr>
        <p:txBody>
          <a:bodyPr vert="horz" wrap="square" lIns="0" tIns="0" rIns="0" bIns="0" rtlCol="0" anchor="t"/>
          <a:lstStyle/>
          <a:p>
            <a:pPr marL="0" indent="0" algn="l">
              <a:lnSpc>
                <a:spcPts val="1730"/>
              </a:lnSpc>
              <a:buNone/>
            </a:pPr>
            <a:endParaRPr lang="en-US" sz="1200" dirty="0"/>
          </a:p>
        </p:txBody>
      </p:sp>
      <p:sp>
        <p:nvSpPr>
          <p:cNvPr id="42" name="Text 13"/>
          <p:cNvSpPr/>
          <p:nvPr/>
        </p:nvSpPr>
        <p:spPr>
          <a:xfrm>
            <a:off x="749300" y="341908"/>
            <a:ext cx="13510261" cy="597892"/>
          </a:xfrm>
          <a:prstGeom prst="rect">
            <a:avLst/>
          </a:prstGeom>
          <a:noFill/>
        </p:spPr>
        <p:txBody>
          <a:bodyPr vert="horz" wrap="square" lIns="0" tIns="0" rIns="0" bIns="0" rtlCol="0" anchor="t"/>
          <a:lstStyle/>
          <a:p>
            <a:pPr marL="0" indent="0" algn="l">
              <a:lnSpc>
                <a:spcPts val="4610"/>
              </a:lnSpc>
              <a:buNone/>
            </a:pPr>
            <a:r>
              <a:rPr lang="en-US" sz="3200" b="1" dirty="0">
                <a:solidFill>
                  <a:srgbClr val="FFFFFF"/>
                </a:solidFill>
                <a:latin typeface="Poppins_Bold" pitchFamily="34" charset="0"/>
                <a:ea typeface="Poppins_Bold" pitchFamily="34" charset="-122"/>
                <a:cs typeface="Poppins_Bold" pitchFamily="34" charset="-120"/>
              </a:rPr>
              <a:t>Prompting Key Techniques</a:t>
            </a:r>
            <a:endParaRPr lang="en-US" sz="3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2"/>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3"/>
          <a:stretch>
            <a:fillRect/>
          </a:stretch>
        </p:blipFill>
        <p:spPr>
          <a:xfrm>
            <a:off x="0" y="0"/>
            <a:ext cx="12192000" cy="6858000"/>
          </a:xfrm>
          <a:prstGeom prst="rect">
            <a:avLst/>
          </a:prstGeom>
        </p:spPr>
      </p:pic>
      <p:pic>
        <p:nvPicPr>
          <p:cNvPr id="5" name="Image 3" descr="preencoded.png"/>
          <p:cNvPicPr>
            <a:picLocks noChangeAspect="1"/>
          </p:cNvPicPr>
          <p:nvPr/>
        </p:nvPicPr>
        <p:blipFill>
          <a:blip r:embed="rId4"/>
          <a:stretch>
            <a:fillRect/>
          </a:stretch>
        </p:blipFill>
        <p:spPr>
          <a:xfrm>
            <a:off x="-9525" y="0"/>
            <a:ext cx="12192000" cy="6858000"/>
          </a:xfrm>
          <a:prstGeom prst="rect">
            <a:avLst/>
          </a:prstGeom>
        </p:spPr>
      </p:pic>
      <p:pic>
        <p:nvPicPr>
          <p:cNvPr id="6" name="Image 4" descr="preencoded.png"/>
          <p:cNvPicPr>
            <a:picLocks noChangeAspect="1"/>
          </p:cNvPicPr>
          <p:nvPr>
            <p:custDataLst>
              <p:tags r:id="rId5"/>
            </p:custDataLst>
          </p:nvPr>
        </p:nvPicPr>
        <p:blipFill>
          <a:blip r:embed="rId6"/>
          <a:stretch>
            <a:fillRect/>
          </a:stretch>
        </p:blipFill>
        <p:spPr>
          <a:xfrm>
            <a:off x="1308100" y="3759200"/>
            <a:ext cx="2400300" cy="292100"/>
          </a:xfrm>
          <a:prstGeom prst="rect">
            <a:avLst/>
          </a:prstGeom>
        </p:spPr>
      </p:pic>
      <p:pic>
        <p:nvPicPr>
          <p:cNvPr id="7" name="Image 5" descr="preencoded.png"/>
          <p:cNvPicPr>
            <a:picLocks noChangeAspect="1"/>
          </p:cNvPicPr>
          <p:nvPr>
            <p:custDataLst>
              <p:tags r:id="rId7"/>
            </p:custDataLst>
          </p:nvPr>
        </p:nvPicPr>
        <p:blipFill>
          <a:blip r:embed="rId8"/>
          <a:stretch>
            <a:fillRect/>
          </a:stretch>
        </p:blipFill>
        <p:spPr>
          <a:xfrm>
            <a:off x="1308100" y="2997200"/>
            <a:ext cx="2133600" cy="647700"/>
          </a:xfrm>
          <a:prstGeom prst="rect">
            <a:avLst/>
          </a:prstGeom>
        </p:spPr>
      </p:pic>
      <p:pic>
        <p:nvPicPr>
          <p:cNvPr id="8" name="Image 6" descr="preencoded.png"/>
          <p:cNvPicPr>
            <a:picLocks noChangeAspect="1"/>
          </p:cNvPicPr>
          <p:nvPr>
            <p:custDataLst>
              <p:tags r:id="rId9"/>
            </p:custDataLst>
          </p:nvPr>
        </p:nvPicPr>
        <p:blipFill>
          <a:blip r:embed="rId10"/>
          <a:stretch>
            <a:fillRect/>
          </a:stretch>
        </p:blipFill>
        <p:spPr>
          <a:xfrm>
            <a:off x="1308100" y="4165600"/>
            <a:ext cx="2324100" cy="2298700"/>
          </a:xfrm>
          <a:prstGeom prst="rect">
            <a:avLst/>
          </a:prstGeom>
        </p:spPr>
      </p:pic>
      <p:pic>
        <p:nvPicPr>
          <p:cNvPr id="9" name="Image 7" descr="preencoded.png"/>
          <p:cNvPicPr>
            <a:picLocks noChangeAspect="1"/>
          </p:cNvPicPr>
          <p:nvPr>
            <p:custDataLst>
              <p:tags r:id="rId11"/>
            </p:custDataLst>
          </p:nvPr>
        </p:nvPicPr>
        <p:blipFill>
          <a:blip r:embed="rId12"/>
          <a:stretch>
            <a:fillRect/>
          </a:stretch>
        </p:blipFill>
        <p:spPr>
          <a:xfrm>
            <a:off x="3975100" y="3759200"/>
            <a:ext cx="2311400" cy="292100"/>
          </a:xfrm>
          <a:prstGeom prst="rect">
            <a:avLst/>
          </a:prstGeom>
        </p:spPr>
      </p:pic>
      <p:pic>
        <p:nvPicPr>
          <p:cNvPr id="10" name="Image 8" descr="preencoded.png"/>
          <p:cNvPicPr>
            <a:picLocks noChangeAspect="1"/>
          </p:cNvPicPr>
          <p:nvPr>
            <p:custDataLst>
              <p:tags r:id="rId13"/>
            </p:custDataLst>
          </p:nvPr>
        </p:nvPicPr>
        <p:blipFill>
          <a:blip r:embed="rId8"/>
          <a:stretch>
            <a:fillRect/>
          </a:stretch>
        </p:blipFill>
        <p:spPr>
          <a:xfrm>
            <a:off x="3975100" y="2997200"/>
            <a:ext cx="2133600" cy="647700"/>
          </a:xfrm>
          <a:prstGeom prst="rect">
            <a:avLst/>
          </a:prstGeom>
        </p:spPr>
      </p:pic>
      <p:pic>
        <p:nvPicPr>
          <p:cNvPr id="11" name="Image 9" descr="preencoded.png"/>
          <p:cNvPicPr>
            <a:picLocks noChangeAspect="1"/>
          </p:cNvPicPr>
          <p:nvPr>
            <p:custDataLst>
              <p:tags r:id="rId14"/>
            </p:custDataLst>
          </p:nvPr>
        </p:nvPicPr>
        <p:blipFill>
          <a:blip r:embed="rId15"/>
          <a:stretch>
            <a:fillRect/>
          </a:stretch>
        </p:blipFill>
        <p:spPr>
          <a:xfrm>
            <a:off x="3975100" y="4165600"/>
            <a:ext cx="2311400" cy="2006600"/>
          </a:xfrm>
          <a:prstGeom prst="rect">
            <a:avLst/>
          </a:prstGeom>
        </p:spPr>
      </p:pic>
      <p:pic>
        <p:nvPicPr>
          <p:cNvPr id="12" name="Image 10" descr="preencoded.png"/>
          <p:cNvPicPr>
            <a:picLocks noChangeAspect="1"/>
          </p:cNvPicPr>
          <p:nvPr>
            <p:custDataLst>
              <p:tags r:id="rId16"/>
            </p:custDataLst>
          </p:nvPr>
        </p:nvPicPr>
        <p:blipFill>
          <a:blip r:embed="rId12"/>
          <a:stretch>
            <a:fillRect/>
          </a:stretch>
        </p:blipFill>
        <p:spPr>
          <a:xfrm>
            <a:off x="6642100" y="3759200"/>
            <a:ext cx="2311400" cy="292100"/>
          </a:xfrm>
          <a:prstGeom prst="rect">
            <a:avLst/>
          </a:prstGeom>
        </p:spPr>
      </p:pic>
      <p:pic>
        <p:nvPicPr>
          <p:cNvPr id="13" name="Image 11" descr="preencoded.png"/>
          <p:cNvPicPr>
            <a:picLocks noChangeAspect="1"/>
          </p:cNvPicPr>
          <p:nvPr>
            <p:custDataLst>
              <p:tags r:id="rId17"/>
            </p:custDataLst>
          </p:nvPr>
        </p:nvPicPr>
        <p:blipFill>
          <a:blip r:embed="rId8"/>
          <a:stretch>
            <a:fillRect/>
          </a:stretch>
        </p:blipFill>
        <p:spPr>
          <a:xfrm>
            <a:off x="6642100" y="2997200"/>
            <a:ext cx="2133600" cy="647700"/>
          </a:xfrm>
          <a:prstGeom prst="rect">
            <a:avLst/>
          </a:prstGeom>
        </p:spPr>
      </p:pic>
      <p:pic>
        <p:nvPicPr>
          <p:cNvPr id="14" name="Image 12" descr="preencoded.png"/>
          <p:cNvPicPr>
            <a:picLocks noChangeAspect="1"/>
          </p:cNvPicPr>
          <p:nvPr>
            <p:custDataLst>
              <p:tags r:id="rId18"/>
            </p:custDataLst>
          </p:nvPr>
        </p:nvPicPr>
        <p:blipFill>
          <a:blip r:embed="rId19"/>
          <a:stretch>
            <a:fillRect/>
          </a:stretch>
        </p:blipFill>
        <p:spPr>
          <a:xfrm>
            <a:off x="6642100" y="4165600"/>
            <a:ext cx="2298700" cy="1041400"/>
          </a:xfrm>
          <a:prstGeom prst="rect">
            <a:avLst/>
          </a:prstGeom>
        </p:spPr>
      </p:pic>
      <p:pic>
        <p:nvPicPr>
          <p:cNvPr id="15" name="Image 13" descr="preencoded.png"/>
          <p:cNvPicPr>
            <a:picLocks noChangeAspect="1"/>
          </p:cNvPicPr>
          <p:nvPr>
            <p:custDataLst>
              <p:tags r:id="rId20"/>
            </p:custDataLst>
          </p:nvPr>
        </p:nvPicPr>
        <p:blipFill>
          <a:blip r:embed="rId21"/>
          <a:stretch>
            <a:fillRect/>
          </a:stretch>
        </p:blipFill>
        <p:spPr>
          <a:xfrm>
            <a:off x="9144000" y="3378200"/>
            <a:ext cx="12700" cy="3606800"/>
          </a:xfrm>
          <a:prstGeom prst="rect">
            <a:avLst/>
          </a:prstGeom>
        </p:spPr>
      </p:pic>
      <p:pic>
        <p:nvPicPr>
          <p:cNvPr id="16" name="Image 14" descr="preencoded.png"/>
          <p:cNvPicPr>
            <a:picLocks noChangeAspect="1"/>
          </p:cNvPicPr>
          <p:nvPr>
            <p:custDataLst>
              <p:tags r:id="rId22"/>
            </p:custDataLst>
          </p:nvPr>
        </p:nvPicPr>
        <p:blipFill>
          <a:blip r:embed="rId23"/>
          <a:stretch>
            <a:fillRect/>
          </a:stretch>
        </p:blipFill>
        <p:spPr>
          <a:xfrm>
            <a:off x="9334500" y="3759200"/>
            <a:ext cx="2197101" cy="292100"/>
          </a:xfrm>
          <a:prstGeom prst="rect">
            <a:avLst/>
          </a:prstGeom>
        </p:spPr>
      </p:pic>
      <p:pic>
        <p:nvPicPr>
          <p:cNvPr id="17" name="Image 15" descr="preencoded.png"/>
          <p:cNvPicPr>
            <a:picLocks noChangeAspect="1"/>
          </p:cNvPicPr>
          <p:nvPr>
            <p:custDataLst>
              <p:tags r:id="rId24"/>
            </p:custDataLst>
          </p:nvPr>
        </p:nvPicPr>
        <p:blipFill>
          <a:blip r:embed="rId25"/>
          <a:stretch>
            <a:fillRect/>
          </a:stretch>
        </p:blipFill>
        <p:spPr>
          <a:xfrm>
            <a:off x="9334500" y="2997200"/>
            <a:ext cx="2120901" cy="647700"/>
          </a:xfrm>
          <a:prstGeom prst="rect">
            <a:avLst/>
          </a:prstGeom>
        </p:spPr>
      </p:pic>
      <p:pic>
        <p:nvPicPr>
          <p:cNvPr id="18" name="Image 16" descr="preencoded.png"/>
          <p:cNvPicPr>
            <a:picLocks noChangeAspect="1"/>
          </p:cNvPicPr>
          <p:nvPr>
            <p:custDataLst>
              <p:tags r:id="rId26"/>
            </p:custDataLst>
          </p:nvPr>
        </p:nvPicPr>
        <p:blipFill>
          <a:blip r:embed="rId27"/>
          <a:stretch>
            <a:fillRect/>
          </a:stretch>
        </p:blipFill>
        <p:spPr>
          <a:xfrm>
            <a:off x="9334500" y="4165600"/>
            <a:ext cx="2197101" cy="1625600"/>
          </a:xfrm>
          <a:prstGeom prst="rect">
            <a:avLst/>
          </a:prstGeom>
        </p:spPr>
      </p:pic>
      <p:pic>
        <p:nvPicPr>
          <p:cNvPr id="19" name="Image 17" descr="preencoded.png"/>
          <p:cNvPicPr>
            <a:picLocks noChangeAspect="1"/>
          </p:cNvPicPr>
          <p:nvPr>
            <p:custDataLst>
              <p:tags r:id="rId28"/>
            </p:custDataLst>
          </p:nvPr>
        </p:nvPicPr>
        <p:blipFill>
          <a:blip r:embed="rId29"/>
          <a:stretch>
            <a:fillRect/>
          </a:stretch>
        </p:blipFill>
        <p:spPr>
          <a:xfrm>
            <a:off x="6464300" y="3378200"/>
            <a:ext cx="12700" cy="3606800"/>
          </a:xfrm>
          <a:prstGeom prst="rect">
            <a:avLst/>
          </a:prstGeom>
        </p:spPr>
      </p:pic>
      <p:pic>
        <p:nvPicPr>
          <p:cNvPr id="20" name="Image 18" descr="preencoded.png"/>
          <p:cNvPicPr>
            <a:picLocks noChangeAspect="1"/>
          </p:cNvPicPr>
          <p:nvPr>
            <p:custDataLst>
              <p:tags r:id="rId30"/>
            </p:custDataLst>
          </p:nvPr>
        </p:nvPicPr>
        <p:blipFill>
          <a:blip r:embed="rId31"/>
          <a:stretch>
            <a:fillRect/>
          </a:stretch>
        </p:blipFill>
        <p:spPr>
          <a:xfrm>
            <a:off x="3810000" y="3378200"/>
            <a:ext cx="12700" cy="3606800"/>
          </a:xfrm>
          <a:prstGeom prst="rect">
            <a:avLst/>
          </a:prstGeom>
        </p:spPr>
      </p:pic>
      <p:pic>
        <p:nvPicPr>
          <p:cNvPr id="21" name="Image 19" descr="preencoded.png"/>
          <p:cNvPicPr>
            <a:picLocks noChangeAspect="1"/>
          </p:cNvPicPr>
          <p:nvPr>
            <p:custDataLst>
              <p:tags r:id="rId32"/>
            </p:custDataLst>
          </p:nvPr>
        </p:nvPicPr>
        <p:blipFill>
          <a:blip r:embed="rId33"/>
          <a:stretch>
            <a:fillRect/>
          </a:stretch>
        </p:blipFill>
        <p:spPr>
          <a:xfrm>
            <a:off x="1155700" y="3378200"/>
            <a:ext cx="12700" cy="3479800"/>
          </a:xfrm>
          <a:prstGeom prst="rect">
            <a:avLst/>
          </a:prstGeom>
        </p:spPr>
      </p:pic>
      <p:pic>
        <p:nvPicPr>
          <p:cNvPr id="22" name="Image 20" descr="preencoded.png"/>
          <p:cNvPicPr>
            <a:picLocks noChangeAspect="1"/>
          </p:cNvPicPr>
          <p:nvPr>
            <p:custDataLst>
              <p:tags r:id="rId34"/>
            </p:custDataLst>
          </p:nvPr>
        </p:nvPicPr>
        <p:blipFill>
          <a:blip r:embed="rId35"/>
          <a:stretch>
            <a:fillRect/>
          </a:stretch>
        </p:blipFill>
        <p:spPr>
          <a:xfrm>
            <a:off x="1117600" y="3302000"/>
            <a:ext cx="88900" cy="88900"/>
          </a:xfrm>
          <a:prstGeom prst="rect">
            <a:avLst/>
          </a:prstGeom>
        </p:spPr>
      </p:pic>
      <p:pic>
        <p:nvPicPr>
          <p:cNvPr id="23" name="Image 21" descr="preencoded.png"/>
          <p:cNvPicPr>
            <a:picLocks noChangeAspect="1"/>
          </p:cNvPicPr>
          <p:nvPr>
            <p:custDataLst>
              <p:tags r:id="rId36"/>
            </p:custDataLst>
          </p:nvPr>
        </p:nvPicPr>
        <p:blipFill>
          <a:blip r:embed="rId37"/>
          <a:stretch>
            <a:fillRect/>
          </a:stretch>
        </p:blipFill>
        <p:spPr>
          <a:xfrm>
            <a:off x="3759200" y="3302000"/>
            <a:ext cx="88900" cy="88900"/>
          </a:xfrm>
          <a:prstGeom prst="rect">
            <a:avLst/>
          </a:prstGeom>
        </p:spPr>
      </p:pic>
      <p:pic>
        <p:nvPicPr>
          <p:cNvPr id="24" name="Image 22" descr="preencoded.png"/>
          <p:cNvPicPr>
            <a:picLocks noChangeAspect="1"/>
          </p:cNvPicPr>
          <p:nvPr>
            <p:custDataLst>
              <p:tags r:id="rId38"/>
            </p:custDataLst>
          </p:nvPr>
        </p:nvPicPr>
        <p:blipFill>
          <a:blip r:embed="rId39"/>
          <a:stretch>
            <a:fillRect/>
          </a:stretch>
        </p:blipFill>
        <p:spPr>
          <a:xfrm>
            <a:off x="6426200" y="3302000"/>
            <a:ext cx="88900" cy="88900"/>
          </a:xfrm>
          <a:prstGeom prst="rect">
            <a:avLst/>
          </a:prstGeom>
        </p:spPr>
      </p:pic>
      <p:pic>
        <p:nvPicPr>
          <p:cNvPr id="25" name="Image 23" descr="preencoded.png"/>
          <p:cNvPicPr>
            <a:picLocks noChangeAspect="1"/>
          </p:cNvPicPr>
          <p:nvPr>
            <p:custDataLst>
              <p:tags r:id="rId40"/>
            </p:custDataLst>
          </p:nvPr>
        </p:nvPicPr>
        <p:blipFill>
          <a:blip r:embed="rId41"/>
          <a:stretch>
            <a:fillRect/>
          </a:stretch>
        </p:blipFill>
        <p:spPr>
          <a:xfrm>
            <a:off x="9093200" y="3302000"/>
            <a:ext cx="88900" cy="88900"/>
          </a:xfrm>
          <a:prstGeom prst="rect">
            <a:avLst/>
          </a:prstGeom>
        </p:spPr>
      </p:pic>
      <p:pic>
        <p:nvPicPr>
          <p:cNvPr id="26" name="Image 24" descr="preencoded.png"/>
          <p:cNvPicPr>
            <a:picLocks noChangeAspect="1"/>
          </p:cNvPicPr>
          <p:nvPr/>
        </p:nvPicPr>
        <p:blipFill>
          <a:blip r:embed="rId42"/>
          <a:stretch>
            <a:fillRect/>
          </a:stretch>
        </p:blipFill>
        <p:spPr>
          <a:xfrm>
            <a:off x="660400" y="965200"/>
            <a:ext cx="10655300" cy="419100"/>
          </a:xfrm>
          <a:prstGeom prst="rect">
            <a:avLst/>
          </a:prstGeom>
        </p:spPr>
      </p:pic>
      <p:pic>
        <p:nvPicPr>
          <p:cNvPr id="27" name="Image 25" descr="preencoded.png"/>
          <p:cNvPicPr>
            <a:picLocks noChangeAspect="1"/>
          </p:cNvPicPr>
          <p:nvPr/>
        </p:nvPicPr>
        <p:blipFill>
          <a:blip r:embed="rId43"/>
          <a:stretch>
            <a:fillRect/>
          </a:stretch>
        </p:blipFill>
        <p:spPr>
          <a:xfrm>
            <a:off x="660400" y="342900"/>
            <a:ext cx="8686801" cy="635000"/>
          </a:xfrm>
          <a:prstGeom prst="rect">
            <a:avLst/>
          </a:prstGeom>
        </p:spPr>
      </p:pic>
      <p:pic>
        <p:nvPicPr>
          <p:cNvPr id="28" name="Image 26" descr="preencoded.png"/>
          <p:cNvPicPr>
            <a:picLocks noChangeAspect="1"/>
          </p:cNvPicPr>
          <p:nvPr/>
        </p:nvPicPr>
        <p:blipFill>
          <a:blip r:embed="rId44"/>
          <a:stretch>
            <a:fillRect/>
          </a:stretch>
        </p:blipFill>
        <p:spPr>
          <a:xfrm>
            <a:off x="552450" y="501650"/>
            <a:ext cx="101600" cy="368300"/>
          </a:xfrm>
          <a:prstGeom prst="rect">
            <a:avLst/>
          </a:prstGeom>
        </p:spPr>
      </p:pic>
      <p:sp>
        <p:nvSpPr>
          <p:cNvPr id="29" name="Text 0"/>
          <p:cNvSpPr/>
          <p:nvPr>
            <p:custDataLst>
              <p:tags r:id="rId45"/>
            </p:custDataLst>
          </p:nvPr>
        </p:nvSpPr>
        <p:spPr>
          <a:xfrm>
            <a:off x="1371600" y="3784600"/>
            <a:ext cx="2735580" cy="190500"/>
          </a:xfrm>
          <a:prstGeom prst="rect">
            <a:avLst/>
          </a:prstGeom>
          <a:noFill/>
        </p:spPr>
        <p:txBody>
          <a:bodyPr vert="horz" wrap="square" lIns="0" tIns="0" rIns="0" bIns="0" rtlCol="0" anchor="t"/>
          <a:lstStyle/>
          <a:p>
            <a:pPr marL="0" indent="0" algn="l">
              <a:lnSpc>
                <a:spcPts val="1500"/>
              </a:lnSpc>
              <a:buNone/>
            </a:pPr>
            <a:r>
              <a:rPr lang="en-US" sz="1600" dirty="0">
                <a:solidFill>
                  <a:srgbClr val="00AACF"/>
                </a:solidFill>
                <a:latin typeface="Outfit" pitchFamily="34" charset="0"/>
                <a:ea typeface="Outfit" pitchFamily="34" charset="-122"/>
                <a:cs typeface="Outfit" pitchFamily="34" charset="-120"/>
              </a:rPr>
              <a:t>Instructional prompt</a:t>
            </a:r>
            <a:endParaRPr lang="en-US" sz="1600" dirty="0"/>
          </a:p>
        </p:txBody>
      </p:sp>
      <p:sp>
        <p:nvSpPr>
          <p:cNvPr id="30" name="Text 1"/>
          <p:cNvSpPr/>
          <p:nvPr>
            <p:custDataLst>
              <p:tags r:id="rId46"/>
            </p:custDataLst>
          </p:nvPr>
        </p:nvSpPr>
        <p:spPr>
          <a:xfrm>
            <a:off x="1371600" y="3058319"/>
            <a:ext cx="2444750" cy="548481"/>
          </a:xfrm>
          <a:prstGeom prst="rect">
            <a:avLst/>
          </a:prstGeom>
          <a:noFill/>
        </p:spPr>
        <p:txBody>
          <a:bodyPr vert="horz" wrap="square" lIns="0" tIns="0" rIns="0" bIns="0" rtlCol="0" anchor="t"/>
          <a:lstStyle/>
          <a:p>
            <a:pPr marL="0" indent="0" algn="l">
              <a:lnSpc>
                <a:spcPts val="4320"/>
              </a:lnSpc>
              <a:buNone/>
            </a:pPr>
            <a:r>
              <a:rPr lang="en-US" sz="3600" b="1" dirty="0">
                <a:solidFill>
                  <a:srgbClr val="00AACF"/>
                </a:solidFill>
                <a:latin typeface="Outfit" pitchFamily="34" charset="0"/>
                <a:ea typeface="Outfit" pitchFamily="34" charset="-122"/>
                <a:cs typeface="Outfit" pitchFamily="34" charset="-120"/>
              </a:rPr>
              <a:t>01</a:t>
            </a:r>
            <a:endParaRPr lang="en-US" sz="3600" dirty="0"/>
          </a:p>
        </p:txBody>
      </p:sp>
      <p:sp>
        <p:nvSpPr>
          <p:cNvPr id="31" name="Text 2"/>
          <p:cNvSpPr/>
          <p:nvPr>
            <p:custDataLst>
              <p:tags r:id="rId47"/>
            </p:custDataLst>
          </p:nvPr>
        </p:nvSpPr>
        <p:spPr>
          <a:xfrm>
            <a:off x="1371600" y="4203700"/>
            <a:ext cx="2197100" cy="1524000"/>
          </a:xfrm>
          <a:prstGeom prst="rect">
            <a:avLst/>
          </a:prstGeom>
          <a:noFill/>
        </p:spPr>
        <p:txBody>
          <a:bodyPr vert="horz" wrap="square" lIns="0" tIns="0" rIns="0" bIns="0" rtlCol="0" anchor="t"/>
          <a:lstStyle/>
          <a:p>
            <a:pPr indent="0" algn="l">
              <a:lnSpc>
                <a:spcPct val="150000"/>
              </a:lnSpc>
              <a:buFont typeface="Arial" panose="020B0604020202020204" pitchFamily="34" charset="0"/>
              <a:buNone/>
            </a:pPr>
            <a:r>
              <a:rPr lang="en-US" altLang="en-US" sz="1600" dirty="0">
                <a:solidFill>
                  <a:srgbClr val="FFFFFF"/>
                </a:solidFill>
                <a:latin typeface="Times New Roman" panose="02020603050405020304" charset="0"/>
                <a:ea typeface="Outfit" pitchFamily="34" charset="-122"/>
                <a:cs typeface="Times New Roman" panose="02020603050405020304" charset="0"/>
              </a:rPr>
              <a:t>Tell the AI exactly what to do.</a:t>
            </a:r>
            <a:endParaRPr lang="en-US" altLang="en-US" sz="1600" dirty="0">
              <a:solidFill>
                <a:srgbClr val="FFFFFF"/>
              </a:solidFill>
              <a:latin typeface="Times New Roman" panose="02020603050405020304" charset="0"/>
              <a:ea typeface="Outfit" pitchFamily="34" charset="-122"/>
              <a:cs typeface="Times New Roman" panose="02020603050405020304" charset="0"/>
            </a:endParaRPr>
          </a:p>
          <a:p>
            <a:pPr indent="0" algn="l">
              <a:lnSpc>
                <a:spcPct val="100000"/>
              </a:lnSpc>
              <a:buFont typeface="Arial" panose="020B0604020202020204" pitchFamily="34" charset="0"/>
              <a:buNone/>
            </a:pPr>
            <a:endParaRPr lang="en-US" altLang="en-US" sz="1600" dirty="0">
              <a:solidFill>
                <a:srgbClr val="FFFFFF"/>
              </a:solidFill>
              <a:latin typeface="Times New Roman" panose="02020603050405020304" charset="0"/>
              <a:ea typeface="Outfit" pitchFamily="34" charset="-122"/>
              <a:cs typeface="Times New Roman" panose="02020603050405020304" charset="0"/>
            </a:endParaRPr>
          </a:p>
          <a:p>
            <a:pPr indent="0" algn="l">
              <a:lnSpc>
                <a:spcPct val="100000"/>
              </a:lnSpc>
              <a:buFont typeface="Arial" panose="020B0604020202020204" pitchFamily="34" charset="0"/>
              <a:buNone/>
            </a:pPr>
            <a:r>
              <a:rPr lang="en-US" altLang="en-US" sz="1600" dirty="0">
                <a:solidFill>
                  <a:srgbClr val="FFFFFF"/>
                </a:solidFill>
                <a:latin typeface="Times New Roman" panose="02020603050405020304" charset="0"/>
                <a:ea typeface="Outfit" pitchFamily="34" charset="-122"/>
                <a:cs typeface="Times New Roman" panose="02020603050405020304" charset="0"/>
              </a:rPr>
              <a:t>Example: “Summarize this paragraph in one sentence.”</a:t>
            </a:r>
            <a:endParaRPr lang="en-US" altLang="en-US" sz="1600" dirty="0">
              <a:solidFill>
                <a:srgbClr val="FFFFFF"/>
              </a:solidFill>
              <a:latin typeface="Times New Roman" panose="02020603050405020304" charset="0"/>
              <a:ea typeface="Outfit" pitchFamily="34" charset="-122"/>
              <a:cs typeface="Times New Roman" panose="02020603050405020304" charset="0"/>
            </a:endParaRPr>
          </a:p>
        </p:txBody>
      </p:sp>
      <p:sp>
        <p:nvSpPr>
          <p:cNvPr id="32" name="Text 3"/>
          <p:cNvSpPr/>
          <p:nvPr>
            <p:custDataLst>
              <p:tags r:id="rId48"/>
            </p:custDataLst>
          </p:nvPr>
        </p:nvSpPr>
        <p:spPr>
          <a:xfrm>
            <a:off x="4038600" y="3784600"/>
            <a:ext cx="2720340" cy="190500"/>
          </a:xfrm>
          <a:prstGeom prst="rect">
            <a:avLst/>
          </a:prstGeom>
          <a:noFill/>
        </p:spPr>
        <p:txBody>
          <a:bodyPr vert="horz" wrap="square" lIns="0" tIns="0" rIns="0" bIns="0" rtlCol="0" anchor="t"/>
          <a:lstStyle/>
          <a:p>
            <a:pPr marL="0" indent="0" algn="l">
              <a:lnSpc>
                <a:spcPts val="1500"/>
              </a:lnSpc>
              <a:buNone/>
            </a:pPr>
            <a:r>
              <a:rPr lang="en-US" sz="1600" dirty="0">
                <a:solidFill>
                  <a:srgbClr val="00AACF"/>
                </a:solidFill>
                <a:latin typeface="Outfit" pitchFamily="34" charset="0"/>
                <a:ea typeface="Outfit" pitchFamily="34" charset="-122"/>
                <a:cs typeface="Outfit" pitchFamily="34" charset="-120"/>
                <a:sym typeface="+mn-ea"/>
              </a:rPr>
              <a:t>Zero-shot prompt</a:t>
            </a:r>
            <a:endParaRPr lang="en-US" sz="1600" dirty="0"/>
          </a:p>
          <a:p>
            <a:pPr marL="0" indent="0" algn="l">
              <a:lnSpc>
                <a:spcPts val="1500"/>
              </a:lnSpc>
              <a:buNone/>
            </a:pPr>
            <a:r>
              <a:rPr lang="en-US" sz="1600" dirty="0">
                <a:solidFill>
                  <a:schemeClr val="accent5"/>
                </a:solidFill>
              </a:rPr>
              <a:t> </a:t>
            </a:r>
            <a:endParaRPr lang="en-US" sz="1600" dirty="0">
              <a:solidFill>
                <a:schemeClr val="accent5"/>
              </a:solidFill>
            </a:endParaRPr>
          </a:p>
        </p:txBody>
      </p:sp>
      <p:sp>
        <p:nvSpPr>
          <p:cNvPr id="33" name="Text 4"/>
          <p:cNvSpPr/>
          <p:nvPr>
            <p:custDataLst>
              <p:tags r:id="rId49"/>
            </p:custDataLst>
          </p:nvPr>
        </p:nvSpPr>
        <p:spPr>
          <a:xfrm>
            <a:off x="4038600" y="3058319"/>
            <a:ext cx="2444750" cy="548481"/>
          </a:xfrm>
          <a:prstGeom prst="rect">
            <a:avLst/>
          </a:prstGeom>
          <a:noFill/>
        </p:spPr>
        <p:txBody>
          <a:bodyPr vert="horz" wrap="square" lIns="0" tIns="0" rIns="0" bIns="0" rtlCol="0" anchor="t"/>
          <a:lstStyle/>
          <a:p>
            <a:pPr marL="0" indent="0" algn="l">
              <a:lnSpc>
                <a:spcPts val="4320"/>
              </a:lnSpc>
              <a:buNone/>
            </a:pPr>
            <a:r>
              <a:rPr lang="en-US" sz="3600" b="1" dirty="0">
                <a:solidFill>
                  <a:srgbClr val="59EFEA"/>
                </a:solidFill>
                <a:latin typeface="Outfit" pitchFamily="34" charset="0"/>
                <a:ea typeface="Outfit" pitchFamily="34" charset="-122"/>
                <a:cs typeface="Outfit" pitchFamily="34" charset="-120"/>
              </a:rPr>
              <a:t>02</a:t>
            </a:r>
            <a:endParaRPr lang="en-US" sz="3600" dirty="0"/>
          </a:p>
        </p:txBody>
      </p:sp>
      <p:sp>
        <p:nvSpPr>
          <p:cNvPr id="34" name="Text 5"/>
          <p:cNvSpPr/>
          <p:nvPr>
            <p:custDataLst>
              <p:tags r:id="rId50"/>
            </p:custDataLst>
          </p:nvPr>
        </p:nvSpPr>
        <p:spPr>
          <a:xfrm>
            <a:off x="4038600" y="4203700"/>
            <a:ext cx="2184400" cy="1905000"/>
          </a:xfrm>
          <a:prstGeom prst="rect">
            <a:avLst/>
          </a:prstGeom>
          <a:noFill/>
        </p:spPr>
        <p:txBody>
          <a:bodyPr vert="horz" wrap="square" lIns="0" tIns="0" rIns="0" bIns="0" rtlCol="0" anchor="t"/>
          <a:lstStyle/>
          <a:p>
            <a:pPr indent="0" algn="l">
              <a:lnSpc>
                <a:spcPct val="150000"/>
              </a:lnSpc>
              <a:buFont typeface="Arial" panose="020B0604020202020204" pitchFamily="34" charset="0"/>
              <a:buNone/>
            </a:pPr>
            <a:r>
              <a:rPr lang="en-US" altLang="en-US" sz="1600" dirty="0">
                <a:solidFill>
                  <a:srgbClr val="FFFFFF"/>
                </a:solidFill>
                <a:latin typeface="Times New Roman" panose="02020603050405020304" charset="0"/>
                <a:ea typeface="Outfit" pitchFamily="34" charset="-122"/>
                <a:cs typeface="Times New Roman" panose="02020603050405020304" charset="0"/>
              </a:rPr>
              <a:t>Ask the AI to perform a task without examples.</a:t>
            </a:r>
            <a:endParaRPr lang="en-US" altLang="en-US" sz="1600" dirty="0">
              <a:solidFill>
                <a:srgbClr val="FFFFFF"/>
              </a:solidFill>
              <a:latin typeface="Times New Roman" panose="02020603050405020304" charset="0"/>
              <a:ea typeface="Outfit" pitchFamily="34" charset="-122"/>
              <a:cs typeface="Times New Roman" panose="02020603050405020304" charset="0"/>
            </a:endParaRPr>
          </a:p>
          <a:p>
            <a:pPr marL="171450" indent="-171450" algn="l">
              <a:lnSpc>
                <a:spcPct val="100000"/>
              </a:lnSpc>
              <a:buFont typeface="Arial" panose="020B0604020202020204" pitchFamily="34" charset="0"/>
              <a:buChar char="•"/>
            </a:pPr>
            <a:endParaRPr lang="en-US" altLang="en-US" sz="1600" dirty="0">
              <a:solidFill>
                <a:srgbClr val="FFFFFF"/>
              </a:solidFill>
              <a:latin typeface="Times New Roman" panose="02020603050405020304" charset="0"/>
              <a:ea typeface="Outfit" pitchFamily="34" charset="-122"/>
              <a:cs typeface="Times New Roman" panose="02020603050405020304" charset="0"/>
            </a:endParaRPr>
          </a:p>
          <a:p>
            <a:pPr indent="0" algn="l">
              <a:lnSpc>
                <a:spcPct val="100000"/>
              </a:lnSpc>
              <a:buFont typeface="Arial" panose="020B0604020202020204" pitchFamily="34" charset="0"/>
              <a:buNone/>
            </a:pPr>
            <a:r>
              <a:rPr lang="en-US" altLang="en-US" sz="1600" dirty="0">
                <a:solidFill>
                  <a:srgbClr val="FFFFFF"/>
                </a:solidFill>
                <a:latin typeface="Times New Roman" panose="02020603050405020304" charset="0"/>
                <a:ea typeface="Outfit" pitchFamily="34" charset="-122"/>
                <a:cs typeface="Times New Roman" panose="02020603050405020304" charset="0"/>
              </a:rPr>
              <a:t>Example: “Translate this sentence into French.”</a:t>
            </a:r>
            <a:endParaRPr lang="en-US" altLang="en-US" sz="1600" dirty="0">
              <a:solidFill>
                <a:srgbClr val="FFFFFF"/>
              </a:solidFill>
              <a:latin typeface="Times New Roman" panose="02020603050405020304" charset="0"/>
              <a:ea typeface="Outfit" pitchFamily="34" charset="-122"/>
              <a:cs typeface="Times New Roman" panose="02020603050405020304" charset="0"/>
            </a:endParaRPr>
          </a:p>
        </p:txBody>
      </p:sp>
      <p:sp>
        <p:nvSpPr>
          <p:cNvPr id="35" name="Text 6"/>
          <p:cNvSpPr/>
          <p:nvPr>
            <p:custDataLst>
              <p:tags r:id="rId51"/>
            </p:custDataLst>
          </p:nvPr>
        </p:nvSpPr>
        <p:spPr>
          <a:xfrm>
            <a:off x="6705600" y="3784600"/>
            <a:ext cx="2735580" cy="190500"/>
          </a:xfrm>
          <a:prstGeom prst="rect">
            <a:avLst/>
          </a:prstGeom>
          <a:noFill/>
        </p:spPr>
        <p:txBody>
          <a:bodyPr vert="horz" wrap="square" lIns="0" tIns="0" rIns="0" bIns="0" rtlCol="0" anchor="t"/>
          <a:lstStyle/>
          <a:p>
            <a:pPr marL="0" indent="0" algn="l">
              <a:lnSpc>
                <a:spcPts val="1500"/>
              </a:lnSpc>
              <a:buNone/>
            </a:pPr>
            <a:r>
              <a:rPr lang="en-US" sz="1600" dirty="0">
                <a:solidFill>
                  <a:srgbClr val="A4EC98"/>
                </a:solidFill>
                <a:latin typeface="Outfit" pitchFamily="34" charset="0"/>
                <a:ea typeface="Outfit" pitchFamily="34" charset="-122"/>
                <a:cs typeface="Outfit" pitchFamily="34" charset="-120"/>
              </a:rPr>
              <a:t>Few-shot prompt</a:t>
            </a:r>
            <a:endParaRPr lang="en-US" sz="1600" dirty="0"/>
          </a:p>
        </p:txBody>
      </p:sp>
      <p:sp>
        <p:nvSpPr>
          <p:cNvPr id="36" name="Text 7"/>
          <p:cNvSpPr/>
          <p:nvPr>
            <p:custDataLst>
              <p:tags r:id="rId52"/>
            </p:custDataLst>
          </p:nvPr>
        </p:nvSpPr>
        <p:spPr>
          <a:xfrm>
            <a:off x="6705600" y="3058319"/>
            <a:ext cx="2470150" cy="548481"/>
          </a:xfrm>
          <a:prstGeom prst="rect">
            <a:avLst/>
          </a:prstGeom>
          <a:noFill/>
        </p:spPr>
        <p:txBody>
          <a:bodyPr vert="horz" wrap="square" lIns="0" tIns="0" rIns="0" bIns="0" rtlCol="0" anchor="t"/>
          <a:lstStyle/>
          <a:p>
            <a:pPr marL="0" indent="0" algn="l">
              <a:lnSpc>
                <a:spcPts val="4320"/>
              </a:lnSpc>
              <a:buNone/>
            </a:pPr>
            <a:r>
              <a:rPr lang="en-US" sz="3600" b="1" dirty="0">
                <a:solidFill>
                  <a:srgbClr val="A4EC98"/>
                </a:solidFill>
                <a:latin typeface="Outfit" pitchFamily="34" charset="0"/>
                <a:ea typeface="Outfit" pitchFamily="34" charset="-122"/>
                <a:cs typeface="Outfit" pitchFamily="34" charset="-120"/>
              </a:rPr>
              <a:t>03</a:t>
            </a:r>
            <a:endParaRPr lang="en-US" sz="3600" dirty="0"/>
          </a:p>
        </p:txBody>
      </p:sp>
      <p:sp>
        <p:nvSpPr>
          <p:cNvPr id="37" name="Text 8"/>
          <p:cNvSpPr/>
          <p:nvPr>
            <p:custDataLst>
              <p:tags r:id="rId53"/>
            </p:custDataLst>
          </p:nvPr>
        </p:nvSpPr>
        <p:spPr>
          <a:xfrm>
            <a:off x="6705600" y="4203700"/>
            <a:ext cx="2171700" cy="1333500"/>
          </a:xfrm>
          <a:prstGeom prst="rect">
            <a:avLst/>
          </a:prstGeom>
          <a:noFill/>
        </p:spPr>
        <p:txBody>
          <a:bodyPr vert="horz" wrap="square" lIns="0" tIns="0" rIns="0" bIns="0" rtlCol="0" anchor="t"/>
          <a:lstStyle/>
          <a:p>
            <a:pPr indent="0" algn="l">
              <a:lnSpc>
                <a:spcPct val="150000"/>
              </a:lnSpc>
              <a:buFont typeface="Arial" panose="020B0604020202020204" pitchFamily="34" charset="0"/>
              <a:buNone/>
            </a:pPr>
            <a:r>
              <a:rPr lang="en-US" altLang="en-US" sz="1600" dirty="0">
                <a:solidFill>
                  <a:srgbClr val="FFFFFF"/>
                </a:solidFill>
                <a:latin typeface="Times New Roman" panose="02020603050405020304" charset="0"/>
                <a:ea typeface="Outfit" pitchFamily="34" charset="-122"/>
                <a:cs typeface="Times New Roman" panose="02020603050405020304" charset="0"/>
              </a:rPr>
              <a:t>Provide a few examples to guide the AI.</a:t>
            </a:r>
            <a:endParaRPr lang="en-US" altLang="en-US" sz="1600" dirty="0">
              <a:solidFill>
                <a:srgbClr val="FFFFFF"/>
              </a:solidFill>
              <a:latin typeface="Times New Roman" panose="02020603050405020304" charset="0"/>
              <a:ea typeface="Outfit" pitchFamily="34" charset="-122"/>
              <a:cs typeface="Times New Roman" panose="02020603050405020304" charset="0"/>
            </a:endParaRPr>
          </a:p>
          <a:p>
            <a:pPr indent="0" algn="l">
              <a:lnSpc>
                <a:spcPct val="100000"/>
              </a:lnSpc>
              <a:buFont typeface="Arial" panose="020B0604020202020204" pitchFamily="34" charset="0"/>
              <a:buNone/>
            </a:pPr>
            <a:endParaRPr lang="en-US" altLang="en-US" sz="1600" dirty="0">
              <a:solidFill>
                <a:srgbClr val="FFFFFF"/>
              </a:solidFill>
              <a:latin typeface="Times New Roman" panose="02020603050405020304" charset="0"/>
              <a:ea typeface="Outfit" pitchFamily="34" charset="-122"/>
              <a:cs typeface="Times New Roman" panose="02020603050405020304" charset="0"/>
            </a:endParaRPr>
          </a:p>
          <a:p>
            <a:pPr indent="0" algn="l">
              <a:lnSpc>
                <a:spcPct val="100000"/>
              </a:lnSpc>
              <a:buFont typeface="Arial" panose="020B0604020202020204" pitchFamily="34" charset="0"/>
              <a:buNone/>
            </a:pPr>
            <a:r>
              <a:rPr lang="en-US" altLang="en-US" sz="1600" dirty="0">
                <a:solidFill>
                  <a:srgbClr val="FFFFFF"/>
                </a:solidFill>
                <a:latin typeface="Times New Roman" panose="02020603050405020304" charset="0"/>
                <a:ea typeface="Outfit" pitchFamily="34" charset="-122"/>
                <a:cs typeface="Times New Roman" panose="02020603050405020304" charset="0"/>
              </a:rPr>
              <a:t>Example: “Here are three examples of correct summaries; now summarize this text.”</a:t>
            </a:r>
            <a:endParaRPr lang="en-US" altLang="en-US" sz="1600" dirty="0">
              <a:solidFill>
                <a:srgbClr val="FFFFFF"/>
              </a:solidFill>
              <a:latin typeface="Times New Roman" panose="02020603050405020304" charset="0"/>
              <a:ea typeface="Outfit" pitchFamily="34" charset="-122"/>
              <a:cs typeface="Times New Roman" panose="02020603050405020304" charset="0"/>
            </a:endParaRPr>
          </a:p>
        </p:txBody>
      </p:sp>
      <p:sp>
        <p:nvSpPr>
          <p:cNvPr id="38" name="Text 9"/>
          <p:cNvSpPr/>
          <p:nvPr>
            <p:custDataLst>
              <p:tags r:id="rId54"/>
            </p:custDataLst>
          </p:nvPr>
        </p:nvSpPr>
        <p:spPr>
          <a:xfrm>
            <a:off x="9398000" y="3784600"/>
            <a:ext cx="2635250" cy="190500"/>
          </a:xfrm>
          <a:prstGeom prst="rect">
            <a:avLst/>
          </a:prstGeom>
          <a:noFill/>
        </p:spPr>
        <p:txBody>
          <a:bodyPr vert="horz" wrap="square" lIns="0" tIns="0" rIns="0" bIns="0" rtlCol="0" anchor="t"/>
          <a:lstStyle/>
          <a:p>
            <a:pPr marL="0" indent="0" algn="l">
              <a:lnSpc>
                <a:spcPts val="1500"/>
              </a:lnSpc>
              <a:buNone/>
            </a:pPr>
            <a:r>
              <a:rPr lang="en-US" altLang="en-US" sz="1600" dirty="0">
                <a:solidFill>
                  <a:srgbClr val="A4EC98"/>
                </a:solidFill>
                <a:latin typeface="Outfit" pitchFamily="34" charset="0"/>
                <a:ea typeface="Outfit" pitchFamily="34" charset="-122"/>
                <a:cs typeface="Outfit" pitchFamily="34" charset="-120"/>
              </a:rPr>
              <a:t>Template or Structured Prompt</a:t>
            </a:r>
            <a:endParaRPr lang="en-US" sz="1600" dirty="0"/>
          </a:p>
        </p:txBody>
      </p:sp>
      <p:sp>
        <p:nvSpPr>
          <p:cNvPr id="39" name="Text 10"/>
          <p:cNvSpPr/>
          <p:nvPr>
            <p:custDataLst>
              <p:tags r:id="rId55"/>
            </p:custDataLst>
          </p:nvPr>
        </p:nvSpPr>
        <p:spPr>
          <a:xfrm>
            <a:off x="9398000" y="3058319"/>
            <a:ext cx="2635250" cy="548481"/>
          </a:xfrm>
          <a:prstGeom prst="rect">
            <a:avLst/>
          </a:prstGeom>
          <a:noFill/>
        </p:spPr>
        <p:txBody>
          <a:bodyPr vert="horz" wrap="square" lIns="0" tIns="0" rIns="0" bIns="0" rtlCol="0" anchor="t"/>
          <a:lstStyle/>
          <a:p>
            <a:pPr marL="0" indent="0" algn="l">
              <a:lnSpc>
                <a:spcPts val="4320"/>
              </a:lnSpc>
              <a:buNone/>
            </a:pPr>
            <a:r>
              <a:rPr lang="en-US" sz="3600" b="1" dirty="0">
                <a:solidFill>
                  <a:srgbClr val="D3F87B"/>
                </a:solidFill>
                <a:latin typeface="Outfit" pitchFamily="34" charset="0"/>
                <a:ea typeface="Outfit" pitchFamily="34" charset="-122"/>
                <a:cs typeface="Outfit" pitchFamily="34" charset="-120"/>
              </a:rPr>
              <a:t>04</a:t>
            </a:r>
            <a:endParaRPr lang="en-US" sz="3600" dirty="0"/>
          </a:p>
        </p:txBody>
      </p:sp>
      <p:sp>
        <p:nvSpPr>
          <p:cNvPr id="40" name="Text 11"/>
          <p:cNvSpPr/>
          <p:nvPr>
            <p:custDataLst>
              <p:tags r:id="rId56"/>
            </p:custDataLst>
          </p:nvPr>
        </p:nvSpPr>
        <p:spPr>
          <a:xfrm>
            <a:off x="9398000" y="4178935"/>
            <a:ext cx="2070100" cy="1739265"/>
          </a:xfrm>
          <a:prstGeom prst="rect">
            <a:avLst/>
          </a:prstGeom>
          <a:noFill/>
        </p:spPr>
        <p:txBody>
          <a:bodyPr vert="horz" wrap="square" lIns="0" tIns="0" rIns="0" bIns="0" rtlCol="0" anchor="t"/>
          <a:lstStyle/>
          <a:p>
            <a:pPr indent="0" algn="l">
              <a:lnSpc>
                <a:spcPct val="150000"/>
              </a:lnSpc>
              <a:buFont typeface="Arial" panose="020B0604020202020204" pitchFamily="34" charset="0"/>
              <a:buNone/>
            </a:pPr>
            <a:r>
              <a:rPr lang="en-US" altLang="en-US" sz="1600" dirty="0">
                <a:solidFill>
                  <a:srgbClr val="FFFFFF"/>
                </a:solidFill>
                <a:latin typeface="Times New Roman" panose="02020603050405020304" charset="0"/>
                <a:ea typeface="Outfit" pitchFamily="34" charset="-122"/>
                <a:cs typeface="Times New Roman" panose="02020603050405020304" charset="0"/>
              </a:rPr>
              <a:t>Use fixed formats like JSON to control output.</a:t>
            </a:r>
            <a:endParaRPr lang="en-US" altLang="en-US" sz="1600" dirty="0">
              <a:solidFill>
                <a:srgbClr val="FFFFFF"/>
              </a:solidFill>
              <a:latin typeface="Times New Roman" panose="02020603050405020304" charset="0"/>
              <a:ea typeface="Outfit" pitchFamily="34" charset="-122"/>
              <a:cs typeface="Times New Roman" panose="02020603050405020304" charset="0"/>
            </a:endParaRPr>
          </a:p>
          <a:p>
            <a:pPr indent="0" algn="l">
              <a:lnSpc>
                <a:spcPct val="100000"/>
              </a:lnSpc>
              <a:buFont typeface="Arial" panose="020B0604020202020204" pitchFamily="34" charset="0"/>
              <a:buNone/>
            </a:pPr>
            <a:endParaRPr lang="en-US" altLang="en-US" sz="1600" dirty="0">
              <a:solidFill>
                <a:srgbClr val="FFFFFF"/>
              </a:solidFill>
              <a:latin typeface="Times New Roman" panose="02020603050405020304" charset="0"/>
              <a:ea typeface="Outfit" pitchFamily="34" charset="-122"/>
              <a:cs typeface="Times New Roman" panose="02020603050405020304" charset="0"/>
            </a:endParaRPr>
          </a:p>
          <a:p>
            <a:pPr indent="0" algn="l">
              <a:lnSpc>
                <a:spcPct val="100000"/>
              </a:lnSpc>
              <a:buFont typeface="Arial" panose="020B0604020202020204" pitchFamily="34" charset="0"/>
              <a:buNone/>
            </a:pPr>
            <a:r>
              <a:rPr lang="en-US" altLang="en-US" sz="1600" dirty="0">
                <a:solidFill>
                  <a:srgbClr val="FFFFFF"/>
                </a:solidFill>
                <a:latin typeface="Times New Roman" panose="02020603050405020304" charset="0"/>
                <a:ea typeface="Outfit" pitchFamily="34" charset="-122"/>
                <a:cs typeface="Times New Roman" panose="02020603050405020304" charset="0"/>
              </a:rPr>
              <a:t>Example: </a:t>
            </a:r>
            <a:endParaRPr lang="en-US" altLang="en-US" sz="1600" dirty="0">
              <a:solidFill>
                <a:srgbClr val="FFFFFF"/>
              </a:solidFill>
              <a:latin typeface="Times New Roman" panose="02020603050405020304" charset="0"/>
              <a:ea typeface="Outfit" pitchFamily="34" charset="-122"/>
              <a:cs typeface="Times New Roman" panose="02020603050405020304" charset="0"/>
            </a:endParaRPr>
          </a:p>
          <a:p>
            <a:pPr indent="0" algn="l">
              <a:lnSpc>
                <a:spcPct val="100000"/>
              </a:lnSpc>
              <a:buFont typeface="Arial" panose="020B0604020202020204" pitchFamily="34" charset="0"/>
              <a:buNone/>
            </a:pPr>
            <a:r>
              <a:rPr lang="en-US" altLang="en-US" sz="1600" dirty="0">
                <a:solidFill>
                  <a:srgbClr val="FFFFFF"/>
                </a:solidFill>
                <a:latin typeface="Times New Roman" panose="02020603050405020304" charset="0"/>
                <a:ea typeface="Outfit" pitchFamily="34" charset="-122"/>
                <a:cs typeface="Times New Roman" panose="02020603050405020304" charset="0"/>
              </a:rPr>
              <a:t>{ </a:t>
            </a:r>
            <a:endParaRPr lang="en-US" altLang="en-US" sz="1600" dirty="0">
              <a:solidFill>
                <a:srgbClr val="FFFFFF"/>
              </a:solidFill>
              <a:latin typeface="Times New Roman" panose="02020603050405020304" charset="0"/>
              <a:ea typeface="Outfit" pitchFamily="34" charset="-122"/>
              <a:cs typeface="Times New Roman" panose="02020603050405020304" charset="0"/>
            </a:endParaRPr>
          </a:p>
          <a:p>
            <a:pPr indent="0" algn="l">
              <a:lnSpc>
                <a:spcPct val="100000"/>
              </a:lnSpc>
              <a:buFont typeface="Arial" panose="020B0604020202020204" pitchFamily="34" charset="0"/>
              <a:buNone/>
            </a:pPr>
            <a:r>
              <a:rPr lang="en-US" altLang="en-US" sz="1600" dirty="0">
                <a:solidFill>
                  <a:srgbClr val="FFFFFF"/>
                </a:solidFill>
                <a:latin typeface="Times New Roman" panose="02020603050405020304" charset="0"/>
                <a:ea typeface="Outfit" pitchFamily="34" charset="-122"/>
                <a:cs typeface="Times New Roman" panose="02020603050405020304" charset="0"/>
              </a:rPr>
              <a:t>"name": "    ", </a:t>
            </a:r>
            <a:endParaRPr lang="en-US" altLang="en-US" sz="1600" dirty="0">
              <a:solidFill>
                <a:srgbClr val="FFFFFF"/>
              </a:solidFill>
              <a:latin typeface="Times New Roman" panose="02020603050405020304" charset="0"/>
              <a:ea typeface="Outfit" pitchFamily="34" charset="-122"/>
              <a:cs typeface="Times New Roman" panose="02020603050405020304" charset="0"/>
            </a:endParaRPr>
          </a:p>
          <a:p>
            <a:pPr indent="0" algn="l">
              <a:lnSpc>
                <a:spcPct val="100000"/>
              </a:lnSpc>
              <a:buFont typeface="Arial" panose="020B0604020202020204" pitchFamily="34" charset="0"/>
              <a:buNone/>
            </a:pPr>
            <a:r>
              <a:rPr lang="en-US" altLang="en-US" sz="1600" dirty="0">
                <a:solidFill>
                  <a:srgbClr val="FFFFFF"/>
                </a:solidFill>
                <a:latin typeface="Times New Roman" panose="02020603050405020304" charset="0"/>
                <a:ea typeface="Outfit" pitchFamily="34" charset="-122"/>
                <a:cs typeface="Times New Roman" panose="02020603050405020304" charset="0"/>
              </a:rPr>
              <a:t>"age": "    ",</a:t>
            </a:r>
            <a:endParaRPr lang="en-US" altLang="en-US" sz="1600" dirty="0">
              <a:solidFill>
                <a:srgbClr val="FFFFFF"/>
              </a:solidFill>
              <a:latin typeface="Times New Roman" panose="02020603050405020304" charset="0"/>
              <a:ea typeface="Outfit" pitchFamily="34" charset="-122"/>
              <a:cs typeface="Times New Roman" panose="02020603050405020304" charset="0"/>
            </a:endParaRPr>
          </a:p>
          <a:p>
            <a:pPr indent="0" algn="l">
              <a:lnSpc>
                <a:spcPct val="100000"/>
              </a:lnSpc>
              <a:buFont typeface="Arial" panose="020B0604020202020204" pitchFamily="34" charset="0"/>
              <a:buNone/>
            </a:pPr>
            <a:r>
              <a:rPr lang="en-US" altLang="en-US" sz="1600" dirty="0">
                <a:solidFill>
                  <a:srgbClr val="FFFFFF"/>
                </a:solidFill>
                <a:latin typeface="Times New Roman" panose="02020603050405020304" charset="0"/>
                <a:ea typeface="Outfit" pitchFamily="34" charset="-122"/>
                <a:cs typeface="Times New Roman" panose="02020603050405020304" charset="0"/>
              </a:rPr>
              <a:t> "job": "    " </a:t>
            </a:r>
            <a:endParaRPr lang="en-US" altLang="en-US" sz="1600" dirty="0">
              <a:solidFill>
                <a:srgbClr val="FFFFFF"/>
              </a:solidFill>
              <a:latin typeface="Times New Roman" panose="02020603050405020304" charset="0"/>
              <a:ea typeface="Outfit" pitchFamily="34" charset="-122"/>
              <a:cs typeface="Times New Roman" panose="02020603050405020304" charset="0"/>
            </a:endParaRPr>
          </a:p>
          <a:p>
            <a:pPr indent="0" algn="l">
              <a:lnSpc>
                <a:spcPct val="100000"/>
              </a:lnSpc>
              <a:buFont typeface="Arial" panose="020B0604020202020204" pitchFamily="34" charset="0"/>
              <a:buNone/>
            </a:pPr>
            <a:r>
              <a:rPr lang="en-US" altLang="en-US" sz="1600" dirty="0">
                <a:solidFill>
                  <a:srgbClr val="FFFFFF"/>
                </a:solidFill>
                <a:latin typeface="Times New Roman" panose="02020603050405020304" charset="0"/>
                <a:ea typeface="Outfit" pitchFamily="34" charset="-122"/>
                <a:cs typeface="Times New Roman" panose="02020603050405020304" charset="0"/>
              </a:rPr>
              <a:t>}</a:t>
            </a:r>
            <a:endParaRPr lang="en-US" altLang="en-US" sz="1600" dirty="0">
              <a:solidFill>
                <a:srgbClr val="FFFFFF"/>
              </a:solidFill>
              <a:latin typeface="Times New Roman" panose="02020603050405020304" charset="0"/>
              <a:ea typeface="Outfit" pitchFamily="34" charset="-122"/>
              <a:cs typeface="Times New Roman" panose="02020603050405020304" charset="0"/>
            </a:endParaRPr>
          </a:p>
        </p:txBody>
      </p:sp>
      <p:sp>
        <p:nvSpPr>
          <p:cNvPr id="41" name="Text 12"/>
          <p:cNvSpPr/>
          <p:nvPr/>
        </p:nvSpPr>
        <p:spPr>
          <a:xfrm>
            <a:off x="762000" y="1066800"/>
            <a:ext cx="10789920" cy="231775"/>
          </a:xfrm>
          <a:prstGeom prst="rect">
            <a:avLst/>
          </a:prstGeom>
          <a:noFill/>
        </p:spPr>
        <p:txBody>
          <a:bodyPr vert="horz" wrap="square" lIns="0" tIns="0" rIns="0" bIns="0" rtlCol="0" anchor="t"/>
          <a:lstStyle/>
          <a:p>
            <a:pPr marL="0" indent="0" algn="l">
              <a:lnSpc>
                <a:spcPts val="1730"/>
              </a:lnSpc>
              <a:buNone/>
            </a:pPr>
            <a:endParaRPr lang="en-US" sz="1200" dirty="0"/>
          </a:p>
        </p:txBody>
      </p:sp>
      <p:sp>
        <p:nvSpPr>
          <p:cNvPr id="42" name="Text 13"/>
          <p:cNvSpPr/>
          <p:nvPr/>
        </p:nvSpPr>
        <p:spPr>
          <a:xfrm>
            <a:off x="749300" y="341908"/>
            <a:ext cx="11258551" cy="597892"/>
          </a:xfrm>
          <a:prstGeom prst="rect">
            <a:avLst/>
          </a:prstGeom>
          <a:noFill/>
        </p:spPr>
        <p:txBody>
          <a:bodyPr vert="horz" wrap="square" lIns="0" tIns="0" rIns="0" bIns="0" rtlCol="0" anchor="t"/>
          <a:lstStyle/>
          <a:p>
            <a:pPr marL="0" indent="0" algn="l">
              <a:lnSpc>
                <a:spcPts val="4610"/>
              </a:lnSpc>
              <a:buNone/>
            </a:pPr>
            <a:r>
              <a:rPr lang="en-US" sz="3200" b="1" dirty="0">
                <a:solidFill>
                  <a:srgbClr val="FFFFFF"/>
                </a:solidFill>
                <a:latin typeface="Poppins_Bold" pitchFamily="34" charset="0"/>
                <a:ea typeface="Poppins_Bold" pitchFamily="34" charset="-122"/>
                <a:cs typeface="Poppins_Bold" pitchFamily="34" charset="-120"/>
              </a:rPr>
              <a:t>Types Of Prompts</a:t>
            </a:r>
            <a:endParaRPr lang="en-US" sz="3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2"/>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3"/>
          <a:stretch>
            <a:fillRect/>
          </a:stretch>
        </p:blipFill>
        <p:spPr>
          <a:xfrm>
            <a:off x="0" y="0"/>
            <a:ext cx="12192000" cy="6858000"/>
          </a:xfrm>
          <a:prstGeom prst="rect">
            <a:avLst/>
          </a:prstGeom>
        </p:spPr>
      </p:pic>
      <p:pic>
        <p:nvPicPr>
          <p:cNvPr id="5" name="Image 3" descr="preencoded.png"/>
          <p:cNvPicPr>
            <a:picLocks noChangeAspect="1"/>
          </p:cNvPicPr>
          <p:nvPr/>
        </p:nvPicPr>
        <p:blipFill>
          <a:blip r:embed="rId4"/>
          <a:stretch>
            <a:fillRect/>
          </a:stretch>
        </p:blipFill>
        <p:spPr>
          <a:xfrm>
            <a:off x="0" y="0"/>
            <a:ext cx="12192000" cy="6858000"/>
          </a:xfrm>
          <a:prstGeom prst="rect">
            <a:avLst/>
          </a:prstGeom>
        </p:spPr>
      </p:pic>
      <p:pic>
        <p:nvPicPr>
          <p:cNvPr id="6" name="Image 4" descr="preencoded.png"/>
          <p:cNvPicPr>
            <a:picLocks noChangeAspect="1"/>
          </p:cNvPicPr>
          <p:nvPr/>
        </p:nvPicPr>
        <p:blipFill>
          <a:blip r:embed="rId5"/>
          <a:stretch>
            <a:fillRect/>
          </a:stretch>
        </p:blipFill>
        <p:spPr>
          <a:xfrm>
            <a:off x="6146800" y="1790700"/>
            <a:ext cx="5016500" cy="1625600"/>
          </a:xfrm>
          <a:prstGeom prst="rect">
            <a:avLst/>
          </a:prstGeom>
        </p:spPr>
      </p:pic>
      <p:pic>
        <p:nvPicPr>
          <p:cNvPr id="7" name="Image 5" descr="preencoded.png"/>
          <p:cNvPicPr>
            <a:picLocks noChangeAspect="1"/>
          </p:cNvPicPr>
          <p:nvPr/>
        </p:nvPicPr>
        <p:blipFill>
          <a:blip r:embed="rId6"/>
          <a:stretch>
            <a:fillRect/>
          </a:stretch>
        </p:blipFill>
        <p:spPr>
          <a:xfrm>
            <a:off x="6235700" y="1397000"/>
            <a:ext cx="5016500" cy="368300"/>
          </a:xfrm>
          <a:prstGeom prst="rect">
            <a:avLst/>
          </a:prstGeom>
        </p:spPr>
      </p:pic>
      <p:pic>
        <p:nvPicPr>
          <p:cNvPr id="8" name="Image 6" descr="preencoded.png"/>
          <p:cNvPicPr>
            <a:picLocks noChangeAspect="1"/>
          </p:cNvPicPr>
          <p:nvPr/>
        </p:nvPicPr>
        <p:blipFill>
          <a:blip r:embed="rId7"/>
          <a:stretch>
            <a:fillRect/>
          </a:stretch>
        </p:blipFill>
        <p:spPr>
          <a:xfrm>
            <a:off x="6146800" y="4330700"/>
            <a:ext cx="5016500" cy="1638300"/>
          </a:xfrm>
          <a:prstGeom prst="rect">
            <a:avLst/>
          </a:prstGeom>
        </p:spPr>
      </p:pic>
      <p:pic>
        <p:nvPicPr>
          <p:cNvPr id="9" name="Image 7" descr="preencoded.png"/>
          <p:cNvPicPr>
            <a:picLocks noChangeAspect="1"/>
          </p:cNvPicPr>
          <p:nvPr/>
        </p:nvPicPr>
        <p:blipFill>
          <a:blip r:embed="rId6"/>
          <a:stretch>
            <a:fillRect/>
          </a:stretch>
        </p:blipFill>
        <p:spPr>
          <a:xfrm>
            <a:off x="6235700" y="3937000"/>
            <a:ext cx="5016500" cy="368300"/>
          </a:xfrm>
          <a:prstGeom prst="rect">
            <a:avLst/>
          </a:prstGeom>
        </p:spPr>
      </p:pic>
      <p:pic>
        <p:nvPicPr>
          <p:cNvPr id="10" name="Image 8" descr="preencoded.png"/>
          <p:cNvPicPr>
            <a:picLocks noChangeAspect="1"/>
          </p:cNvPicPr>
          <p:nvPr/>
        </p:nvPicPr>
        <p:blipFill>
          <a:blip r:embed="rId8"/>
          <a:stretch>
            <a:fillRect/>
          </a:stretch>
        </p:blipFill>
        <p:spPr>
          <a:xfrm>
            <a:off x="977900" y="2387600"/>
            <a:ext cx="3975100" cy="1231900"/>
          </a:xfrm>
          <a:prstGeom prst="rect">
            <a:avLst/>
          </a:prstGeom>
        </p:spPr>
      </p:pic>
      <p:pic>
        <p:nvPicPr>
          <p:cNvPr id="11" name="Image 9" descr="preencoded.png"/>
          <p:cNvPicPr>
            <a:picLocks noChangeAspect="1"/>
          </p:cNvPicPr>
          <p:nvPr/>
        </p:nvPicPr>
        <p:blipFill>
          <a:blip r:embed="rId9"/>
          <a:stretch>
            <a:fillRect/>
          </a:stretch>
        </p:blipFill>
        <p:spPr>
          <a:xfrm>
            <a:off x="1028700" y="1993900"/>
            <a:ext cx="711200" cy="76200"/>
          </a:xfrm>
          <a:prstGeom prst="rect">
            <a:avLst/>
          </a:prstGeom>
        </p:spPr>
      </p:pic>
      <p:pic>
        <p:nvPicPr>
          <p:cNvPr id="12" name="Image 10" descr="preencoded.png"/>
          <p:cNvPicPr>
            <a:picLocks noChangeAspect="1"/>
          </p:cNvPicPr>
          <p:nvPr/>
        </p:nvPicPr>
        <p:blipFill>
          <a:blip r:embed="rId10"/>
          <a:stretch>
            <a:fillRect/>
          </a:stretch>
        </p:blipFill>
        <p:spPr>
          <a:xfrm>
            <a:off x="6134100" y="1536700"/>
            <a:ext cx="88900" cy="88900"/>
          </a:xfrm>
          <a:prstGeom prst="rect">
            <a:avLst/>
          </a:prstGeom>
        </p:spPr>
      </p:pic>
      <p:pic>
        <p:nvPicPr>
          <p:cNvPr id="13" name="Image 11" descr="preencoded.png"/>
          <p:cNvPicPr>
            <a:picLocks noChangeAspect="1"/>
          </p:cNvPicPr>
          <p:nvPr/>
        </p:nvPicPr>
        <p:blipFill>
          <a:blip r:embed="rId11"/>
          <a:stretch>
            <a:fillRect/>
          </a:stretch>
        </p:blipFill>
        <p:spPr>
          <a:xfrm>
            <a:off x="6134100" y="4089400"/>
            <a:ext cx="88900" cy="88900"/>
          </a:xfrm>
          <a:prstGeom prst="rect">
            <a:avLst/>
          </a:prstGeom>
        </p:spPr>
      </p:pic>
      <p:sp>
        <p:nvSpPr>
          <p:cNvPr id="14" name="Text 0"/>
          <p:cNvSpPr/>
          <p:nvPr/>
        </p:nvSpPr>
        <p:spPr>
          <a:xfrm>
            <a:off x="6210300" y="1828800"/>
            <a:ext cx="5359401" cy="1371600"/>
          </a:xfrm>
          <a:prstGeom prst="rect">
            <a:avLst/>
          </a:prstGeom>
          <a:noFill/>
        </p:spPr>
        <p:txBody>
          <a:bodyPr vert="horz" wrap="square" lIns="0" tIns="0" rIns="0" bIns="0" rtlCol="0" anchor="t"/>
          <a:lstStyle/>
          <a:p>
            <a:pPr marL="0" indent="0" algn="l">
              <a:lnSpc>
                <a:spcPct val="150000"/>
              </a:lnSpc>
              <a:buNone/>
            </a:pPr>
            <a:r>
              <a:rPr lang="en-US" altLang="en-US" sz="1600" dirty="0">
                <a:solidFill>
                  <a:schemeClr val="bg1"/>
                </a:solidFill>
                <a:latin typeface="Times New Roman" panose="02020603050405020304" charset="0"/>
                <a:cs typeface="Times New Roman" panose="02020603050405020304" charset="0"/>
              </a:rPr>
              <a:t>It assigns a specific identity or expertise to the AI. It improves relevance and clarity.</a:t>
            </a:r>
            <a:endParaRPr lang="en-US" altLang="en-US" sz="1600" dirty="0">
              <a:solidFill>
                <a:schemeClr val="bg1"/>
              </a:solidFill>
              <a:latin typeface="Times New Roman" panose="02020603050405020304" charset="0"/>
              <a:cs typeface="Times New Roman" panose="02020603050405020304" charset="0"/>
            </a:endParaRPr>
          </a:p>
          <a:p>
            <a:pPr marL="0" indent="0" algn="l">
              <a:lnSpc>
                <a:spcPct val="100000"/>
              </a:lnSpc>
              <a:buNone/>
            </a:pPr>
            <a:endParaRPr lang="en-US" altLang="en-US" sz="1600" dirty="0">
              <a:solidFill>
                <a:schemeClr val="bg1"/>
              </a:solidFill>
              <a:latin typeface="Times New Roman" panose="02020603050405020304" charset="0"/>
              <a:cs typeface="Times New Roman" panose="02020603050405020304" charset="0"/>
            </a:endParaRPr>
          </a:p>
          <a:p>
            <a:pPr marL="0" indent="0" algn="l">
              <a:lnSpc>
                <a:spcPct val="100000"/>
              </a:lnSpc>
              <a:buNone/>
            </a:pPr>
            <a:r>
              <a:rPr lang="en-US" altLang="en-US" sz="1600" dirty="0">
                <a:solidFill>
                  <a:schemeClr val="bg1"/>
                </a:solidFill>
                <a:latin typeface="Times New Roman" panose="02020603050405020304" charset="0"/>
                <a:cs typeface="Times New Roman" panose="02020603050405020304" charset="0"/>
              </a:rPr>
              <a:t>Example:</a:t>
            </a:r>
            <a:endParaRPr lang="en-US" altLang="en-US" sz="1600" dirty="0">
              <a:solidFill>
                <a:schemeClr val="bg1"/>
              </a:solidFill>
              <a:latin typeface="Times New Roman" panose="02020603050405020304" charset="0"/>
              <a:cs typeface="Times New Roman" panose="02020603050405020304" charset="0"/>
            </a:endParaRPr>
          </a:p>
          <a:p>
            <a:pPr marL="285750" indent="-285750" algn="l">
              <a:lnSpc>
                <a:spcPct val="150000"/>
              </a:lnSpc>
              <a:buFont typeface="Arial" panose="020B0604020202020204" pitchFamily="34" charset="0"/>
              <a:buChar char="•"/>
            </a:pPr>
            <a:r>
              <a:rPr lang="en-US" altLang="en-US" sz="1600" dirty="0">
                <a:solidFill>
                  <a:schemeClr val="bg1"/>
                </a:solidFill>
                <a:latin typeface="Times New Roman" panose="02020603050405020304" charset="0"/>
                <a:cs typeface="Times New Roman" panose="02020603050405020304" charset="0"/>
              </a:rPr>
              <a:t>“You are a cybersecurity expert.”</a:t>
            </a:r>
            <a:endParaRPr lang="en-US" altLang="en-US" sz="1600" dirty="0">
              <a:solidFill>
                <a:schemeClr val="bg1"/>
              </a:solidFill>
              <a:latin typeface="Times New Roman" panose="02020603050405020304" charset="0"/>
              <a:cs typeface="Times New Roman" panose="02020603050405020304" charset="0"/>
            </a:endParaRPr>
          </a:p>
          <a:p>
            <a:pPr marL="285750" indent="-285750" algn="l">
              <a:lnSpc>
                <a:spcPct val="150000"/>
              </a:lnSpc>
              <a:buFont typeface="Arial" panose="020B0604020202020204" pitchFamily="34" charset="0"/>
              <a:buChar char="•"/>
            </a:pPr>
            <a:r>
              <a:rPr lang="en-US" altLang="en-US" sz="1600" dirty="0">
                <a:solidFill>
                  <a:schemeClr val="bg1"/>
                </a:solidFill>
                <a:latin typeface="Times New Roman" panose="02020603050405020304" charset="0"/>
                <a:cs typeface="Times New Roman" panose="02020603050405020304" charset="0"/>
              </a:rPr>
              <a:t>“You are a math teacher explaining to beginners.”</a:t>
            </a:r>
            <a:endParaRPr lang="en-US" altLang="en-US" sz="1600" dirty="0">
              <a:solidFill>
                <a:schemeClr val="bg1"/>
              </a:solidFill>
              <a:latin typeface="Times New Roman" panose="02020603050405020304" charset="0"/>
              <a:cs typeface="Times New Roman" panose="02020603050405020304" charset="0"/>
            </a:endParaRPr>
          </a:p>
        </p:txBody>
      </p:sp>
      <p:sp>
        <p:nvSpPr>
          <p:cNvPr id="15" name="Text 1"/>
          <p:cNvSpPr/>
          <p:nvPr/>
        </p:nvSpPr>
        <p:spPr>
          <a:xfrm>
            <a:off x="6299200" y="1435100"/>
            <a:ext cx="5734050" cy="274241"/>
          </a:xfrm>
          <a:prstGeom prst="rect">
            <a:avLst/>
          </a:prstGeom>
          <a:noFill/>
        </p:spPr>
        <p:txBody>
          <a:bodyPr vert="horz" wrap="square" lIns="0" tIns="0" rIns="0" bIns="0" rtlCol="0" anchor="t"/>
          <a:lstStyle/>
          <a:p>
            <a:pPr marL="0" indent="0" algn="l">
              <a:lnSpc>
                <a:spcPts val="2160"/>
              </a:lnSpc>
              <a:buNone/>
            </a:pPr>
            <a:r>
              <a:rPr lang="en-US" sz="1800" dirty="0">
                <a:solidFill>
                  <a:srgbClr val="56F0E8"/>
                </a:solidFill>
                <a:latin typeface="Outfit" pitchFamily="34" charset="0"/>
                <a:ea typeface="Outfit" pitchFamily="34" charset="-122"/>
                <a:cs typeface="Outfit" pitchFamily="34" charset="-120"/>
              </a:rPr>
              <a:t>Definition</a:t>
            </a:r>
            <a:endParaRPr lang="en-US" sz="1800" dirty="0"/>
          </a:p>
        </p:txBody>
      </p:sp>
      <p:sp>
        <p:nvSpPr>
          <p:cNvPr id="16" name="Text 2"/>
          <p:cNvSpPr/>
          <p:nvPr/>
        </p:nvSpPr>
        <p:spPr>
          <a:xfrm>
            <a:off x="6210300" y="4233545"/>
            <a:ext cx="4889500" cy="597535"/>
          </a:xfrm>
          <a:prstGeom prst="rect">
            <a:avLst/>
          </a:prstGeom>
          <a:noFill/>
        </p:spPr>
        <p:txBody>
          <a:bodyPr vert="horz" wrap="square" lIns="0" tIns="0" rIns="0" bIns="0" rtlCol="0" anchor="t"/>
          <a:lstStyle/>
          <a:p>
            <a:pPr indent="0" algn="l">
              <a:lnSpc>
                <a:spcPct val="100000"/>
              </a:lnSpc>
              <a:buFont typeface="Arial" panose="020B0604020202020204" pitchFamily="34" charset="0"/>
              <a:buNone/>
            </a:pPr>
            <a:endParaRPr lang="en-US" altLang="en-US" sz="1600" dirty="0">
              <a:solidFill>
                <a:schemeClr val="bg1"/>
              </a:solidFill>
              <a:latin typeface="Times New Roman" panose="02020603050405020304" charset="0"/>
              <a:cs typeface="Times New Roman" panose="02020603050405020304" charset="0"/>
            </a:endParaRPr>
          </a:p>
          <a:p>
            <a:pPr marL="285750" indent="-285750" algn="l">
              <a:lnSpc>
                <a:spcPct val="100000"/>
              </a:lnSpc>
              <a:buFont typeface="Arial" panose="020B0604020202020204" pitchFamily="34" charset="0"/>
              <a:buChar char="•"/>
            </a:pPr>
            <a:r>
              <a:rPr lang="en-US" altLang="en-US" sz="1600" dirty="0">
                <a:solidFill>
                  <a:schemeClr val="bg1"/>
                </a:solidFill>
                <a:latin typeface="Times New Roman" panose="02020603050405020304" charset="0"/>
                <a:cs typeface="Times New Roman" panose="02020603050405020304" charset="0"/>
              </a:rPr>
              <a:t>Expert</a:t>
            </a:r>
            <a:endParaRPr lang="en-US" altLang="en-US" sz="1600" dirty="0">
              <a:solidFill>
                <a:schemeClr val="bg1"/>
              </a:solidFill>
              <a:latin typeface="Times New Roman" panose="02020603050405020304" charset="0"/>
              <a:cs typeface="Times New Roman" panose="02020603050405020304" charset="0"/>
            </a:endParaRPr>
          </a:p>
          <a:p>
            <a:pPr marL="285750" indent="-285750" algn="l">
              <a:lnSpc>
                <a:spcPct val="100000"/>
              </a:lnSpc>
              <a:buFont typeface="Arial" panose="020B0604020202020204" pitchFamily="34" charset="0"/>
              <a:buChar char="•"/>
            </a:pPr>
            <a:endParaRPr lang="en-US" altLang="en-US" sz="1600" dirty="0">
              <a:solidFill>
                <a:schemeClr val="bg1"/>
              </a:solidFill>
              <a:latin typeface="Times New Roman" panose="02020603050405020304" charset="0"/>
              <a:cs typeface="Times New Roman" panose="02020603050405020304" charset="0"/>
            </a:endParaRPr>
          </a:p>
          <a:p>
            <a:pPr marL="285750" indent="-285750" algn="l">
              <a:lnSpc>
                <a:spcPct val="100000"/>
              </a:lnSpc>
              <a:buFont typeface="Arial" panose="020B0604020202020204" pitchFamily="34" charset="0"/>
              <a:buChar char="•"/>
            </a:pPr>
            <a:r>
              <a:rPr lang="en-US" altLang="en-US" sz="1600" dirty="0">
                <a:solidFill>
                  <a:schemeClr val="bg1"/>
                </a:solidFill>
                <a:latin typeface="Times New Roman" panose="02020603050405020304" charset="0"/>
                <a:cs typeface="Times New Roman" panose="02020603050405020304" charset="0"/>
              </a:rPr>
              <a:t>Reviewer</a:t>
            </a:r>
            <a:endParaRPr lang="en-US" altLang="en-US" sz="1600" dirty="0">
              <a:solidFill>
                <a:schemeClr val="bg1"/>
              </a:solidFill>
              <a:latin typeface="Times New Roman" panose="02020603050405020304" charset="0"/>
              <a:cs typeface="Times New Roman" panose="02020603050405020304" charset="0"/>
            </a:endParaRPr>
          </a:p>
          <a:p>
            <a:pPr indent="0" algn="l">
              <a:lnSpc>
                <a:spcPct val="100000"/>
              </a:lnSpc>
              <a:buFont typeface="Arial" panose="020B0604020202020204" pitchFamily="34" charset="0"/>
              <a:buNone/>
            </a:pPr>
            <a:endParaRPr lang="en-US" altLang="en-US" sz="1600" dirty="0">
              <a:solidFill>
                <a:schemeClr val="bg1"/>
              </a:solidFill>
              <a:latin typeface="Times New Roman" panose="02020603050405020304" charset="0"/>
              <a:cs typeface="Times New Roman" panose="02020603050405020304" charset="0"/>
            </a:endParaRPr>
          </a:p>
          <a:p>
            <a:pPr marL="285750" indent="-285750" algn="l">
              <a:lnSpc>
                <a:spcPct val="100000"/>
              </a:lnSpc>
              <a:buFont typeface="Arial" panose="020B0604020202020204" pitchFamily="34" charset="0"/>
              <a:buChar char="•"/>
            </a:pPr>
            <a:r>
              <a:rPr lang="en-US" altLang="en-US" sz="1600" dirty="0">
                <a:solidFill>
                  <a:schemeClr val="bg1"/>
                </a:solidFill>
                <a:latin typeface="Times New Roman" panose="02020603050405020304" charset="0"/>
                <a:cs typeface="Times New Roman" panose="02020603050405020304" charset="0"/>
              </a:rPr>
              <a:t>Assistant</a:t>
            </a:r>
            <a:endParaRPr lang="en-US" altLang="en-US" sz="1600" dirty="0">
              <a:solidFill>
                <a:schemeClr val="bg1"/>
              </a:solidFill>
              <a:latin typeface="Times New Roman" panose="02020603050405020304" charset="0"/>
              <a:cs typeface="Times New Roman" panose="02020603050405020304" charset="0"/>
            </a:endParaRPr>
          </a:p>
          <a:p>
            <a:pPr marL="285750" indent="-285750" algn="l">
              <a:lnSpc>
                <a:spcPct val="100000"/>
              </a:lnSpc>
              <a:buFont typeface="Arial" panose="020B0604020202020204" pitchFamily="34" charset="0"/>
              <a:buChar char="•"/>
            </a:pPr>
            <a:endParaRPr lang="en-US" altLang="en-US" sz="1600" dirty="0">
              <a:solidFill>
                <a:schemeClr val="bg1"/>
              </a:solidFill>
              <a:latin typeface="Times New Roman" panose="02020603050405020304" charset="0"/>
              <a:cs typeface="Times New Roman" panose="02020603050405020304" charset="0"/>
            </a:endParaRPr>
          </a:p>
          <a:p>
            <a:pPr marL="285750" indent="-285750" algn="l">
              <a:lnSpc>
                <a:spcPct val="100000"/>
              </a:lnSpc>
              <a:buFont typeface="Arial" panose="020B0604020202020204" pitchFamily="34" charset="0"/>
              <a:buChar char="•"/>
            </a:pPr>
            <a:r>
              <a:rPr lang="en-US" altLang="en-US" sz="1600" dirty="0">
                <a:solidFill>
                  <a:schemeClr val="bg1"/>
                </a:solidFill>
                <a:latin typeface="Times New Roman" panose="02020603050405020304" charset="0"/>
                <a:cs typeface="Times New Roman" panose="02020603050405020304" charset="0"/>
              </a:rPr>
              <a:t>Critic</a:t>
            </a:r>
            <a:endParaRPr lang="en-US" altLang="en-US" sz="1600" dirty="0">
              <a:solidFill>
                <a:schemeClr val="bg1"/>
              </a:solidFill>
              <a:latin typeface="Times New Roman" panose="02020603050405020304" charset="0"/>
              <a:cs typeface="Times New Roman" panose="02020603050405020304" charset="0"/>
            </a:endParaRPr>
          </a:p>
          <a:p>
            <a:pPr marL="0" indent="0" algn="l">
              <a:lnSpc>
                <a:spcPts val="1800"/>
              </a:lnSpc>
              <a:buNone/>
            </a:pPr>
            <a:endParaRPr lang="en-US" altLang="en-US" sz="1600" dirty="0">
              <a:solidFill>
                <a:schemeClr val="bg1"/>
              </a:solidFill>
              <a:latin typeface="Times New Roman" panose="02020603050405020304" charset="0"/>
              <a:cs typeface="Times New Roman" panose="02020603050405020304" charset="0"/>
            </a:endParaRPr>
          </a:p>
        </p:txBody>
      </p:sp>
      <p:sp>
        <p:nvSpPr>
          <p:cNvPr id="17" name="Text 3"/>
          <p:cNvSpPr/>
          <p:nvPr/>
        </p:nvSpPr>
        <p:spPr>
          <a:xfrm>
            <a:off x="3404235" y="5024120"/>
            <a:ext cx="2246630" cy="490220"/>
          </a:xfrm>
          <a:prstGeom prst="rect">
            <a:avLst/>
          </a:prstGeom>
          <a:noFill/>
        </p:spPr>
        <p:txBody>
          <a:bodyPr vert="horz" wrap="square" lIns="0" tIns="0" rIns="0" bIns="0" rtlCol="0" anchor="t"/>
          <a:lstStyle/>
          <a:p>
            <a:pPr marL="0" indent="0" algn="l">
              <a:lnSpc>
                <a:spcPts val="1800"/>
              </a:lnSpc>
              <a:buNone/>
            </a:pPr>
            <a:endParaRPr lang="en-US" sz="1200" dirty="0"/>
          </a:p>
        </p:txBody>
      </p:sp>
      <p:sp>
        <p:nvSpPr>
          <p:cNvPr id="18" name="Text 4"/>
          <p:cNvSpPr/>
          <p:nvPr/>
        </p:nvSpPr>
        <p:spPr>
          <a:xfrm flipV="1">
            <a:off x="6210300" y="6099175"/>
            <a:ext cx="4889500" cy="299085"/>
          </a:xfrm>
          <a:prstGeom prst="rect">
            <a:avLst/>
          </a:prstGeom>
          <a:noFill/>
        </p:spPr>
        <p:txBody>
          <a:bodyPr vert="horz" wrap="square" lIns="0" tIns="0" rIns="0" bIns="0" rtlCol="0" anchor="t"/>
          <a:lstStyle/>
          <a:p>
            <a:pPr marL="0" indent="0" algn="l">
              <a:lnSpc>
                <a:spcPts val="1800"/>
              </a:lnSpc>
              <a:buNone/>
            </a:pPr>
            <a:endParaRPr lang="en-US" sz="1200" dirty="0"/>
          </a:p>
        </p:txBody>
      </p:sp>
      <p:sp>
        <p:nvSpPr>
          <p:cNvPr id="19" name="Text 5"/>
          <p:cNvSpPr/>
          <p:nvPr/>
        </p:nvSpPr>
        <p:spPr>
          <a:xfrm>
            <a:off x="6299200" y="3975100"/>
            <a:ext cx="5734050" cy="274241"/>
          </a:xfrm>
          <a:prstGeom prst="rect">
            <a:avLst/>
          </a:prstGeom>
          <a:noFill/>
        </p:spPr>
        <p:txBody>
          <a:bodyPr vert="horz" wrap="square" lIns="0" tIns="0" rIns="0" bIns="0" rtlCol="0" anchor="t"/>
          <a:lstStyle/>
          <a:p>
            <a:pPr marL="0" indent="0" algn="l">
              <a:lnSpc>
                <a:spcPts val="2160"/>
              </a:lnSpc>
              <a:buNone/>
            </a:pPr>
            <a:r>
              <a:rPr lang="en-US" sz="1800" dirty="0">
                <a:solidFill>
                  <a:srgbClr val="D3F87B"/>
                </a:solidFill>
                <a:latin typeface="Outfit" pitchFamily="34" charset="0"/>
                <a:ea typeface="Outfit" pitchFamily="34" charset="-122"/>
                <a:cs typeface="Outfit" pitchFamily="34" charset="-120"/>
              </a:rPr>
              <a:t>Shapes</a:t>
            </a:r>
            <a:endParaRPr lang="en-US" sz="1800" dirty="0"/>
          </a:p>
        </p:txBody>
      </p:sp>
      <p:sp>
        <p:nvSpPr>
          <p:cNvPr id="20" name="Text 6"/>
          <p:cNvSpPr/>
          <p:nvPr/>
        </p:nvSpPr>
        <p:spPr>
          <a:xfrm>
            <a:off x="990600" y="2425700"/>
            <a:ext cx="4038600" cy="1195784"/>
          </a:xfrm>
          <a:prstGeom prst="rect">
            <a:avLst/>
          </a:prstGeom>
          <a:noFill/>
        </p:spPr>
        <p:txBody>
          <a:bodyPr vert="horz" wrap="square" lIns="0" tIns="0" rIns="0" bIns="0" rtlCol="0" anchor="t"/>
          <a:lstStyle/>
          <a:p>
            <a:pPr marL="0" indent="0" algn="l">
              <a:lnSpc>
                <a:spcPts val="4610"/>
              </a:lnSpc>
              <a:buNone/>
            </a:pPr>
            <a:r>
              <a:rPr lang="en-US" sz="3200" b="1" dirty="0">
                <a:solidFill>
                  <a:srgbClr val="FFFFFF"/>
                </a:solidFill>
                <a:latin typeface="Poppins_Bold" pitchFamily="34" charset="0"/>
                <a:ea typeface="Poppins_Bold" pitchFamily="34" charset="-122"/>
                <a:cs typeface="Poppins_Bold" pitchFamily="34" charset="-120"/>
              </a:rPr>
              <a:t>Role Prompting </a:t>
            </a:r>
            <a:endParaRPr lang="en-US" sz="3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2"/>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3"/>
          <a:stretch>
            <a:fillRect/>
          </a:stretch>
        </p:blipFill>
        <p:spPr>
          <a:xfrm>
            <a:off x="0" y="0"/>
            <a:ext cx="12192000" cy="6858000"/>
          </a:xfrm>
          <a:prstGeom prst="rect">
            <a:avLst/>
          </a:prstGeom>
        </p:spPr>
      </p:pic>
      <p:pic>
        <p:nvPicPr>
          <p:cNvPr id="5" name="Image 3" descr="preencoded.png"/>
          <p:cNvPicPr>
            <a:picLocks noChangeAspect="1"/>
          </p:cNvPicPr>
          <p:nvPr/>
        </p:nvPicPr>
        <p:blipFill>
          <a:blip r:embed="rId4"/>
          <a:stretch>
            <a:fillRect/>
          </a:stretch>
        </p:blipFill>
        <p:spPr>
          <a:xfrm>
            <a:off x="0" y="0"/>
            <a:ext cx="12192000" cy="6858000"/>
          </a:xfrm>
          <a:prstGeom prst="rect">
            <a:avLst/>
          </a:prstGeom>
        </p:spPr>
      </p:pic>
      <p:pic>
        <p:nvPicPr>
          <p:cNvPr id="6" name="Image 4" descr="preencoded.png"/>
          <p:cNvPicPr>
            <a:picLocks noChangeAspect="1"/>
          </p:cNvPicPr>
          <p:nvPr/>
        </p:nvPicPr>
        <p:blipFill>
          <a:blip r:embed="rId5"/>
          <a:stretch>
            <a:fillRect/>
          </a:stretch>
        </p:blipFill>
        <p:spPr>
          <a:xfrm>
            <a:off x="812800" y="304800"/>
            <a:ext cx="8686801" cy="1231900"/>
          </a:xfrm>
          <a:prstGeom prst="rect">
            <a:avLst/>
          </a:prstGeom>
        </p:spPr>
      </p:pic>
      <p:pic>
        <p:nvPicPr>
          <p:cNvPr id="7" name="Image 5" descr="preencoded.png"/>
          <p:cNvPicPr>
            <a:picLocks noChangeAspect="1"/>
          </p:cNvPicPr>
          <p:nvPr/>
        </p:nvPicPr>
        <p:blipFill>
          <a:blip r:embed="rId6"/>
          <a:stretch>
            <a:fillRect/>
          </a:stretch>
        </p:blipFill>
        <p:spPr>
          <a:xfrm>
            <a:off x="552450" y="501650"/>
            <a:ext cx="101600" cy="368300"/>
          </a:xfrm>
          <a:prstGeom prst="rect">
            <a:avLst/>
          </a:prstGeom>
        </p:spPr>
      </p:pic>
      <p:pic>
        <p:nvPicPr>
          <p:cNvPr id="8" name="Image 6" descr="preencoded.png"/>
          <p:cNvPicPr>
            <a:picLocks noChangeAspect="1"/>
          </p:cNvPicPr>
          <p:nvPr/>
        </p:nvPicPr>
        <p:blipFill>
          <a:blip r:embed="rId7"/>
          <a:stretch>
            <a:fillRect/>
          </a:stretch>
        </p:blipFill>
        <p:spPr>
          <a:xfrm>
            <a:off x="6515100" y="3136900"/>
            <a:ext cx="3429000" cy="1955800"/>
          </a:xfrm>
          <a:prstGeom prst="rect">
            <a:avLst/>
          </a:prstGeom>
        </p:spPr>
      </p:pic>
      <p:pic>
        <p:nvPicPr>
          <p:cNvPr id="9" name="Image 7" descr="preencoded.png"/>
          <p:cNvPicPr>
            <a:picLocks noChangeAspect="1"/>
          </p:cNvPicPr>
          <p:nvPr/>
        </p:nvPicPr>
        <p:blipFill>
          <a:blip r:embed="rId7"/>
          <a:stretch>
            <a:fillRect/>
          </a:stretch>
        </p:blipFill>
        <p:spPr>
          <a:xfrm>
            <a:off x="2235200" y="3136900"/>
            <a:ext cx="3429000" cy="1955800"/>
          </a:xfrm>
          <a:prstGeom prst="rect">
            <a:avLst/>
          </a:prstGeom>
        </p:spPr>
      </p:pic>
      <p:pic>
        <p:nvPicPr>
          <p:cNvPr id="10" name="Image 8" descr="preencoded.png"/>
          <p:cNvPicPr>
            <a:picLocks noChangeAspect="1"/>
          </p:cNvPicPr>
          <p:nvPr/>
        </p:nvPicPr>
        <p:blipFill>
          <a:blip r:embed="rId8"/>
          <a:stretch>
            <a:fillRect/>
          </a:stretch>
        </p:blipFill>
        <p:spPr>
          <a:xfrm>
            <a:off x="2235200" y="2667000"/>
            <a:ext cx="3429000" cy="584200"/>
          </a:xfrm>
          <a:prstGeom prst="rect">
            <a:avLst/>
          </a:prstGeom>
        </p:spPr>
      </p:pic>
      <p:pic>
        <p:nvPicPr>
          <p:cNvPr id="11" name="Image 9" descr="preencoded.png"/>
          <p:cNvPicPr>
            <a:picLocks noChangeAspect="1"/>
          </p:cNvPicPr>
          <p:nvPr/>
        </p:nvPicPr>
        <p:blipFill>
          <a:blip r:embed="rId8"/>
          <a:stretch>
            <a:fillRect/>
          </a:stretch>
        </p:blipFill>
        <p:spPr>
          <a:xfrm>
            <a:off x="6515100" y="2667000"/>
            <a:ext cx="3429000" cy="584200"/>
          </a:xfrm>
          <a:prstGeom prst="rect">
            <a:avLst/>
          </a:prstGeom>
        </p:spPr>
      </p:pic>
      <p:pic>
        <p:nvPicPr>
          <p:cNvPr id="12" name="Image 10" descr="preencoded.png"/>
          <p:cNvPicPr>
            <a:picLocks noChangeAspect="1"/>
          </p:cNvPicPr>
          <p:nvPr/>
        </p:nvPicPr>
        <p:blipFill>
          <a:blip r:embed="rId9"/>
          <a:stretch>
            <a:fillRect/>
          </a:stretch>
        </p:blipFill>
        <p:spPr>
          <a:xfrm>
            <a:off x="2046143" y="1868343"/>
            <a:ext cx="1038514" cy="1038514"/>
          </a:xfrm>
          <a:prstGeom prst="rect">
            <a:avLst/>
          </a:prstGeom>
        </p:spPr>
      </p:pic>
      <p:pic>
        <p:nvPicPr>
          <p:cNvPr id="13" name="Image 11" descr="preencoded.png"/>
          <p:cNvPicPr>
            <a:picLocks noChangeAspect="1"/>
          </p:cNvPicPr>
          <p:nvPr/>
        </p:nvPicPr>
        <p:blipFill>
          <a:blip r:embed="rId10"/>
          <a:stretch>
            <a:fillRect/>
          </a:stretch>
        </p:blipFill>
        <p:spPr>
          <a:xfrm>
            <a:off x="6336578" y="1866178"/>
            <a:ext cx="979345" cy="979344"/>
          </a:xfrm>
          <a:prstGeom prst="rect">
            <a:avLst/>
          </a:prstGeom>
        </p:spPr>
      </p:pic>
      <p:sp>
        <p:nvSpPr>
          <p:cNvPr id="14" name="Text 0"/>
          <p:cNvSpPr/>
          <p:nvPr/>
        </p:nvSpPr>
        <p:spPr>
          <a:xfrm>
            <a:off x="901700" y="406400"/>
            <a:ext cx="9862820" cy="1195705"/>
          </a:xfrm>
          <a:prstGeom prst="rect">
            <a:avLst/>
          </a:prstGeom>
          <a:noFill/>
        </p:spPr>
        <p:txBody>
          <a:bodyPr vert="horz" wrap="square" lIns="0" tIns="0" rIns="0" bIns="0" rtlCol="0" anchor="t"/>
          <a:lstStyle/>
          <a:p>
            <a:pPr marL="0" indent="0" algn="l">
              <a:lnSpc>
                <a:spcPts val="4610"/>
              </a:lnSpc>
              <a:buNone/>
            </a:pPr>
            <a:r>
              <a:rPr lang="en-US" sz="3200" b="1" dirty="0">
                <a:solidFill>
                  <a:srgbClr val="FFFFFF"/>
                </a:solidFill>
                <a:latin typeface="Poppins_Bold" pitchFamily="34" charset="0"/>
                <a:ea typeface="Poppins_Bold" pitchFamily="34" charset="-122"/>
                <a:cs typeface="Poppins_Bold" pitchFamily="34" charset="-120"/>
              </a:rPr>
              <a:t>Instruction Clarity </a:t>
            </a:r>
            <a:endParaRPr lang="en-US" sz="3200" dirty="0"/>
          </a:p>
        </p:txBody>
      </p:sp>
      <p:sp>
        <p:nvSpPr>
          <p:cNvPr id="15" name="Text 1"/>
          <p:cNvSpPr/>
          <p:nvPr/>
        </p:nvSpPr>
        <p:spPr>
          <a:xfrm>
            <a:off x="6629400" y="3251200"/>
            <a:ext cx="3818890" cy="1143000"/>
          </a:xfrm>
          <a:prstGeom prst="rect">
            <a:avLst/>
          </a:prstGeom>
          <a:noFill/>
        </p:spPr>
        <p:txBody>
          <a:bodyPr vert="horz" wrap="square" lIns="0" tIns="0" rIns="0" bIns="0" rtlCol="0" anchor="t"/>
          <a:lstStyle/>
          <a:p>
            <a:pPr marL="0" indent="0" algn="l">
              <a:lnSpc>
                <a:spcPts val="1800"/>
              </a:lnSpc>
              <a:buNone/>
            </a:pPr>
            <a:r>
              <a:rPr lang="en-US" altLang="en-US" sz="1600" dirty="0">
                <a:solidFill>
                  <a:schemeClr val="bg1"/>
                </a:solidFill>
                <a:latin typeface="Times New Roman" panose="02020603050405020304" charset="0"/>
                <a:ea typeface="Outfit" pitchFamily="34" charset="-122"/>
                <a:cs typeface="Times New Roman" panose="02020603050405020304" charset="0"/>
              </a:rPr>
              <a:t>Adding constraints:</a:t>
            </a:r>
            <a:endParaRPr lang="en-US" altLang="en-US" sz="1600" dirty="0">
              <a:solidFill>
                <a:schemeClr val="bg1"/>
              </a:solidFill>
              <a:latin typeface="Times New Roman" panose="02020603050405020304" charset="0"/>
              <a:ea typeface="Outfit" pitchFamily="34" charset="-122"/>
              <a:cs typeface="Times New Roman" panose="02020603050405020304" charset="0"/>
            </a:endParaRPr>
          </a:p>
          <a:p>
            <a:pPr marL="0" indent="0" algn="l">
              <a:lnSpc>
                <a:spcPts val="1800"/>
              </a:lnSpc>
              <a:buNone/>
            </a:pPr>
            <a:endParaRPr lang="en-US" altLang="en-US" sz="1600" dirty="0">
              <a:solidFill>
                <a:schemeClr val="bg1"/>
              </a:solidFill>
              <a:latin typeface="Times New Roman" panose="02020603050405020304" charset="0"/>
              <a:ea typeface="Outfit" pitchFamily="34" charset="-122"/>
              <a:cs typeface="Times New Roman" panose="02020603050405020304" charset="0"/>
            </a:endParaRPr>
          </a:p>
          <a:p>
            <a:pPr marL="285750" indent="-285750" algn="l">
              <a:lnSpc>
                <a:spcPts val="1800"/>
              </a:lnSpc>
              <a:buFont typeface="Arial" panose="020B0604020202020204" pitchFamily="34" charset="0"/>
              <a:buChar char="•"/>
            </a:pPr>
            <a:r>
              <a:rPr lang="en-US" altLang="en-US" sz="1600" dirty="0">
                <a:solidFill>
                  <a:schemeClr val="bg1"/>
                </a:solidFill>
                <a:latin typeface="Times New Roman" panose="02020603050405020304" charset="0"/>
                <a:ea typeface="Outfit" pitchFamily="34" charset="-122"/>
                <a:cs typeface="Times New Roman" panose="02020603050405020304" charset="0"/>
              </a:rPr>
              <a:t>Word limit</a:t>
            </a:r>
            <a:endParaRPr lang="en-US" altLang="en-US" sz="1600" dirty="0">
              <a:solidFill>
                <a:schemeClr val="bg1"/>
              </a:solidFill>
              <a:latin typeface="Times New Roman" panose="02020603050405020304" charset="0"/>
              <a:ea typeface="Outfit" pitchFamily="34" charset="-122"/>
              <a:cs typeface="Times New Roman" panose="02020603050405020304" charset="0"/>
            </a:endParaRPr>
          </a:p>
          <a:p>
            <a:pPr marL="285750" indent="-285750" algn="l">
              <a:lnSpc>
                <a:spcPts val="1800"/>
              </a:lnSpc>
              <a:buFont typeface="Arial" panose="020B0604020202020204" pitchFamily="34" charset="0"/>
              <a:buChar char="•"/>
            </a:pPr>
            <a:endParaRPr lang="en-US" altLang="en-US" sz="1600" dirty="0">
              <a:solidFill>
                <a:schemeClr val="bg1"/>
              </a:solidFill>
              <a:latin typeface="Times New Roman" panose="02020603050405020304" charset="0"/>
              <a:ea typeface="Outfit" pitchFamily="34" charset="-122"/>
              <a:cs typeface="Times New Roman" panose="02020603050405020304" charset="0"/>
            </a:endParaRPr>
          </a:p>
          <a:p>
            <a:pPr marL="285750" indent="-285750" algn="l">
              <a:lnSpc>
                <a:spcPts val="1800"/>
              </a:lnSpc>
              <a:buFont typeface="Arial" panose="020B0604020202020204" pitchFamily="34" charset="0"/>
              <a:buChar char="•"/>
            </a:pPr>
            <a:r>
              <a:rPr lang="en-US" altLang="en-US" sz="1600" dirty="0">
                <a:solidFill>
                  <a:schemeClr val="bg1"/>
                </a:solidFill>
                <a:latin typeface="Times New Roman" panose="02020603050405020304" charset="0"/>
                <a:ea typeface="Outfit" pitchFamily="34" charset="-122"/>
                <a:cs typeface="Times New Roman" panose="02020603050405020304" charset="0"/>
              </a:rPr>
              <a:t>Sentence Limit</a:t>
            </a:r>
            <a:endParaRPr lang="en-US" altLang="en-US" sz="1600" dirty="0">
              <a:solidFill>
                <a:schemeClr val="bg1"/>
              </a:solidFill>
              <a:latin typeface="Times New Roman" panose="02020603050405020304" charset="0"/>
              <a:ea typeface="Outfit" pitchFamily="34" charset="-122"/>
              <a:cs typeface="Times New Roman" panose="02020603050405020304" charset="0"/>
            </a:endParaRPr>
          </a:p>
          <a:p>
            <a:pPr marL="285750" indent="-285750" algn="l">
              <a:lnSpc>
                <a:spcPts val="1800"/>
              </a:lnSpc>
              <a:buFont typeface="Arial" panose="020B0604020202020204" pitchFamily="34" charset="0"/>
              <a:buChar char="•"/>
            </a:pPr>
            <a:endParaRPr lang="en-US" altLang="en-US" sz="1600" dirty="0">
              <a:solidFill>
                <a:schemeClr val="bg1"/>
              </a:solidFill>
              <a:latin typeface="Times New Roman" panose="02020603050405020304" charset="0"/>
              <a:ea typeface="Outfit" pitchFamily="34" charset="-122"/>
              <a:cs typeface="Times New Roman" panose="02020603050405020304" charset="0"/>
            </a:endParaRPr>
          </a:p>
          <a:p>
            <a:pPr marL="285750" indent="-285750" algn="l">
              <a:lnSpc>
                <a:spcPts val="1800"/>
              </a:lnSpc>
              <a:buFont typeface="Arial" panose="020B0604020202020204" pitchFamily="34" charset="0"/>
              <a:buChar char="•"/>
            </a:pPr>
            <a:r>
              <a:rPr lang="en-US" altLang="en-US" sz="1600" dirty="0">
                <a:solidFill>
                  <a:schemeClr val="bg1"/>
                </a:solidFill>
                <a:latin typeface="Times New Roman" panose="02020603050405020304" charset="0"/>
                <a:ea typeface="Outfit" pitchFamily="34" charset="-122"/>
                <a:cs typeface="Times New Roman" panose="02020603050405020304" charset="0"/>
              </a:rPr>
              <a:t>Output format</a:t>
            </a:r>
            <a:endParaRPr lang="en-US" altLang="en-US" sz="1600" dirty="0">
              <a:solidFill>
                <a:schemeClr val="bg1"/>
              </a:solidFill>
              <a:latin typeface="Times New Roman" panose="02020603050405020304" charset="0"/>
              <a:ea typeface="Outfit" pitchFamily="34" charset="-122"/>
              <a:cs typeface="Times New Roman" panose="02020603050405020304" charset="0"/>
            </a:endParaRPr>
          </a:p>
          <a:p>
            <a:pPr marL="285750" indent="-285750" algn="l">
              <a:lnSpc>
                <a:spcPts val="1800"/>
              </a:lnSpc>
              <a:buFont typeface="Arial" panose="020B0604020202020204" pitchFamily="34" charset="0"/>
              <a:buChar char="•"/>
            </a:pPr>
            <a:endParaRPr lang="en-US" altLang="en-US" sz="1600" dirty="0">
              <a:solidFill>
                <a:schemeClr val="bg1"/>
              </a:solidFill>
              <a:latin typeface="Times New Roman" panose="02020603050405020304" charset="0"/>
              <a:ea typeface="Outfit" pitchFamily="34" charset="-122"/>
              <a:cs typeface="Times New Roman" panose="02020603050405020304" charset="0"/>
            </a:endParaRPr>
          </a:p>
          <a:p>
            <a:pPr marL="285750" indent="-285750" algn="l">
              <a:lnSpc>
                <a:spcPts val="1800"/>
              </a:lnSpc>
              <a:buFont typeface="Arial" panose="020B0604020202020204" pitchFamily="34" charset="0"/>
              <a:buChar char="•"/>
            </a:pPr>
            <a:r>
              <a:rPr lang="en-US" altLang="en-US" sz="1600" dirty="0">
                <a:solidFill>
                  <a:schemeClr val="bg1"/>
                </a:solidFill>
                <a:latin typeface="Times New Roman" panose="02020603050405020304" charset="0"/>
                <a:ea typeface="Outfit" pitchFamily="34" charset="-122"/>
                <a:cs typeface="Times New Roman" panose="02020603050405020304" charset="0"/>
              </a:rPr>
              <a:t>Style</a:t>
            </a:r>
            <a:endParaRPr lang="en-US" altLang="en-US" sz="1600" dirty="0">
              <a:solidFill>
                <a:schemeClr val="bg1"/>
              </a:solidFill>
              <a:latin typeface="Times New Roman" panose="02020603050405020304" charset="0"/>
              <a:ea typeface="Outfit" pitchFamily="34" charset="-122"/>
              <a:cs typeface="Times New Roman" panose="02020603050405020304" charset="0"/>
            </a:endParaRPr>
          </a:p>
          <a:p>
            <a:pPr marL="285750" indent="-285750" algn="l">
              <a:lnSpc>
                <a:spcPts val="1800"/>
              </a:lnSpc>
              <a:buFont typeface="Arial" panose="020B0604020202020204" pitchFamily="34" charset="0"/>
              <a:buChar char="•"/>
            </a:pPr>
            <a:endParaRPr lang="en-US" altLang="en-US" sz="1600" dirty="0">
              <a:solidFill>
                <a:schemeClr val="bg1"/>
              </a:solidFill>
              <a:latin typeface="Times New Roman" panose="02020603050405020304" charset="0"/>
              <a:ea typeface="Outfit" pitchFamily="34" charset="-122"/>
              <a:cs typeface="Times New Roman" panose="02020603050405020304" charset="0"/>
            </a:endParaRPr>
          </a:p>
          <a:p>
            <a:pPr marL="285750" indent="-285750" algn="l">
              <a:lnSpc>
                <a:spcPts val="1800"/>
              </a:lnSpc>
              <a:buFont typeface="Arial" panose="020B0604020202020204" pitchFamily="34" charset="0"/>
              <a:buChar char="•"/>
            </a:pPr>
            <a:r>
              <a:rPr lang="en-US" altLang="en-US" sz="1600" dirty="0">
                <a:solidFill>
                  <a:schemeClr val="bg1"/>
                </a:solidFill>
                <a:latin typeface="Times New Roman" panose="02020603050405020304" charset="0"/>
                <a:ea typeface="Outfit" pitchFamily="34" charset="-122"/>
                <a:cs typeface="Times New Roman" panose="02020603050405020304" charset="0"/>
              </a:rPr>
              <a:t>Audience.</a:t>
            </a:r>
            <a:endParaRPr lang="en-US" altLang="en-US" sz="1600" dirty="0">
              <a:solidFill>
                <a:schemeClr val="bg1"/>
              </a:solidFill>
              <a:latin typeface="Times New Roman" panose="02020603050405020304" charset="0"/>
              <a:ea typeface="Outfit" pitchFamily="34" charset="-122"/>
              <a:cs typeface="Times New Roman" panose="02020603050405020304" charset="0"/>
            </a:endParaRPr>
          </a:p>
        </p:txBody>
      </p:sp>
      <p:sp>
        <p:nvSpPr>
          <p:cNvPr id="16" name="Text 2"/>
          <p:cNvSpPr/>
          <p:nvPr/>
        </p:nvSpPr>
        <p:spPr>
          <a:xfrm>
            <a:off x="6629400" y="5074285"/>
            <a:ext cx="3568700" cy="361315"/>
          </a:xfrm>
          <a:prstGeom prst="rect">
            <a:avLst/>
          </a:prstGeom>
          <a:noFill/>
        </p:spPr>
        <p:txBody>
          <a:bodyPr vert="horz" wrap="square" lIns="0" tIns="0" rIns="0" bIns="0" rtlCol="0" anchor="t"/>
          <a:lstStyle/>
          <a:p>
            <a:pPr marL="0" indent="0" algn="l">
              <a:lnSpc>
                <a:spcPts val="1800"/>
              </a:lnSpc>
              <a:buNone/>
            </a:pPr>
            <a:endParaRPr lang="en-US" sz="1200" dirty="0"/>
          </a:p>
        </p:txBody>
      </p:sp>
      <p:sp>
        <p:nvSpPr>
          <p:cNvPr id="17" name="Text 3"/>
          <p:cNvSpPr/>
          <p:nvPr/>
        </p:nvSpPr>
        <p:spPr>
          <a:xfrm>
            <a:off x="2349500" y="3251200"/>
            <a:ext cx="3568700" cy="914400"/>
          </a:xfrm>
          <a:prstGeom prst="rect">
            <a:avLst/>
          </a:prstGeom>
          <a:noFill/>
        </p:spPr>
        <p:txBody>
          <a:bodyPr vert="horz" wrap="square" lIns="0" tIns="0" rIns="0" bIns="0" rtlCol="0" anchor="t"/>
          <a:lstStyle/>
          <a:p>
            <a:pPr marL="0" indent="0" algn="l">
              <a:lnSpc>
                <a:spcPct val="150000"/>
              </a:lnSpc>
              <a:buNone/>
            </a:pPr>
            <a:r>
              <a:rPr lang="en-US" altLang="en-US" sz="1600" dirty="0">
                <a:solidFill>
                  <a:schemeClr val="bg1"/>
                </a:solidFill>
                <a:latin typeface="Times New Roman" panose="02020603050405020304" charset="0"/>
                <a:ea typeface="Outfit" pitchFamily="34" charset="-122"/>
                <a:cs typeface="Times New Roman" panose="02020603050405020304" charset="0"/>
              </a:rPr>
              <a:t>It helps the LLM model to perform better when they are specific as it reduces randomness and confusion.</a:t>
            </a:r>
            <a:endParaRPr lang="en-US" altLang="en-US" sz="1600" dirty="0">
              <a:solidFill>
                <a:schemeClr val="bg1"/>
              </a:solidFill>
              <a:latin typeface="Times New Roman" panose="02020603050405020304" charset="0"/>
              <a:ea typeface="Outfit" pitchFamily="34" charset="-122"/>
              <a:cs typeface="Times New Roman" panose="02020603050405020304" charset="0"/>
            </a:endParaRPr>
          </a:p>
          <a:p>
            <a:pPr marL="0" indent="0" algn="l">
              <a:lnSpc>
                <a:spcPct val="100000"/>
              </a:lnSpc>
              <a:buNone/>
            </a:pPr>
            <a:endParaRPr lang="en-US" altLang="en-US" sz="1600" dirty="0">
              <a:solidFill>
                <a:schemeClr val="bg1"/>
              </a:solidFill>
              <a:latin typeface="Times New Roman" panose="02020603050405020304" charset="0"/>
              <a:ea typeface="Outfit" pitchFamily="34" charset="-122"/>
              <a:cs typeface="Times New Roman" panose="02020603050405020304" charset="0"/>
            </a:endParaRPr>
          </a:p>
          <a:p>
            <a:pPr marL="0" indent="0" algn="l">
              <a:lnSpc>
                <a:spcPct val="100000"/>
              </a:lnSpc>
              <a:buNone/>
            </a:pPr>
            <a:r>
              <a:rPr lang="en-US" altLang="en-US" sz="1600" dirty="0">
                <a:solidFill>
                  <a:schemeClr val="bg1"/>
                </a:solidFill>
                <a:latin typeface="Times New Roman" panose="02020603050405020304" charset="0"/>
                <a:ea typeface="Outfit" pitchFamily="34" charset="-122"/>
                <a:cs typeface="Times New Roman" panose="02020603050405020304" charset="0"/>
              </a:rPr>
              <a:t>Weak instruction:</a:t>
            </a:r>
            <a:endParaRPr lang="en-US" altLang="en-US" sz="1600" dirty="0">
              <a:solidFill>
                <a:schemeClr val="bg1"/>
              </a:solidFill>
              <a:latin typeface="Times New Roman" panose="02020603050405020304" charset="0"/>
              <a:ea typeface="Outfit" pitchFamily="34" charset="-122"/>
              <a:cs typeface="Times New Roman" panose="02020603050405020304" charset="0"/>
            </a:endParaRPr>
          </a:p>
          <a:p>
            <a:pPr marL="285750" indent="-285750" algn="l">
              <a:lnSpc>
                <a:spcPct val="100000"/>
              </a:lnSpc>
              <a:buFont typeface="Arial" panose="020B0604020202020204" pitchFamily="34" charset="0"/>
              <a:buChar char="•"/>
            </a:pPr>
            <a:r>
              <a:rPr lang="en-US" altLang="en-US" sz="1600" dirty="0">
                <a:solidFill>
                  <a:schemeClr val="bg1"/>
                </a:solidFill>
                <a:latin typeface="Times New Roman" panose="02020603050405020304" charset="0"/>
                <a:ea typeface="Outfit" pitchFamily="34" charset="-122"/>
                <a:cs typeface="Times New Roman" panose="02020603050405020304" charset="0"/>
              </a:rPr>
              <a:t>“Explain AI.”</a:t>
            </a:r>
            <a:endParaRPr lang="en-US" altLang="en-US" sz="1600" dirty="0">
              <a:solidFill>
                <a:schemeClr val="bg1"/>
              </a:solidFill>
              <a:latin typeface="Times New Roman" panose="02020603050405020304" charset="0"/>
              <a:ea typeface="Outfit" pitchFamily="34" charset="-122"/>
              <a:cs typeface="Times New Roman" panose="02020603050405020304" charset="0"/>
            </a:endParaRPr>
          </a:p>
          <a:p>
            <a:pPr marL="0" indent="0" algn="l">
              <a:lnSpc>
                <a:spcPct val="100000"/>
              </a:lnSpc>
              <a:buNone/>
            </a:pPr>
            <a:endParaRPr lang="en-US" altLang="en-US" sz="1600" dirty="0">
              <a:solidFill>
                <a:schemeClr val="bg1"/>
              </a:solidFill>
              <a:latin typeface="Times New Roman" panose="02020603050405020304" charset="0"/>
              <a:ea typeface="Outfit" pitchFamily="34" charset="-122"/>
              <a:cs typeface="Times New Roman" panose="02020603050405020304" charset="0"/>
            </a:endParaRPr>
          </a:p>
          <a:p>
            <a:pPr marL="0" indent="0" algn="l">
              <a:lnSpc>
                <a:spcPct val="100000"/>
              </a:lnSpc>
              <a:buNone/>
            </a:pPr>
            <a:r>
              <a:rPr lang="en-US" altLang="en-US" sz="1600" dirty="0">
                <a:solidFill>
                  <a:schemeClr val="bg1"/>
                </a:solidFill>
                <a:latin typeface="Times New Roman" panose="02020603050405020304" charset="0"/>
                <a:ea typeface="Outfit" pitchFamily="34" charset="-122"/>
                <a:cs typeface="Times New Roman" panose="02020603050405020304" charset="0"/>
              </a:rPr>
              <a:t>Strong instruction:</a:t>
            </a:r>
            <a:endParaRPr lang="en-US" altLang="en-US" sz="1600" dirty="0">
              <a:solidFill>
                <a:schemeClr val="bg1"/>
              </a:solidFill>
              <a:latin typeface="Times New Roman" panose="02020603050405020304" charset="0"/>
              <a:ea typeface="Outfit" pitchFamily="34" charset="-122"/>
              <a:cs typeface="Times New Roman" panose="02020603050405020304" charset="0"/>
            </a:endParaRPr>
          </a:p>
          <a:p>
            <a:pPr marL="285750" indent="-285750" algn="l">
              <a:lnSpc>
                <a:spcPct val="100000"/>
              </a:lnSpc>
              <a:buFont typeface="Arial" panose="020B0604020202020204" pitchFamily="34" charset="0"/>
              <a:buChar char="•"/>
            </a:pPr>
            <a:r>
              <a:rPr lang="en-US" altLang="en-US" sz="1600" dirty="0">
                <a:solidFill>
                  <a:schemeClr val="bg1"/>
                </a:solidFill>
                <a:latin typeface="Times New Roman" panose="02020603050405020304" charset="0"/>
                <a:ea typeface="Outfit" pitchFamily="34" charset="-122"/>
                <a:cs typeface="Times New Roman" panose="02020603050405020304" charset="0"/>
              </a:rPr>
              <a:t>“Explain AI in 5 bullet points for high school students.”</a:t>
            </a:r>
            <a:endParaRPr lang="en-US" altLang="en-US" sz="1600" dirty="0">
              <a:solidFill>
                <a:schemeClr val="bg1"/>
              </a:solidFill>
              <a:latin typeface="Times New Roman" panose="02020603050405020304" charset="0"/>
              <a:ea typeface="Outfit" pitchFamily="34" charset="-122"/>
              <a:cs typeface="Times New Roman" panose="02020603050405020304" charset="0"/>
            </a:endParaRPr>
          </a:p>
        </p:txBody>
      </p:sp>
      <p:sp>
        <p:nvSpPr>
          <p:cNvPr id="18" name="Text 4"/>
          <p:cNvSpPr/>
          <p:nvPr/>
        </p:nvSpPr>
        <p:spPr>
          <a:xfrm>
            <a:off x="2349500" y="4292600"/>
            <a:ext cx="3568700" cy="914400"/>
          </a:xfrm>
          <a:prstGeom prst="rect">
            <a:avLst/>
          </a:prstGeom>
          <a:noFill/>
        </p:spPr>
        <p:txBody>
          <a:bodyPr vert="horz" wrap="square" lIns="0" tIns="0" rIns="0" bIns="0" rtlCol="0" anchor="t"/>
          <a:lstStyle/>
          <a:p>
            <a:pPr marL="0" indent="0" algn="l">
              <a:lnSpc>
                <a:spcPts val="1800"/>
              </a:lnSpc>
              <a:buNone/>
            </a:pPr>
            <a:endParaRPr lang="en-US" sz="1200" dirty="0"/>
          </a:p>
        </p:txBody>
      </p:sp>
      <p:sp>
        <p:nvSpPr>
          <p:cNvPr id="19" name="Text 5"/>
          <p:cNvSpPr/>
          <p:nvPr/>
        </p:nvSpPr>
        <p:spPr>
          <a:xfrm>
            <a:off x="2349500" y="2890044"/>
            <a:ext cx="3200400" cy="246856"/>
          </a:xfrm>
          <a:prstGeom prst="rect">
            <a:avLst/>
          </a:prstGeom>
          <a:noFill/>
        </p:spPr>
        <p:txBody>
          <a:bodyPr vert="horz" wrap="square" lIns="0" tIns="0" rIns="0" bIns="0" rtlCol="0" anchor="t"/>
          <a:lstStyle/>
          <a:p>
            <a:pPr marL="0" indent="0" algn="l">
              <a:lnSpc>
                <a:spcPts val="1945"/>
              </a:lnSpc>
              <a:buNone/>
            </a:pPr>
            <a:r>
              <a:rPr lang="en-US" sz="1800" dirty="0">
                <a:solidFill>
                  <a:srgbClr val="56F0E8"/>
                </a:solidFill>
                <a:latin typeface="Outfit" pitchFamily="34" charset="0"/>
                <a:ea typeface="Outfit" pitchFamily="34" charset="-122"/>
                <a:cs typeface="Outfit" pitchFamily="34" charset="-120"/>
              </a:rPr>
              <a:t>Definition</a:t>
            </a:r>
            <a:endParaRPr lang="en-US" sz="1800" dirty="0"/>
          </a:p>
        </p:txBody>
      </p:sp>
      <p:sp>
        <p:nvSpPr>
          <p:cNvPr id="20" name="Text 6"/>
          <p:cNvSpPr/>
          <p:nvPr/>
        </p:nvSpPr>
        <p:spPr>
          <a:xfrm>
            <a:off x="6629400" y="2890044"/>
            <a:ext cx="5353050" cy="246856"/>
          </a:xfrm>
          <a:prstGeom prst="rect">
            <a:avLst/>
          </a:prstGeom>
          <a:noFill/>
        </p:spPr>
        <p:txBody>
          <a:bodyPr vert="horz" wrap="square" lIns="0" tIns="0" rIns="0" bIns="0" rtlCol="0" anchor="t"/>
          <a:lstStyle/>
          <a:p>
            <a:pPr marL="0" indent="0" algn="l">
              <a:lnSpc>
                <a:spcPts val="1945"/>
              </a:lnSpc>
              <a:buNone/>
            </a:pPr>
            <a:r>
              <a:rPr lang="en-US" sz="1800" dirty="0">
                <a:solidFill>
                  <a:srgbClr val="D3F87B"/>
                </a:solidFill>
                <a:latin typeface="Outfit" pitchFamily="34" charset="0"/>
                <a:ea typeface="Outfit" pitchFamily="34" charset="-122"/>
                <a:cs typeface="Outfit" pitchFamily="34" charset="-120"/>
              </a:rPr>
              <a:t>Constraints</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2"/>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3"/>
          <a:stretch>
            <a:fillRect/>
          </a:stretch>
        </p:blipFill>
        <p:spPr>
          <a:xfrm>
            <a:off x="0" y="0"/>
            <a:ext cx="12192000" cy="6858000"/>
          </a:xfrm>
          <a:prstGeom prst="rect">
            <a:avLst/>
          </a:prstGeom>
        </p:spPr>
      </p:pic>
      <p:pic>
        <p:nvPicPr>
          <p:cNvPr id="5" name="Image 3" descr="preencoded.png"/>
          <p:cNvPicPr>
            <a:picLocks noChangeAspect="1"/>
          </p:cNvPicPr>
          <p:nvPr/>
        </p:nvPicPr>
        <p:blipFill>
          <a:blip r:embed="rId4"/>
          <a:stretch>
            <a:fillRect/>
          </a:stretch>
        </p:blipFill>
        <p:spPr>
          <a:xfrm>
            <a:off x="0" y="0"/>
            <a:ext cx="12192000" cy="6858000"/>
          </a:xfrm>
          <a:prstGeom prst="rect">
            <a:avLst/>
          </a:prstGeom>
        </p:spPr>
      </p:pic>
      <p:pic>
        <p:nvPicPr>
          <p:cNvPr id="6" name="Image 4" descr="preencoded.png"/>
          <p:cNvPicPr>
            <a:picLocks noChangeAspect="1"/>
          </p:cNvPicPr>
          <p:nvPr/>
        </p:nvPicPr>
        <p:blipFill>
          <a:blip r:embed="rId5"/>
          <a:stretch>
            <a:fillRect/>
          </a:stretch>
        </p:blipFill>
        <p:spPr>
          <a:xfrm>
            <a:off x="812800" y="304800"/>
            <a:ext cx="8686801" cy="1231900"/>
          </a:xfrm>
          <a:prstGeom prst="rect">
            <a:avLst/>
          </a:prstGeom>
        </p:spPr>
      </p:pic>
      <p:pic>
        <p:nvPicPr>
          <p:cNvPr id="7" name="Image 5" descr="preencoded.png"/>
          <p:cNvPicPr>
            <a:picLocks noChangeAspect="1"/>
          </p:cNvPicPr>
          <p:nvPr/>
        </p:nvPicPr>
        <p:blipFill>
          <a:blip r:embed="rId6"/>
          <a:stretch>
            <a:fillRect/>
          </a:stretch>
        </p:blipFill>
        <p:spPr>
          <a:xfrm>
            <a:off x="552450" y="501650"/>
            <a:ext cx="101600" cy="368300"/>
          </a:xfrm>
          <a:prstGeom prst="rect">
            <a:avLst/>
          </a:prstGeom>
        </p:spPr>
      </p:pic>
      <p:pic>
        <p:nvPicPr>
          <p:cNvPr id="8" name="Image 6" descr="preencoded.png"/>
          <p:cNvPicPr>
            <a:picLocks noChangeAspect="1"/>
          </p:cNvPicPr>
          <p:nvPr/>
        </p:nvPicPr>
        <p:blipFill>
          <a:blip r:embed="rId7"/>
          <a:stretch>
            <a:fillRect/>
          </a:stretch>
        </p:blipFill>
        <p:spPr>
          <a:xfrm>
            <a:off x="6515100" y="3136900"/>
            <a:ext cx="3429000" cy="1955800"/>
          </a:xfrm>
          <a:prstGeom prst="rect">
            <a:avLst/>
          </a:prstGeom>
        </p:spPr>
      </p:pic>
      <p:pic>
        <p:nvPicPr>
          <p:cNvPr id="9" name="Image 7" descr="preencoded.png"/>
          <p:cNvPicPr>
            <a:picLocks noChangeAspect="1"/>
          </p:cNvPicPr>
          <p:nvPr/>
        </p:nvPicPr>
        <p:blipFill>
          <a:blip r:embed="rId7"/>
          <a:stretch>
            <a:fillRect/>
          </a:stretch>
        </p:blipFill>
        <p:spPr>
          <a:xfrm>
            <a:off x="2235200" y="3136900"/>
            <a:ext cx="3429000" cy="1955800"/>
          </a:xfrm>
          <a:prstGeom prst="rect">
            <a:avLst/>
          </a:prstGeom>
        </p:spPr>
      </p:pic>
      <p:pic>
        <p:nvPicPr>
          <p:cNvPr id="10" name="Image 8" descr="preencoded.png"/>
          <p:cNvPicPr>
            <a:picLocks noChangeAspect="1"/>
          </p:cNvPicPr>
          <p:nvPr/>
        </p:nvPicPr>
        <p:blipFill>
          <a:blip r:embed="rId8"/>
          <a:stretch>
            <a:fillRect/>
          </a:stretch>
        </p:blipFill>
        <p:spPr>
          <a:xfrm>
            <a:off x="2235200" y="2667000"/>
            <a:ext cx="3429000" cy="584200"/>
          </a:xfrm>
          <a:prstGeom prst="rect">
            <a:avLst/>
          </a:prstGeom>
        </p:spPr>
      </p:pic>
      <p:pic>
        <p:nvPicPr>
          <p:cNvPr id="11" name="Image 9" descr="preencoded.png"/>
          <p:cNvPicPr>
            <a:picLocks noChangeAspect="1"/>
          </p:cNvPicPr>
          <p:nvPr/>
        </p:nvPicPr>
        <p:blipFill>
          <a:blip r:embed="rId8"/>
          <a:stretch>
            <a:fillRect/>
          </a:stretch>
        </p:blipFill>
        <p:spPr>
          <a:xfrm>
            <a:off x="6515100" y="2667000"/>
            <a:ext cx="3429000" cy="584200"/>
          </a:xfrm>
          <a:prstGeom prst="rect">
            <a:avLst/>
          </a:prstGeom>
        </p:spPr>
      </p:pic>
      <p:pic>
        <p:nvPicPr>
          <p:cNvPr id="12" name="Image 10" descr="preencoded.png"/>
          <p:cNvPicPr>
            <a:picLocks noChangeAspect="1"/>
          </p:cNvPicPr>
          <p:nvPr/>
        </p:nvPicPr>
        <p:blipFill>
          <a:blip r:embed="rId9"/>
          <a:stretch>
            <a:fillRect/>
          </a:stretch>
        </p:blipFill>
        <p:spPr>
          <a:xfrm>
            <a:off x="2046143" y="1868343"/>
            <a:ext cx="1038514" cy="1038514"/>
          </a:xfrm>
          <a:prstGeom prst="rect">
            <a:avLst/>
          </a:prstGeom>
        </p:spPr>
      </p:pic>
      <p:pic>
        <p:nvPicPr>
          <p:cNvPr id="13" name="Image 11" descr="preencoded.png"/>
          <p:cNvPicPr>
            <a:picLocks noChangeAspect="1"/>
          </p:cNvPicPr>
          <p:nvPr/>
        </p:nvPicPr>
        <p:blipFill>
          <a:blip r:embed="rId10"/>
          <a:stretch>
            <a:fillRect/>
          </a:stretch>
        </p:blipFill>
        <p:spPr>
          <a:xfrm>
            <a:off x="6336578" y="1866178"/>
            <a:ext cx="979345" cy="979344"/>
          </a:xfrm>
          <a:prstGeom prst="rect">
            <a:avLst/>
          </a:prstGeom>
        </p:spPr>
      </p:pic>
      <p:sp>
        <p:nvSpPr>
          <p:cNvPr id="14" name="Text 0"/>
          <p:cNvSpPr/>
          <p:nvPr/>
        </p:nvSpPr>
        <p:spPr>
          <a:xfrm>
            <a:off x="901700" y="406400"/>
            <a:ext cx="9862820" cy="1195705"/>
          </a:xfrm>
          <a:prstGeom prst="rect">
            <a:avLst/>
          </a:prstGeom>
          <a:noFill/>
        </p:spPr>
        <p:txBody>
          <a:bodyPr vert="horz" wrap="square" lIns="0" tIns="0" rIns="0" bIns="0" rtlCol="0" anchor="t"/>
          <a:lstStyle/>
          <a:p>
            <a:pPr marL="0" indent="0" algn="l">
              <a:lnSpc>
                <a:spcPts val="4610"/>
              </a:lnSpc>
              <a:buNone/>
            </a:pPr>
            <a:r>
              <a:rPr lang="en-US" sz="3200" b="1" dirty="0">
                <a:solidFill>
                  <a:srgbClr val="FFFFFF"/>
                </a:solidFill>
                <a:latin typeface="Poppins_Bold" pitchFamily="34" charset="0"/>
                <a:ea typeface="Poppins_Bold" pitchFamily="34" charset="-122"/>
                <a:cs typeface="Poppins_Bold" pitchFamily="34" charset="-120"/>
              </a:rPr>
              <a:t>Hallucination &amp; Better Prompts</a:t>
            </a:r>
            <a:endParaRPr lang="en-US" sz="3200" dirty="0"/>
          </a:p>
        </p:txBody>
      </p:sp>
      <p:sp>
        <p:nvSpPr>
          <p:cNvPr id="15" name="Text 1"/>
          <p:cNvSpPr/>
          <p:nvPr/>
        </p:nvSpPr>
        <p:spPr>
          <a:xfrm>
            <a:off x="6629400" y="3300095"/>
            <a:ext cx="4164330" cy="1094105"/>
          </a:xfrm>
          <a:prstGeom prst="rect">
            <a:avLst/>
          </a:prstGeom>
          <a:noFill/>
        </p:spPr>
        <p:txBody>
          <a:bodyPr vert="horz" wrap="square" lIns="0" tIns="0" rIns="0" bIns="0" rtlCol="0" anchor="t"/>
          <a:lstStyle/>
          <a:p>
            <a:pPr marL="285750" indent="-285750" algn="l">
              <a:lnSpc>
                <a:spcPts val="1800"/>
              </a:lnSpc>
              <a:buFont typeface="Arial" panose="020B0604020202020204" pitchFamily="34" charset="0"/>
              <a:buChar char="•"/>
            </a:pPr>
            <a:r>
              <a:rPr lang="en-US" altLang="en-US" sz="1600" dirty="0">
                <a:solidFill>
                  <a:schemeClr val="bg1"/>
                </a:solidFill>
                <a:latin typeface="Times New Roman" panose="02020603050405020304" charset="0"/>
                <a:ea typeface="Outfit" pitchFamily="34" charset="-122"/>
                <a:cs typeface="Times New Roman" panose="02020603050405020304" charset="0"/>
              </a:rPr>
              <a:t>Ask the model to use only provided context</a:t>
            </a:r>
            <a:endParaRPr lang="en-US" altLang="en-US" sz="1600" dirty="0">
              <a:solidFill>
                <a:schemeClr val="bg1"/>
              </a:solidFill>
              <a:latin typeface="Times New Roman" panose="02020603050405020304" charset="0"/>
              <a:ea typeface="Outfit" pitchFamily="34" charset="-122"/>
              <a:cs typeface="Times New Roman" panose="02020603050405020304" charset="0"/>
            </a:endParaRPr>
          </a:p>
          <a:p>
            <a:pPr marL="285750" indent="-285750" algn="l">
              <a:lnSpc>
                <a:spcPts val="1800"/>
              </a:lnSpc>
              <a:buFont typeface="Arial" panose="020B0604020202020204" pitchFamily="34" charset="0"/>
              <a:buChar char="•"/>
            </a:pPr>
            <a:endParaRPr lang="en-US" altLang="en-US" sz="1600" dirty="0">
              <a:solidFill>
                <a:schemeClr val="bg1"/>
              </a:solidFill>
              <a:latin typeface="Times New Roman" panose="02020603050405020304" charset="0"/>
              <a:ea typeface="Outfit" pitchFamily="34" charset="-122"/>
              <a:cs typeface="Times New Roman" panose="02020603050405020304" charset="0"/>
            </a:endParaRPr>
          </a:p>
          <a:p>
            <a:pPr marL="285750" indent="-285750" algn="l">
              <a:lnSpc>
                <a:spcPts val="1800"/>
              </a:lnSpc>
              <a:buFont typeface="Arial" panose="020B0604020202020204" pitchFamily="34" charset="0"/>
              <a:buChar char="•"/>
            </a:pPr>
            <a:r>
              <a:rPr lang="en-US" altLang="en-US" sz="1600" dirty="0">
                <a:solidFill>
                  <a:schemeClr val="bg1"/>
                </a:solidFill>
                <a:latin typeface="Times New Roman" panose="02020603050405020304" charset="0"/>
                <a:ea typeface="Outfit" pitchFamily="34" charset="-122"/>
                <a:cs typeface="Times New Roman" panose="02020603050405020304" charset="0"/>
              </a:rPr>
              <a:t>Request sources</a:t>
            </a:r>
            <a:endParaRPr lang="en-US" altLang="en-US" sz="1600" dirty="0">
              <a:solidFill>
                <a:schemeClr val="bg1"/>
              </a:solidFill>
              <a:latin typeface="Times New Roman" panose="02020603050405020304" charset="0"/>
              <a:ea typeface="Outfit" pitchFamily="34" charset="-122"/>
              <a:cs typeface="Times New Roman" panose="02020603050405020304" charset="0"/>
            </a:endParaRPr>
          </a:p>
          <a:p>
            <a:pPr marL="285750" indent="-285750" algn="l">
              <a:lnSpc>
                <a:spcPts val="1800"/>
              </a:lnSpc>
              <a:buFont typeface="Arial" panose="020B0604020202020204" pitchFamily="34" charset="0"/>
              <a:buChar char="•"/>
            </a:pPr>
            <a:endParaRPr lang="en-US" altLang="en-US" sz="1600" dirty="0">
              <a:solidFill>
                <a:schemeClr val="bg1"/>
              </a:solidFill>
              <a:latin typeface="Times New Roman" panose="02020603050405020304" charset="0"/>
              <a:ea typeface="Outfit" pitchFamily="34" charset="-122"/>
              <a:cs typeface="Times New Roman" panose="02020603050405020304" charset="0"/>
            </a:endParaRPr>
          </a:p>
          <a:p>
            <a:pPr marL="285750" indent="-285750" algn="l">
              <a:lnSpc>
                <a:spcPts val="1800"/>
              </a:lnSpc>
              <a:buFont typeface="Arial" panose="020B0604020202020204" pitchFamily="34" charset="0"/>
              <a:buChar char="•"/>
            </a:pPr>
            <a:r>
              <a:rPr lang="en-US" altLang="en-US" sz="1600" dirty="0">
                <a:solidFill>
                  <a:schemeClr val="bg1"/>
                </a:solidFill>
                <a:latin typeface="Times New Roman" panose="02020603050405020304" charset="0"/>
                <a:ea typeface="Outfit" pitchFamily="34" charset="-122"/>
                <a:cs typeface="Times New Roman" panose="02020603050405020304" charset="0"/>
              </a:rPr>
              <a:t>Add “If unsure, say you don’t know”</a:t>
            </a:r>
            <a:endParaRPr lang="en-US" altLang="en-US" sz="1600" dirty="0">
              <a:solidFill>
                <a:schemeClr val="bg1"/>
              </a:solidFill>
              <a:latin typeface="Times New Roman" panose="02020603050405020304" charset="0"/>
              <a:ea typeface="Outfit" pitchFamily="34" charset="-122"/>
              <a:cs typeface="Times New Roman" panose="02020603050405020304" charset="0"/>
            </a:endParaRPr>
          </a:p>
          <a:p>
            <a:pPr marL="285750" indent="-285750" algn="l">
              <a:lnSpc>
                <a:spcPts val="1800"/>
              </a:lnSpc>
              <a:buFont typeface="Arial" panose="020B0604020202020204" pitchFamily="34" charset="0"/>
              <a:buChar char="•"/>
            </a:pPr>
            <a:endParaRPr lang="en-US" altLang="en-US" sz="1600" dirty="0">
              <a:solidFill>
                <a:schemeClr val="bg1"/>
              </a:solidFill>
              <a:latin typeface="Times New Roman" panose="02020603050405020304" charset="0"/>
              <a:ea typeface="Outfit" pitchFamily="34" charset="-122"/>
              <a:cs typeface="Times New Roman" panose="02020603050405020304" charset="0"/>
            </a:endParaRPr>
          </a:p>
          <a:p>
            <a:pPr marL="285750" indent="-285750" algn="l">
              <a:lnSpc>
                <a:spcPts val="1800"/>
              </a:lnSpc>
              <a:buFont typeface="Arial" panose="020B0604020202020204" pitchFamily="34" charset="0"/>
              <a:buChar char="•"/>
            </a:pPr>
            <a:r>
              <a:rPr lang="en-US" altLang="en-US" sz="1600" dirty="0">
                <a:solidFill>
                  <a:schemeClr val="bg1"/>
                </a:solidFill>
                <a:latin typeface="Times New Roman" panose="02020603050405020304" charset="0"/>
                <a:ea typeface="Outfit" pitchFamily="34" charset="-122"/>
                <a:cs typeface="Times New Roman" panose="02020603050405020304" charset="0"/>
              </a:rPr>
              <a:t>Provide clear constraints</a:t>
            </a:r>
            <a:endParaRPr lang="en-US" altLang="en-US" sz="1600" dirty="0">
              <a:solidFill>
                <a:schemeClr val="bg1"/>
              </a:solidFill>
              <a:latin typeface="Times New Roman" panose="02020603050405020304" charset="0"/>
              <a:ea typeface="Outfit" pitchFamily="34" charset="-122"/>
              <a:cs typeface="Times New Roman" panose="02020603050405020304" charset="0"/>
            </a:endParaRPr>
          </a:p>
        </p:txBody>
      </p:sp>
      <p:sp>
        <p:nvSpPr>
          <p:cNvPr id="16" name="Text 2"/>
          <p:cNvSpPr/>
          <p:nvPr/>
        </p:nvSpPr>
        <p:spPr>
          <a:xfrm>
            <a:off x="6629400" y="5074285"/>
            <a:ext cx="3568700" cy="361315"/>
          </a:xfrm>
          <a:prstGeom prst="rect">
            <a:avLst/>
          </a:prstGeom>
          <a:noFill/>
        </p:spPr>
        <p:txBody>
          <a:bodyPr vert="horz" wrap="square" lIns="0" tIns="0" rIns="0" bIns="0" rtlCol="0" anchor="t"/>
          <a:lstStyle/>
          <a:p>
            <a:pPr marL="0" indent="0" algn="l">
              <a:lnSpc>
                <a:spcPts val="1800"/>
              </a:lnSpc>
              <a:buNone/>
            </a:pPr>
            <a:endParaRPr lang="en-US" sz="1200" dirty="0"/>
          </a:p>
        </p:txBody>
      </p:sp>
      <p:sp>
        <p:nvSpPr>
          <p:cNvPr id="17" name="Text 3"/>
          <p:cNvSpPr/>
          <p:nvPr/>
        </p:nvSpPr>
        <p:spPr>
          <a:xfrm>
            <a:off x="2349500" y="3251200"/>
            <a:ext cx="3568700" cy="914400"/>
          </a:xfrm>
          <a:prstGeom prst="rect">
            <a:avLst/>
          </a:prstGeom>
          <a:noFill/>
        </p:spPr>
        <p:txBody>
          <a:bodyPr vert="horz" wrap="square" lIns="0" tIns="0" rIns="0" bIns="0" rtlCol="0" anchor="t"/>
          <a:lstStyle/>
          <a:p>
            <a:pPr marL="0" indent="0" algn="l">
              <a:lnSpc>
                <a:spcPct val="150000"/>
              </a:lnSpc>
              <a:buNone/>
            </a:pPr>
            <a:r>
              <a:rPr lang="en-US" altLang="en-US" sz="1600" dirty="0">
                <a:solidFill>
                  <a:schemeClr val="bg1"/>
                </a:solidFill>
                <a:latin typeface="Times New Roman" panose="02020603050405020304" charset="0"/>
                <a:ea typeface="Outfit" pitchFamily="34" charset="-122"/>
                <a:cs typeface="Times New Roman" panose="02020603050405020304" charset="0"/>
              </a:rPr>
              <a:t>Hallucination happens when the model generates incorrect or invented information.</a:t>
            </a:r>
            <a:endParaRPr lang="en-US" altLang="en-US" sz="1600" dirty="0">
              <a:solidFill>
                <a:schemeClr val="bg1"/>
              </a:solidFill>
              <a:latin typeface="Times New Roman" panose="02020603050405020304" charset="0"/>
              <a:ea typeface="Outfit" pitchFamily="34" charset="-122"/>
              <a:cs typeface="Times New Roman" panose="02020603050405020304" charset="0"/>
            </a:endParaRPr>
          </a:p>
          <a:p>
            <a:pPr marL="0" indent="0" algn="l">
              <a:lnSpc>
                <a:spcPct val="100000"/>
              </a:lnSpc>
              <a:buNone/>
            </a:pPr>
            <a:endParaRPr lang="en-US" altLang="en-US" sz="1600" dirty="0">
              <a:solidFill>
                <a:schemeClr val="bg1"/>
              </a:solidFill>
              <a:latin typeface="Times New Roman" panose="02020603050405020304" charset="0"/>
              <a:ea typeface="Outfit" pitchFamily="34" charset="-122"/>
              <a:cs typeface="Times New Roman" panose="02020603050405020304" charset="0"/>
            </a:endParaRPr>
          </a:p>
          <a:p>
            <a:pPr marL="0" indent="0" algn="l">
              <a:lnSpc>
                <a:spcPct val="100000"/>
              </a:lnSpc>
              <a:buNone/>
            </a:pPr>
            <a:endParaRPr lang="en-US" altLang="en-US" sz="1600" dirty="0">
              <a:solidFill>
                <a:schemeClr val="bg1"/>
              </a:solidFill>
              <a:latin typeface="Times New Roman" panose="02020603050405020304" charset="0"/>
              <a:ea typeface="Outfit" pitchFamily="34" charset="-122"/>
              <a:cs typeface="Times New Roman" panose="02020603050405020304" charset="0"/>
            </a:endParaRPr>
          </a:p>
          <a:p>
            <a:pPr marL="0" indent="0" algn="l">
              <a:lnSpc>
                <a:spcPct val="100000"/>
              </a:lnSpc>
              <a:buNone/>
            </a:pPr>
            <a:r>
              <a:rPr lang="en-US" altLang="en-US" sz="1600" dirty="0">
                <a:solidFill>
                  <a:schemeClr val="bg1"/>
                </a:solidFill>
                <a:latin typeface="Times New Roman" panose="02020603050405020304" charset="0"/>
                <a:ea typeface="Outfit" pitchFamily="34" charset="-122"/>
                <a:cs typeface="Times New Roman" panose="02020603050405020304" charset="0"/>
              </a:rPr>
              <a:t>So:</a:t>
            </a:r>
            <a:endParaRPr lang="en-US" altLang="en-US" sz="1600" dirty="0">
              <a:solidFill>
                <a:schemeClr val="bg1"/>
              </a:solidFill>
              <a:latin typeface="Times New Roman" panose="02020603050405020304" charset="0"/>
              <a:ea typeface="Outfit" pitchFamily="34" charset="-122"/>
              <a:cs typeface="Times New Roman" panose="02020603050405020304" charset="0"/>
            </a:endParaRPr>
          </a:p>
          <a:p>
            <a:pPr marL="285750" indent="-285750" algn="l">
              <a:lnSpc>
                <a:spcPct val="100000"/>
              </a:lnSpc>
              <a:buFont typeface="Arial" panose="020B0604020202020204" pitchFamily="34" charset="0"/>
              <a:buChar char="•"/>
            </a:pPr>
            <a:r>
              <a:rPr lang="en-US" altLang="en-US" sz="1600" dirty="0">
                <a:solidFill>
                  <a:schemeClr val="bg1"/>
                </a:solidFill>
                <a:latin typeface="Times New Roman" panose="02020603050405020304" charset="0"/>
                <a:ea typeface="Outfit" pitchFamily="34" charset="-122"/>
                <a:cs typeface="Times New Roman" panose="02020603050405020304" charset="0"/>
              </a:rPr>
              <a:t>Better prompting = more grounded answers.</a:t>
            </a:r>
            <a:endParaRPr lang="en-US" altLang="en-US" sz="1600" dirty="0">
              <a:solidFill>
                <a:schemeClr val="bg1"/>
              </a:solidFill>
              <a:latin typeface="Times New Roman" panose="02020603050405020304" charset="0"/>
              <a:ea typeface="Outfit" pitchFamily="34" charset="-122"/>
              <a:cs typeface="Times New Roman" panose="02020603050405020304" charset="0"/>
            </a:endParaRPr>
          </a:p>
        </p:txBody>
      </p:sp>
      <p:sp>
        <p:nvSpPr>
          <p:cNvPr id="18" name="Text 4"/>
          <p:cNvSpPr/>
          <p:nvPr/>
        </p:nvSpPr>
        <p:spPr>
          <a:xfrm>
            <a:off x="2349500" y="4292600"/>
            <a:ext cx="3568700" cy="914400"/>
          </a:xfrm>
          <a:prstGeom prst="rect">
            <a:avLst/>
          </a:prstGeom>
          <a:noFill/>
        </p:spPr>
        <p:txBody>
          <a:bodyPr vert="horz" wrap="square" lIns="0" tIns="0" rIns="0" bIns="0" rtlCol="0" anchor="t"/>
          <a:lstStyle/>
          <a:p>
            <a:pPr marL="0" indent="0" algn="l">
              <a:lnSpc>
                <a:spcPts val="1800"/>
              </a:lnSpc>
              <a:buNone/>
            </a:pPr>
            <a:endParaRPr lang="en-US" sz="1200" dirty="0"/>
          </a:p>
        </p:txBody>
      </p:sp>
      <p:sp>
        <p:nvSpPr>
          <p:cNvPr id="19" name="Text 5"/>
          <p:cNvSpPr/>
          <p:nvPr/>
        </p:nvSpPr>
        <p:spPr>
          <a:xfrm>
            <a:off x="2349500" y="2890044"/>
            <a:ext cx="3200400" cy="246856"/>
          </a:xfrm>
          <a:prstGeom prst="rect">
            <a:avLst/>
          </a:prstGeom>
          <a:noFill/>
        </p:spPr>
        <p:txBody>
          <a:bodyPr vert="horz" wrap="square" lIns="0" tIns="0" rIns="0" bIns="0" rtlCol="0" anchor="t"/>
          <a:lstStyle/>
          <a:p>
            <a:pPr marL="0" indent="0" algn="l">
              <a:lnSpc>
                <a:spcPts val="1945"/>
              </a:lnSpc>
              <a:buNone/>
            </a:pPr>
            <a:r>
              <a:rPr lang="en-US" sz="1800" dirty="0">
                <a:solidFill>
                  <a:srgbClr val="56F0E8"/>
                </a:solidFill>
                <a:latin typeface="Outfit" pitchFamily="34" charset="0"/>
                <a:ea typeface="Outfit" pitchFamily="34" charset="-122"/>
                <a:cs typeface="Outfit" pitchFamily="34" charset="-120"/>
              </a:rPr>
              <a:t>Definition</a:t>
            </a:r>
            <a:endParaRPr lang="en-US" sz="1800" dirty="0"/>
          </a:p>
        </p:txBody>
      </p:sp>
      <p:sp>
        <p:nvSpPr>
          <p:cNvPr id="20" name="Text 6"/>
          <p:cNvSpPr/>
          <p:nvPr/>
        </p:nvSpPr>
        <p:spPr>
          <a:xfrm>
            <a:off x="6629400" y="2890044"/>
            <a:ext cx="5353050" cy="246856"/>
          </a:xfrm>
          <a:prstGeom prst="rect">
            <a:avLst/>
          </a:prstGeom>
          <a:noFill/>
        </p:spPr>
        <p:txBody>
          <a:bodyPr vert="horz" wrap="square" lIns="0" tIns="0" rIns="0" bIns="0" rtlCol="0" anchor="t"/>
          <a:lstStyle/>
          <a:p>
            <a:pPr marL="0" indent="0" algn="l">
              <a:lnSpc>
                <a:spcPts val="1945"/>
              </a:lnSpc>
              <a:buNone/>
            </a:pPr>
            <a:r>
              <a:rPr lang="en-US" sz="1800" dirty="0">
                <a:solidFill>
                  <a:srgbClr val="D3F87B"/>
                </a:solidFill>
                <a:latin typeface="Outfit" pitchFamily="34" charset="0"/>
                <a:ea typeface="Outfit" pitchFamily="34" charset="-122"/>
                <a:cs typeface="Outfit" pitchFamily="34" charset="-120"/>
              </a:rPr>
              <a:t>How to Avoid It</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2"/>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3"/>
          <a:stretch>
            <a:fillRect/>
          </a:stretch>
        </p:blipFill>
        <p:spPr>
          <a:xfrm>
            <a:off x="0" y="0"/>
            <a:ext cx="12192000" cy="6858000"/>
          </a:xfrm>
          <a:prstGeom prst="rect">
            <a:avLst/>
          </a:prstGeom>
        </p:spPr>
      </p:pic>
      <p:pic>
        <p:nvPicPr>
          <p:cNvPr id="5" name="Image 3" descr="preencoded.png"/>
          <p:cNvPicPr>
            <a:picLocks noChangeAspect="1"/>
          </p:cNvPicPr>
          <p:nvPr/>
        </p:nvPicPr>
        <p:blipFill>
          <a:blip r:embed="rId4"/>
          <a:stretch>
            <a:fillRect/>
          </a:stretch>
        </p:blipFill>
        <p:spPr>
          <a:xfrm>
            <a:off x="0" y="0"/>
            <a:ext cx="12192000" cy="6858000"/>
          </a:xfrm>
          <a:prstGeom prst="rect">
            <a:avLst/>
          </a:prstGeom>
        </p:spPr>
      </p:pic>
      <p:pic>
        <p:nvPicPr>
          <p:cNvPr id="6" name="Image 4" descr="preencoded.png"/>
          <p:cNvPicPr>
            <a:picLocks noChangeAspect="1"/>
          </p:cNvPicPr>
          <p:nvPr/>
        </p:nvPicPr>
        <p:blipFill>
          <a:blip r:embed="rId5"/>
          <a:stretch>
            <a:fillRect/>
          </a:stretch>
        </p:blipFill>
        <p:spPr>
          <a:xfrm>
            <a:off x="6146800" y="1790700"/>
            <a:ext cx="5016500" cy="1625600"/>
          </a:xfrm>
          <a:prstGeom prst="rect">
            <a:avLst/>
          </a:prstGeom>
        </p:spPr>
      </p:pic>
      <p:pic>
        <p:nvPicPr>
          <p:cNvPr id="7" name="Image 5" descr="preencoded.png"/>
          <p:cNvPicPr>
            <a:picLocks noChangeAspect="1"/>
          </p:cNvPicPr>
          <p:nvPr/>
        </p:nvPicPr>
        <p:blipFill>
          <a:blip r:embed="rId6"/>
          <a:stretch>
            <a:fillRect/>
          </a:stretch>
        </p:blipFill>
        <p:spPr>
          <a:xfrm>
            <a:off x="6235700" y="1397000"/>
            <a:ext cx="5016500" cy="368300"/>
          </a:xfrm>
          <a:prstGeom prst="rect">
            <a:avLst/>
          </a:prstGeom>
        </p:spPr>
      </p:pic>
      <p:pic>
        <p:nvPicPr>
          <p:cNvPr id="8" name="Image 6" descr="preencoded.png"/>
          <p:cNvPicPr>
            <a:picLocks noChangeAspect="1"/>
          </p:cNvPicPr>
          <p:nvPr/>
        </p:nvPicPr>
        <p:blipFill>
          <a:blip r:embed="rId7"/>
          <a:stretch>
            <a:fillRect/>
          </a:stretch>
        </p:blipFill>
        <p:spPr>
          <a:xfrm>
            <a:off x="6146800" y="4330700"/>
            <a:ext cx="5016500" cy="1638300"/>
          </a:xfrm>
          <a:prstGeom prst="rect">
            <a:avLst/>
          </a:prstGeom>
        </p:spPr>
      </p:pic>
      <p:pic>
        <p:nvPicPr>
          <p:cNvPr id="9" name="Image 7" descr="preencoded.png"/>
          <p:cNvPicPr>
            <a:picLocks noChangeAspect="1"/>
          </p:cNvPicPr>
          <p:nvPr/>
        </p:nvPicPr>
        <p:blipFill>
          <a:blip r:embed="rId6"/>
          <a:stretch>
            <a:fillRect/>
          </a:stretch>
        </p:blipFill>
        <p:spPr>
          <a:xfrm>
            <a:off x="6235700" y="3937000"/>
            <a:ext cx="5016500" cy="368300"/>
          </a:xfrm>
          <a:prstGeom prst="rect">
            <a:avLst/>
          </a:prstGeom>
        </p:spPr>
      </p:pic>
      <p:pic>
        <p:nvPicPr>
          <p:cNvPr id="10" name="Image 8" descr="preencoded.png"/>
          <p:cNvPicPr>
            <a:picLocks noChangeAspect="1"/>
          </p:cNvPicPr>
          <p:nvPr/>
        </p:nvPicPr>
        <p:blipFill>
          <a:blip r:embed="rId8"/>
          <a:stretch>
            <a:fillRect/>
          </a:stretch>
        </p:blipFill>
        <p:spPr>
          <a:xfrm>
            <a:off x="977900" y="2387600"/>
            <a:ext cx="3975100" cy="1231900"/>
          </a:xfrm>
          <a:prstGeom prst="rect">
            <a:avLst/>
          </a:prstGeom>
        </p:spPr>
      </p:pic>
      <p:pic>
        <p:nvPicPr>
          <p:cNvPr id="11" name="Image 9" descr="preencoded.png"/>
          <p:cNvPicPr>
            <a:picLocks noChangeAspect="1"/>
          </p:cNvPicPr>
          <p:nvPr/>
        </p:nvPicPr>
        <p:blipFill>
          <a:blip r:embed="rId9"/>
          <a:stretch>
            <a:fillRect/>
          </a:stretch>
        </p:blipFill>
        <p:spPr>
          <a:xfrm>
            <a:off x="1028700" y="1993900"/>
            <a:ext cx="711200" cy="76200"/>
          </a:xfrm>
          <a:prstGeom prst="rect">
            <a:avLst/>
          </a:prstGeom>
        </p:spPr>
      </p:pic>
      <p:pic>
        <p:nvPicPr>
          <p:cNvPr id="12" name="Image 10" descr="preencoded.png"/>
          <p:cNvPicPr>
            <a:picLocks noChangeAspect="1"/>
          </p:cNvPicPr>
          <p:nvPr/>
        </p:nvPicPr>
        <p:blipFill>
          <a:blip r:embed="rId10"/>
          <a:stretch>
            <a:fillRect/>
          </a:stretch>
        </p:blipFill>
        <p:spPr>
          <a:xfrm>
            <a:off x="6134100" y="1536700"/>
            <a:ext cx="88900" cy="88900"/>
          </a:xfrm>
          <a:prstGeom prst="rect">
            <a:avLst/>
          </a:prstGeom>
        </p:spPr>
      </p:pic>
      <p:pic>
        <p:nvPicPr>
          <p:cNvPr id="13" name="Image 11" descr="preencoded.png"/>
          <p:cNvPicPr>
            <a:picLocks noChangeAspect="1"/>
          </p:cNvPicPr>
          <p:nvPr/>
        </p:nvPicPr>
        <p:blipFill>
          <a:blip r:embed="rId11"/>
          <a:stretch>
            <a:fillRect/>
          </a:stretch>
        </p:blipFill>
        <p:spPr>
          <a:xfrm>
            <a:off x="6134100" y="4089400"/>
            <a:ext cx="88900" cy="88900"/>
          </a:xfrm>
          <a:prstGeom prst="rect">
            <a:avLst/>
          </a:prstGeom>
        </p:spPr>
      </p:pic>
      <p:sp>
        <p:nvSpPr>
          <p:cNvPr id="14" name="Text 0"/>
          <p:cNvSpPr/>
          <p:nvPr/>
        </p:nvSpPr>
        <p:spPr>
          <a:xfrm>
            <a:off x="6210300" y="1828800"/>
            <a:ext cx="5359401" cy="1371600"/>
          </a:xfrm>
          <a:prstGeom prst="rect">
            <a:avLst/>
          </a:prstGeom>
          <a:noFill/>
        </p:spPr>
        <p:txBody>
          <a:bodyPr vert="horz" wrap="square" lIns="0" tIns="0" rIns="0" bIns="0" rtlCol="0" anchor="t"/>
          <a:lstStyle/>
          <a:p>
            <a:pPr marL="0" indent="0" algn="l">
              <a:lnSpc>
                <a:spcPct val="100000"/>
              </a:lnSpc>
              <a:buNone/>
            </a:pPr>
            <a:r>
              <a:rPr lang="en-US" altLang="en-US" sz="1600" dirty="0">
                <a:solidFill>
                  <a:schemeClr val="bg1"/>
                </a:solidFill>
                <a:latin typeface="Times New Roman" panose="02020603050405020304" charset="0"/>
                <a:cs typeface="Times New Roman" panose="02020603050405020304" charset="0"/>
              </a:rPr>
              <a:t>A good prompt usually contains:</a:t>
            </a:r>
            <a:endParaRPr lang="en-US" altLang="en-US" sz="1600" dirty="0">
              <a:solidFill>
                <a:schemeClr val="bg1"/>
              </a:solidFill>
              <a:latin typeface="Times New Roman" panose="02020603050405020304" charset="0"/>
              <a:cs typeface="Times New Roman" panose="02020603050405020304" charset="0"/>
            </a:endParaRPr>
          </a:p>
          <a:p>
            <a:pPr marL="285750" indent="-285750" algn="l">
              <a:lnSpc>
                <a:spcPct val="150000"/>
              </a:lnSpc>
              <a:buFont typeface="Arial" panose="020B0604020202020204" pitchFamily="34" charset="0"/>
              <a:buChar char="•"/>
            </a:pPr>
            <a:r>
              <a:rPr lang="en-US" altLang="en-US" sz="1600" dirty="0">
                <a:solidFill>
                  <a:schemeClr val="bg1"/>
                </a:solidFill>
                <a:latin typeface="Times New Roman" panose="02020603050405020304" charset="0"/>
                <a:cs typeface="Times New Roman" panose="02020603050405020304" charset="0"/>
              </a:rPr>
              <a:t>Clear instruction</a:t>
            </a:r>
            <a:endParaRPr lang="en-US" altLang="en-US" sz="1600" dirty="0">
              <a:solidFill>
                <a:schemeClr val="bg1"/>
              </a:solidFill>
              <a:latin typeface="Times New Roman" panose="02020603050405020304" charset="0"/>
              <a:cs typeface="Times New Roman" panose="02020603050405020304" charset="0"/>
            </a:endParaRPr>
          </a:p>
          <a:p>
            <a:pPr marL="285750" indent="-285750" algn="l">
              <a:lnSpc>
                <a:spcPct val="150000"/>
              </a:lnSpc>
              <a:buFont typeface="Arial" panose="020B0604020202020204" pitchFamily="34" charset="0"/>
              <a:buChar char="•"/>
            </a:pPr>
            <a:r>
              <a:rPr lang="en-US" altLang="en-US" sz="1600" dirty="0">
                <a:solidFill>
                  <a:schemeClr val="bg1"/>
                </a:solidFill>
                <a:latin typeface="Times New Roman" panose="02020603050405020304" charset="0"/>
                <a:cs typeface="Times New Roman" panose="02020603050405020304" charset="0"/>
              </a:rPr>
              <a:t>Context (if needed)</a:t>
            </a:r>
            <a:endParaRPr lang="en-US" altLang="en-US" sz="1600" dirty="0">
              <a:solidFill>
                <a:schemeClr val="bg1"/>
              </a:solidFill>
              <a:latin typeface="Times New Roman" panose="02020603050405020304" charset="0"/>
              <a:cs typeface="Times New Roman" panose="02020603050405020304" charset="0"/>
            </a:endParaRPr>
          </a:p>
          <a:p>
            <a:pPr marL="285750" indent="-285750" algn="l">
              <a:lnSpc>
                <a:spcPct val="150000"/>
              </a:lnSpc>
              <a:buFont typeface="Arial" panose="020B0604020202020204" pitchFamily="34" charset="0"/>
              <a:buChar char="•"/>
            </a:pPr>
            <a:r>
              <a:rPr lang="en-US" altLang="en-US" sz="1600" dirty="0">
                <a:solidFill>
                  <a:schemeClr val="bg1"/>
                </a:solidFill>
                <a:latin typeface="Times New Roman" panose="02020603050405020304" charset="0"/>
                <a:cs typeface="Times New Roman" panose="02020603050405020304" charset="0"/>
              </a:rPr>
              <a:t>Constraints (length, format, style)</a:t>
            </a:r>
            <a:endParaRPr lang="en-US" altLang="en-US" sz="1600" dirty="0">
              <a:solidFill>
                <a:schemeClr val="bg1"/>
              </a:solidFill>
              <a:latin typeface="Times New Roman" panose="02020603050405020304" charset="0"/>
              <a:cs typeface="Times New Roman" panose="02020603050405020304" charset="0"/>
            </a:endParaRPr>
          </a:p>
          <a:p>
            <a:pPr marL="285750" indent="-285750" algn="l">
              <a:lnSpc>
                <a:spcPct val="150000"/>
              </a:lnSpc>
              <a:buFont typeface="Arial" panose="020B0604020202020204" pitchFamily="34" charset="0"/>
              <a:buChar char="•"/>
            </a:pPr>
            <a:r>
              <a:rPr lang="en-US" altLang="en-US" sz="1600" dirty="0">
                <a:solidFill>
                  <a:schemeClr val="bg1"/>
                </a:solidFill>
                <a:latin typeface="Times New Roman" panose="02020603050405020304" charset="0"/>
                <a:cs typeface="Times New Roman" panose="02020603050405020304" charset="0"/>
              </a:rPr>
              <a:t>Desired output format</a:t>
            </a:r>
            <a:endParaRPr lang="en-US" altLang="en-US" sz="1600" dirty="0">
              <a:solidFill>
                <a:schemeClr val="bg1"/>
              </a:solidFill>
              <a:latin typeface="Times New Roman" panose="02020603050405020304" charset="0"/>
              <a:cs typeface="Times New Roman" panose="02020603050405020304" charset="0"/>
            </a:endParaRPr>
          </a:p>
        </p:txBody>
      </p:sp>
      <p:sp>
        <p:nvSpPr>
          <p:cNvPr id="15" name="Text 1"/>
          <p:cNvSpPr/>
          <p:nvPr/>
        </p:nvSpPr>
        <p:spPr>
          <a:xfrm>
            <a:off x="6299200" y="1435100"/>
            <a:ext cx="5734050" cy="274241"/>
          </a:xfrm>
          <a:prstGeom prst="rect">
            <a:avLst/>
          </a:prstGeom>
          <a:noFill/>
        </p:spPr>
        <p:txBody>
          <a:bodyPr vert="horz" wrap="square" lIns="0" tIns="0" rIns="0" bIns="0" rtlCol="0" anchor="t"/>
          <a:lstStyle/>
          <a:p>
            <a:pPr marL="0" indent="0" algn="l">
              <a:lnSpc>
                <a:spcPts val="2160"/>
              </a:lnSpc>
              <a:buNone/>
            </a:pPr>
            <a:r>
              <a:rPr lang="en-US" sz="1800" dirty="0">
                <a:solidFill>
                  <a:srgbClr val="56F0E8"/>
                </a:solidFill>
                <a:latin typeface="Outfit" pitchFamily="34" charset="0"/>
                <a:ea typeface="Outfit" pitchFamily="34" charset="-122"/>
                <a:cs typeface="Outfit" pitchFamily="34" charset="-120"/>
              </a:rPr>
              <a:t>Definition</a:t>
            </a:r>
            <a:endParaRPr lang="en-US" sz="1800" dirty="0"/>
          </a:p>
        </p:txBody>
      </p:sp>
      <p:sp>
        <p:nvSpPr>
          <p:cNvPr id="16" name="Text 2"/>
          <p:cNvSpPr/>
          <p:nvPr/>
        </p:nvSpPr>
        <p:spPr>
          <a:xfrm>
            <a:off x="6210300" y="4381500"/>
            <a:ext cx="4889500" cy="641985"/>
          </a:xfrm>
          <a:prstGeom prst="rect">
            <a:avLst/>
          </a:prstGeom>
          <a:noFill/>
        </p:spPr>
        <p:txBody>
          <a:bodyPr vert="horz" wrap="square" lIns="0" tIns="0" rIns="0" bIns="0" rtlCol="0" anchor="t"/>
          <a:lstStyle/>
          <a:p>
            <a:pPr marL="285750" indent="-285750" algn="l">
              <a:lnSpc>
                <a:spcPct val="150000"/>
              </a:lnSpc>
              <a:buFont typeface="Arial" panose="020B0604020202020204" pitchFamily="34" charset="0"/>
              <a:buChar char="•"/>
            </a:pPr>
            <a:r>
              <a:rPr lang="en-US" altLang="en-US" sz="1600" dirty="0">
                <a:solidFill>
                  <a:schemeClr val="bg1"/>
                </a:solidFill>
                <a:latin typeface="Times New Roman" panose="02020603050405020304" charset="0"/>
                <a:cs typeface="Times New Roman" panose="02020603050405020304" charset="0"/>
              </a:rPr>
              <a:t>You are a financial advisor.</a:t>
            </a:r>
            <a:endParaRPr lang="en-US" altLang="en-US" sz="1600" dirty="0">
              <a:solidFill>
                <a:schemeClr val="bg1"/>
              </a:solidFill>
              <a:latin typeface="Times New Roman" panose="02020603050405020304" charset="0"/>
              <a:cs typeface="Times New Roman" panose="02020603050405020304" charset="0"/>
            </a:endParaRPr>
          </a:p>
          <a:p>
            <a:pPr marL="285750" indent="-285750" algn="l">
              <a:lnSpc>
                <a:spcPct val="150000"/>
              </a:lnSpc>
              <a:buFont typeface="Arial" panose="020B0604020202020204" pitchFamily="34" charset="0"/>
              <a:buChar char="•"/>
            </a:pPr>
            <a:r>
              <a:rPr lang="en-US" altLang="en-US" sz="1600" dirty="0">
                <a:solidFill>
                  <a:schemeClr val="bg1"/>
                </a:solidFill>
                <a:latin typeface="Times New Roman" panose="02020603050405020304" charset="0"/>
                <a:cs typeface="Times New Roman" panose="02020603050405020304" charset="0"/>
              </a:rPr>
              <a:t>Explain inflation in simple terms.</a:t>
            </a:r>
            <a:endParaRPr lang="en-US" altLang="en-US" sz="1600" dirty="0">
              <a:solidFill>
                <a:schemeClr val="bg1"/>
              </a:solidFill>
              <a:latin typeface="Times New Roman" panose="02020603050405020304" charset="0"/>
              <a:cs typeface="Times New Roman" panose="02020603050405020304" charset="0"/>
            </a:endParaRPr>
          </a:p>
          <a:p>
            <a:pPr marL="285750" indent="-285750" algn="l">
              <a:lnSpc>
                <a:spcPct val="150000"/>
              </a:lnSpc>
              <a:buFont typeface="Arial" panose="020B0604020202020204" pitchFamily="34" charset="0"/>
              <a:buChar char="•"/>
            </a:pPr>
            <a:r>
              <a:rPr lang="en-US" altLang="en-US" sz="1600" dirty="0">
                <a:solidFill>
                  <a:schemeClr val="bg1"/>
                </a:solidFill>
                <a:latin typeface="Times New Roman" panose="02020603050405020304" charset="0"/>
                <a:cs typeface="Times New Roman" panose="02020603050405020304" charset="0"/>
              </a:rPr>
              <a:t>Limit to 5 bullet points.”</a:t>
            </a:r>
            <a:endParaRPr lang="en-US" altLang="en-US" sz="1600" dirty="0">
              <a:solidFill>
                <a:schemeClr val="bg1"/>
              </a:solidFill>
              <a:latin typeface="Times New Roman" panose="02020603050405020304" charset="0"/>
              <a:cs typeface="Times New Roman" panose="02020603050405020304" charset="0"/>
            </a:endParaRPr>
          </a:p>
          <a:p>
            <a:pPr marL="0" indent="0" algn="l">
              <a:lnSpc>
                <a:spcPct val="100000"/>
              </a:lnSpc>
              <a:buNone/>
            </a:pPr>
            <a:endParaRPr lang="en-US" altLang="en-US" sz="1600" dirty="0">
              <a:solidFill>
                <a:schemeClr val="bg1"/>
              </a:solidFill>
              <a:latin typeface="Times New Roman" panose="02020603050405020304" charset="0"/>
              <a:cs typeface="Times New Roman" panose="02020603050405020304" charset="0"/>
            </a:endParaRPr>
          </a:p>
          <a:p>
            <a:pPr marL="0" indent="0" algn="l">
              <a:lnSpc>
                <a:spcPct val="100000"/>
              </a:lnSpc>
              <a:buNone/>
            </a:pPr>
            <a:r>
              <a:rPr lang="en-US" altLang="en-US" sz="1600" dirty="0">
                <a:solidFill>
                  <a:schemeClr val="bg1"/>
                </a:solidFill>
                <a:latin typeface="Times New Roman" panose="02020603050405020304" charset="0"/>
                <a:cs typeface="Times New Roman" panose="02020603050405020304" charset="0"/>
              </a:rPr>
              <a:t>As : Clear prompts → better results.</a:t>
            </a:r>
            <a:endParaRPr lang="en-US" altLang="en-US" sz="1600" dirty="0">
              <a:solidFill>
                <a:schemeClr val="bg1"/>
              </a:solidFill>
              <a:latin typeface="Times New Roman" panose="02020603050405020304" charset="0"/>
              <a:cs typeface="Times New Roman" panose="02020603050405020304" charset="0"/>
            </a:endParaRPr>
          </a:p>
          <a:p>
            <a:pPr marL="0" indent="0" algn="l">
              <a:lnSpc>
                <a:spcPts val="1800"/>
              </a:lnSpc>
              <a:buNone/>
            </a:pPr>
            <a:endParaRPr lang="en-US" altLang="en-US" sz="1400" dirty="0">
              <a:solidFill>
                <a:schemeClr val="bg1"/>
              </a:solidFill>
              <a:latin typeface="Times New Roman" panose="02020603050405020304" charset="0"/>
              <a:cs typeface="Times New Roman" panose="02020603050405020304" charset="0"/>
            </a:endParaRPr>
          </a:p>
          <a:p>
            <a:pPr marL="0" indent="0" algn="l">
              <a:lnSpc>
                <a:spcPts val="1800"/>
              </a:lnSpc>
              <a:buNone/>
            </a:pPr>
            <a:endParaRPr lang="en-US" altLang="en-US" sz="1200" dirty="0">
              <a:solidFill>
                <a:schemeClr val="bg1"/>
              </a:solidFill>
              <a:latin typeface="Times New Roman" panose="02020603050405020304" charset="0"/>
              <a:cs typeface="Times New Roman" panose="02020603050405020304" charset="0"/>
            </a:endParaRPr>
          </a:p>
        </p:txBody>
      </p:sp>
      <p:sp>
        <p:nvSpPr>
          <p:cNvPr id="17" name="Text 3"/>
          <p:cNvSpPr/>
          <p:nvPr/>
        </p:nvSpPr>
        <p:spPr>
          <a:xfrm>
            <a:off x="3404235" y="5024120"/>
            <a:ext cx="2246630" cy="490220"/>
          </a:xfrm>
          <a:prstGeom prst="rect">
            <a:avLst/>
          </a:prstGeom>
          <a:noFill/>
        </p:spPr>
        <p:txBody>
          <a:bodyPr vert="horz" wrap="square" lIns="0" tIns="0" rIns="0" bIns="0" rtlCol="0" anchor="t"/>
          <a:lstStyle/>
          <a:p>
            <a:pPr marL="0" indent="0" algn="l">
              <a:lnSpc>
                <a:spcPts val="1800"/>
              </a:lnSpc>
              <a:buNone/>
            </a:pPr>
            <a:endParaRPr lang="en-US" sz="1200" dirty="0"/>
          </a:p>
        </p:txBody>
      </p:sp>
      <p:sp>
        <p:nvSpPr>
          <p:cNvPr id="18" name="Text 4"/>
          <p:cNvSpPr/>
          <p:nvPr/>
        </p:nvSpPr>
        <p:spPr>
          <a:xfrm flipV="1">
            <a:off x="6210300" y="6099175"/>
            <a:ext cx="4889500" cy="299085"/>
          </a:xfrm>
          <a:prstGeom prst="rect">
            <a:avLst/>
          </a:prstGeom>
          <a:noFill/>
        </p:spPr>
        <p:txBody>
          <a:bodyPr vert="horz" wrap="square" lIns="0" tIns="0" rIns="0" bIns="0" rtlCol="0" anchor="t"/>
          <a:lstStyle/>
          <a:p>
            <a:pPr marL="0" indent="0" algn="l">
              <a:lnSpc>
                <a:spcPts val="1800"/>
              </a:lnSpc>
              <a:buNone/>
            </a:pPr>
            <a:endParaRPr lang="en-US" sz="1200" dirty="0"/>
          </a:p>
        </p:txBody>
      </p:sp>
      <p:sp>
        <p:nvSpPr>
          <p:cNvPr id="19" name="Text 5"/>
          <p:cNvSpPr/>
          <p:nvPr/>
        </p:nvSpPr>
        <p:spPr>
          <a:xfrm>
            <a:off x="6299200" y="3975100"/>
            <a:ext cx="5734050" cy="274241"/>
          </a:xfrm>
          <a:prstGeom prst="rect">
            <a:avLst/>
          </a:prstGeom>
          <a:noFill/>
        </p:spPr>
        <p:txBody>
          <a:bodyPr vert="horz" wrap="square" lIns="0" tIns="0" rIns="0" bIns="0" rtlCol="0" anchor="t"/>
          <a:lstStyle/>
          <a:p>
            <a:pPr marL="0" indent="0" algn="l">
              <a:lnSpc>
                <a:spcPts val="2160"/>
              </a:lnSpc>
              <a:buNone/>
            </a:pPr>
            <a:r>
              <a:rPr lang="en-US" sz="1800" dirty="0">
                <a:solidFill>
                  <a:srgbClr val="D3F87B"/>
                </a:solidFill>
                <a:latin typeface="Outfit" pitchFamily="34" charset="0"/>
                <a:ea typeface="Outfit" pitchFamily="34" charset="-122"/>
                <a:cs typeface="Outfit" pitchFamily="34" charset="-120"/>
              </a:rPr>
              <a:t>Example</a:t>
            </a:r>
            <a:endParaRPr lang="en-US" sz="1800" dirty="0"/>
          </a:p>
        </p:txBody>
      </p:sp>
      <p:sp>
        <p:nvSpPr>
          <p:cNvPr id="20" name="Text 6"/>
          <p:cNvSpPr/>
          <p:nvPr/>
        </p:nvSpPr>
        <p:spPr>
          <a:xfrm>
            <a:off x="990600" y="2425700"/>
            <a:ext cx="4038600" cy="1195784"/>
          </a:xfrm>
          <a:prstGeom prst="rect">
            <a:avLst/>
          </a:prstGeom>
          <a:noFill/>
        </p:spPr>
        <p:txBody>
          <a:bodyPr vert="horz" wrap="square" lIns="0" tIns="0" rIns="0" bIns="0" rtlCol="0" anchor="t"/>
          <a:lstStyle/>
          <a:p>
            <a:pPr marL="0" indent="0" algn="l">
              <a:lnSpc>
                <a:spcPts val="4610"/>
              </a:lnSpc>
              <a:buNone/>
            </a:pPr>
            <a:r>
              <a:rPr lang="en-US" sz="3200" b="1" dirty="0">
                <a:solidFill>
                  <a:srgbClr val="FFFFFF"/>
                </a:solidFill>
                <a:latin typeface="Poppins_Bold" pitchFamily="34" charset="0"/>
                <a:ea typeface="Poppins_Bold" pitchFamily="34" charset="-122"/>
                <a:cs typeface="Poppins_Bold" pitchFamily="34" charset="-120"/>
              </a:rPr>
              <a:t>Structure Of A Good Prompt </a:t>
            </a:r>
            <a:endParaRPr lang="en-US" sz="3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2"/>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3"/>
          <a:stretch>
            <a:fillRect/>
          </a:stretch>
        </p:blipFill>
        <p:spPr>
          <a:xfrm>
            <a:off x="0" y="0"/>
            <a:ext cx="12192000" cy="6858000"/>
          </a:xfrm>
          <a:prstGeom prst="rect">
            <a:avLst/>
          </a:prstGeom>
        </p:spPr>
      </p:pic>
      <p:pic>
        <p:nvPicPr>
          <p:cNvPr id="5" name="Image 3" descr="preencoded.png"/>
          <p:cNvPicPr>
            <a:picLocks noChangeAspect="1"/>
          </p:cNvPicPr>
          <p:nvPr/>
        </p:nvPicPr>
        <p:blipFill>
          <a:blip r:embed="rId4"/>
          <a:stretch>
            <a:fillRect/>
          </a:stretch>
        </p:blipFill>
        <p:spPr>
          <a:xfrm>
            <a:off x="0" y="0"/>
            <a:ext cx="12192000" cy="6858000"/>
          </a:xfrm>
          <a:prstGeom prst="rect">
            <a:avLst/>
          </a:prstGeom>
        </p:spPr>
      </p:pic>
      <p:pic>
        <p:nvPicPr>
          <p:cNvPr id="6" name="Image 4" descr="preencoded.png"/>
          <p:cNvPicPr>
            <a:picLocks noChangeAspect="1"/>
          </p:cNvPicPr>
          <p:nvPr/>
        </p:nvPicPr>
        <p:blipFill>
          <a:blip r:embed="rId5"/>
          <a:stretch>
            <a:fillRect/>
          </a:stretch>
        </p:blipFill>
        <p:spPr>
          <a:xfrm>
            <a:off x="977900" y="2387600"/>
            <a:ext cx="4838700" cy="1816100"/>
          </a:xfrm>
          <a:prstGeom prst="rect">
            <a:avLst/>
          </a:prstGeom>
        </p:spPr>
      </p:pic>
      <p:pic>
        <p:nvPicPr>
          <p:cNvPr id="7" name="Image 5" descr="preencoded.png"/>
          <p:cNvPicPr>
            <a:picLocks noChangeAspect="1"/>
          </p:cNvPicPr>
          <p:nvPr/>
        </p:nvPicPr>
        <p:blipFill>
          <a:blip r:embed="rId6"/>
          <a:stretch>
            <a:fillRect/>
          </a:stretch>
        </p:blipFill>
        <p:spPr>
          <a:xfrm>
            <a:off x="694690" y="2006600"/>
            <a:ext cx="711200" cy="76200"/>
          </a:xfrm>
          <a:prstGeom prst="rect">
            <a:avLst/>
          </a:prstGeom>
        </p:spPr>
      </p:pic>
      <p:pic>
        <p:nvPicPr>
          <p:cNvPr id="8" name="Image 6" descr="preencoded.png"/>
          <p:cNvPicPr>
            <a:picLocks noChangeAspect="1"/>
          </p:cNvPicPr>
          <p:nvPr>
            <p:custDataLst>
              <p:tags r:id="rId7"/>
            </p:custDataLst>
          </p:nvPr>
        </p:nvPicPr>
        <p:blipFill>
          <a:blip r:embed="rId8"/>
          <a:stretch>
            <a:fillRect/>
          </a:stretch>
        </p:blipFill>
        <p:spPr>
          <a:xfrm>
            <a:off x="6146800" y="1409700"/>
            <a:ext cx="5029200" cy="965200"/>
          </a:xfrm>
          <a:prstGeom prst="rect">
            <a:avLst/>
          </a:prstGeom>
        </p:spPr>
      </p:pic>
      <p:pic>
        <p:nvPicPr>
          <p:cNvPr id="9" name="Image 7" descr="preencoded.png"/>
          <p:cNvPicPr>
            <a:picLocks noChangeAspect="1"/>
          </p:cNvPicPr>
          <p:nvPr>
            <p:custDataLst>
              <p:tags r:id="rId9"/>
            </p:custDataLst>
          </p:nvPr>
        </p:nvPicPr>
        <p:blipFill>
          <a:blip r:embed="rId10"/>
          <a:stretch>
            <a:fillRect/>
          </a:stretch>
        </p:blipFill>
        <p:spPr>
          <a:xfrm>
            <a:off x="6223000" y="1016000"/>
            <a:ext cx="5029200" cy="368300"/>
          </a:xfrm>
          <a:prstGeom prst="rect">
            <a:avLst/>
          </a:prstGeom>
        </p:spPr>
      </p:pic>
      <p:pic>
        <p:nvPicPr>
          <p:cNvPr id="10" name="Image 8" descr="preencoded.png"/>
          <p:cNvPicPr>
            <a:picLocks noChangeAspect="1"/>
          </p:cNvPicPr>
          <p:nvPr>
            <p:custDataLst>
              <p:tags r:id="rId11"/>
            </p:custDataLst>
          </p:nvPr>
        </p:nvPicPr>
        <p:blipFill>
          <a:blip r:embed="rId8"/>
          <a:stretch>
            <a:fillRect/>
          </a:stretch>
        </p:blipFill>
        <p:spPr>
          <a:xfrm>
            <a:off x="6146800" y="3149600"/>
            <a:ext cx="5029200" cy="965200"/>
          </a:xfrm>
          <a:prstGeom prst="rect">
            <a:avLst/>
          </a:prstGeom>
        </p:spPr>
      </p:pic>
      <p:pic>
        <p:nvPicPr>
          <p:cNvPr id="11" name="Image 9" descr="preencoded.png"/>
          <p:cNvPicPr>
            <a:picLocks noChangeAspect="1"/>
          </p:cNvPicPr>
          <p:nvPr>
            <p:custDataLst>
              <p:tags r:id="rId12"/>
            </p:custDataLst>
          </p:nvPr>
        </p:nvPicPr>
        <p:blipFill>
          <a:blip r:embed="rId10"/>
          <a:stretch>
            <a:fillRect/>
          </a:stretch>
        </p:blipFill>
        <p:spPr>
          <a:xfrm>
            <a:off x="6223000" y="2755900"/>
            <a:ext cx="5029200" cy="368300"/>
          </a:xfrm>
          <a:prstGeom prst="rect">
            <a:avLst/>
          </a:prstGeom>
        </p:spPr>
      </p:pic>
      <p:pic>
        <p:nvPicPr>
          <p:cNvPr id="12" name="Image 10" descr="preencoded.png"/>
          <p:cNvPicPr>
            <a:picLocks noChangeAspect="1"/>
          </p:cNvPicPr>
          <p:nvPr>
            <p:custDataLst>
              <p:tags r:id="rId13"/>
            </p:custDataLst>
          </p:nvPr>
        </p:nvPicPr>
        <p:blipFill>
          <a:blip r:embed="rId14"/>
          <a:stretch>
            <a:fillRect/>
          </a:stretch>
        </p:blipFill>
        <p:spPr>
          <a:xfrm>
            <a:off x="6134100" y="1155700"/>
            <a:ext cx="88900" cy="88900"/>
          </a:xfrm>
          <a:prstGeom prst="rect">
            <a:avLst/>
          </a:prstGeom>
        </p:spPr>
      </p:pic>
      <p:pic>
        <p:nvPicPr>
          <p:cNvPr id="13" name="Image 11" descr="preencoded.png"/>
          <p:cNvPicPr>
            <a:picLocks noChangeAspect="1"/>
          </p:cNvPicPr>
          <p:nvPr>
            <p:custDataLst>
              <p:tags r:id="rId15"/>
            </p:custDataLst>
          </p:nvPr>
        </p:nvPicPr>
        <p:blipFill>
          <a:blip r:embed="rId16"/>
          <a:stretch>
            <a:fillRect/>
          </a:stretch>
        </p:blipFill>
        <p:spPr>
          <a:xfrm>
            <a:off x="6134100" y="2908300"/>
            <a:ext cx="88900" cy="88900"/>
          </a:xfrm>
          <a:prstGeom prst="rect">
            <a:avLst/>
          </a:prstGeom>
        </p:spPr>
      </p:pic>
      <p:pic>
        <p:nvPicPr>
          <p:cNvPr id="14" name="Image 12" descr="preencoded.png"/>
          <p:cNvPicPr>
            <a:picLocks noChangeAspect="1"/>
          </p:cNvPicPr>
          <p:nvPr>
            <p:custDataLst>
              <p:tags r:id="rId17"/>
            </p:custDataLst>
          </p:nvPr>
        </p:nvPicPr>
        <p:blipFill>
          <a:blip r:embed="rId8"/>
          <a:stretch>
            <a:fillRect/>
          </a:stretch>
        </p:blipFill>
        <p:spPr>
          <a:xfrm>
            <a:off x="6146800" y="4889500"/>
            <a:ext cx="5029200" cy="965200"/>
          </a:xfrm>
          <a:prstGeom prst="rect">
            <a:avLst/>
          </a:prstGeom>
        </p:spPr>
      </p:pic>
      <p:pic>
        <p:nvPicPr>
          <p:cNvPr id="15" name="Image 13" descr="preencoded.png"/>
          <p:cNvPicPr>
            <a:picLocks noChangeAspect="1"/>
          </p:cNvPicPr>
          <p:nvPr>
            <p:custDataLst>
              <p:tags r:id="rId18"/>
            </p:custDataLst>
          </p:nvPr>
        </p:nvPicPr>
        <p:blipFill>
          <a:blip r:embed="rId10"/>
          <a:stretch>
            <a:fillRect/>
          </a:stretch>
        </p:blipFill>
        <p:spPr>
          <a:xfrm>
            <a:off x="6223000" y="4495800"/>
            <a:ext cx="5029200" cy="368300"/>
          </a:xfrm>
          <a:prstGeom prst="rect">
            <a:avLst/>
          </a:prstGeom>
        </p:spPr>
      </p:pic>
      <p:pic>
        <p:nvPicPr>
          <p:cNvPr id="16" name="Image 14" descr="preencoded.png"/>
          <p:cNvPicPr>
            <a:picLocks noChangeAspect="1"/>
          </p:cNvPicPr>
          <p:nvPr>
            <p:custDataLst>
              <p:tags r:id="rId19"/>
            </p:custDataLst>
          </p:nvPr>
        </p:nvPicPr>
        <p:blipFill>
          <a:blip r:embed="rId20"/>
          <a:stretch>
            <a:fillRect/>
          </a:stretch>
        </p:blipFill>
        <p:spPr>
          <a:xfrm>
            <a:off x="6134100" y="4699000"/>
            <a:ext cx="88900" cy="88900"/>
          </a:xfrm>
          <a:prstGeom prst="rect">
            <a:avLst/>
          </a:prstGeom>
        </p:spPr>
      </p:pic>
      <p:sp>
        <p:nvSpPr>
          <p:cNvPr id="17" name="Text 0"/>
          <p:cNvSpPr/>
          <p:nvPr/>
        </p:nvSpPr>
        <p:spPr>
          <a:xfrm>
            <a:off x="694690" y="2425700"/>
            <a:ext cx="3697605" cy="1793875"/>
          </a:xfrm>
          <a:prstGeom prst="rect">
            <a:avLst/>
          </a:prstGeom>
          <a:noFill/>
        </p:spPr>
        <p:txBody>
          <a:bodyPr vert="horz" wrap="square" lIns="0" tIns="0" rIns="0" bIns="0" rtlCol="0" anchor="t"/>
          <a:lstStyle/>
          <a:p>
            <a:pPr marL="0" indent="0" algn="l">
              <a:lnSpc>
                <a:spcPts val="4610"/>
              </a:lnSpc>
              <a:buNone/>
            </a:pPr>
            <a:r>
              <a:rPr lang="en-US" sz="3200" b="1" dirty="0">
                <a:solidFill>
                  <a:srgbClr val="FFFFFF"/>
                </a:solidFill>
                <a:latin typeface="Poppins_Bold" pitchFamily="34" charset="0"/>
                <a:ea typeface="Poppins_Bold" pitchFamily="34" charset="-122"/>
                <a:cs typeface="Poppins_Bold" pitchFamily="34" charset="-120"/>
              </a:rPr>
              <a:t>Prediction Sequence</a:t>
            </a:r>
            <a:endParaRPr lang="en-US" sz="3200" b="1" dirty="0">
              <a:solidFill>
                <a:srgbClr val="FFFFFF"/>
              </a:solidFill>
              <a:latin typeface="Poppins_Bold" pitchFamily="34" charset="0"/>
              <a:ea typeface="Poppins_Bold" pitchFamily="34" charset="-122"/>
              <a:cs typeface="Poppins_Bold" pitchFamily="34" charset="-120"/>
            </a:endParaRPr>
          </a:p>
          <a:p>
            <a:pPr marL="0" indent="0" algn="l">
              <a:lnSpc>
                <a:spcPts val="4610"/>
              </a:lnSpc>
              <a:buNone/>
            </a:pPr>
            <a:r>
              <a:rPr lang="en-US" sz="3200" b="1" dirty="0">
                <a:solidFill>
                  <a:srgbClr val="FFFFFF"/>
                </a:solidFill>
                <a:latin typeface="Poppins_Bold" pitchFamily="34" charset="0"/>
                <a:ea typeface="Poppins_Bold" pitchFamily="34" charset="-122"/>
                <a:cs typeface="Poppins_Bold" pitchFamily="34" charset="-120"/>
              </a:rPr>
              <a:t>Through </a:t>
            </a:r>
            <a:endParaRPr lang="en-US" sz="3200" b="1" dirty="0">
              <a:solidFill>
                <a:srgbClr val="FFFFFF"/>
              </a:solidFill>
              <a:latin typeface="Poppins_Bold" pitchFamily="34" charset="0"/>
              <a:ea typeface="Poppins_Bold" pitchFamily="34" charset="-122"/>
              <a:cs typeface="Poppins_Bold" pitchFamily="34" charset="-120"/>
            </a:endParaRPr>
          </a:p>
          <a:p>
            <a:pPr marL="0" indent="0" algn="l">
              <a:lnSpc>
                <a:spcPts val="4610"/>
              </a:lnSpc>
              <a:buNone/>
            </a:pPr>
            <a:r>
              <a:rPr lang="en-US" sz="3200" b="1" dirty="0">
                <a:solidFill>
                  <a:srgbClr val="FFFFFF"/>
                </a:solidFill>
                <a:latin typeface="Poppins_Bold" pitchFamily="34" charset="0"/>
                <a:ea typeface="Poppins_Bold" pitchFamily="34" charset="-122"/>
                <a:cs typeface="Poppins_Bold" pitchFamily="34" charset="-120"/>
              </a:rPr>
              <a:t>Inference</a:t>
            </a:r>
            <a:endParaRPr lang="en-US" sz="3200" dirty="0"/>
          </a:p>
        </p:txBody>
      </p:sp>
      <p:sp>
        <p:nvSpPr>
          <p:cNvPr id="18" name="Text 1"/>
          <p:cNvSpPr/>
          <p:nvPr>
            <p:custDataLst>
              <p:tags r:id="rId21"/>
            </p:custDataLst>
          </p:nvPr>
        </p:nvSpPr>
        <p:spPr>
          <a:xfrm>
            <a:off x="6210300" y="1397000"/>
            <a:ext cx="4902201" cy="685800"/>
          </a:xfrm>
          <a:prstGeom prst="rect">
            <a:avLst/>
          </a:prstGeom>
          <a:noFill/>
        </p:spPr>
        <p:txBody>
          <a:bodyPr vert="horz" wrap="square" lIns="0" tIns="0" rIns="0" bIns="0" rtlCol="0" anchor="t"/>
          <a:lstStyle/>
          <a:p>
            <a:pPr marL="0" indent="0" algn="l">
              <a:lnSpc>
                <a:spcPct val="150000"/>
              </a:lnSpc>
              <a:buNone/>
            </a:pPr>
            <a:r>
              <a:rPr lang="en-US" sz="1600" dirty="0">
                <a:solidFill>
                  <a:srgbClr val="FFFFFF"/>
                </a:solidFill>
                <a:latin typeface="Times New Roman" panose="02020603050405020304" charset="0"/>
                <a:ea typeface="Outfit" pitchFamily="34" charset="-122"/>
                <a:cs typeface="Times New Roman" panose="02020603050405020304" charset="0"/>
              </a:rPr>
              <a:t>During inference, the model processes input prompts to predict output tokens, forming a sequence based on context</a:t>
            </a:r>
            <a:r>
              <a:rPr lang="en-US" sz="1400" dirty="0">
                <a:solidFill>
                  <a:srgbClr val="FFFFFF"/>
                </a:solidFill>
                <a:latin typeface="Times New Roman" panose="02020603050405020304" charset="0"/>
                <a:ea typeface="Outfit" pitchFamily="34" charset="-122"/>
                <a:cs typeface="Times New Roman" panose="02020603050405020304" charset="0"/>
              </a:rPr>
              <a:t>.</a:t>
            </a:r>
            <a:endParaRPr lang="en-US" sz="1400" dirty="0">
              <a:solidFill>
                <a:srgbClr val="FFFFFF"/>
              </a:solidFill>
              <a:latin typeface="Times New Roman" panose="02020603050405020304" charset="0"/>
              <a:ea typeface="Outfit" pitchFamily="34" charset="-122"/>
              <a:cs typeface="Times New Roman" panose="02020603050405020304" charset="0"/>
            </a:endParaRPr>
          </a:p>
        </p:txBody>
      </p:sp>
      <p:sp>
        <p:nvSpPr>
          <p:cNvPr id="19" name="Text 2"/>
          <p:cNvSpPr/>
          <p:nvPr>
            <p:custDataLst>
              <p:tags r:id="rId22"/>
            </p:custDataLst>
          </p:nvPr>
        </p:nvSpPr>
        <p:spPr>
          <a:xfrm>
            <a:off x="6286500" y="1054100"/>
            <a:ext cx="5746750" cy="274241"/>
          </a:xfrm>
          <a:prstGeom prst="rect">
            <a:avLst/>
          </a:prstGeom>
          <a:noFill/>
        </p:spPr>
        <p:txBody>
          <a:bodyPr vert="horz" wrap="square" lIns="0" tIns="0" rIns="0" bIns="0" rtlCol="0" anchor="t"/>
          <a:lstStyle/>
          <a:p>
            <a:pPr marL="0" indent="0" algn="l">
              <a:lnSpc>
                <a:spcPts val="2160"/>
              </a:lnSpc>
              <a:buNone/>
            </a:pPr>
            <a:r>
              <a:rPr lang="en-US" sz="1800" dirty="0">
                <a:solidFill>
                  <a:srgbClr val="56F0E8"/>
                </a:solidFill>
                <a:latin typeface="Outfit" pitchFamily="34" charset="0"/>
                <a:ea typeface="Outfit" pitchFamily="34" charset="-122"/>
                <a:cs typeface="Outfit" pitchFamily="34" charset="-120"/>
              </a:rPr>
              <a:t>Process Overview</a:t>
            </a:r>
            <a:endParaRPr lang="en-US" sz="1800" dirty="0"/>
          </a:p>
        </p:txBody>
      </p:sp>
      <p:sp>
        <p:nvSpPr>
          <p:cNvPr id="20" name="Text 3"/>
          <p:cNvSpPr/>
          <p:nvPr>
            <p:custDataLst>
              <p:tags r:id="rId23"/>
            </p:custDataLst>
          </p:nvPr>
        </p:nvSpPr>
        <p:spPr>
          <a:xfrm>
            <a:off x="6210300" y="3136900"/>
            <a:ext cx="4902201" cy="685800"/>
          </a:xfrm>
          <a:prstGeom prst="rect">
            <a:avLst/>
          </a:prstGeom>
          <a:noFill/>
        </p:spPr>
        <p:txBody>
          <a:bodyPr vert="horz" wrap="square" lIns="0" tIns="0" rIns="0" bIns="0" rtlCol="0" anchor="t"/>
          <a:lstStyle/>
          <a:p>
            <a:pPr marL="0" indent="0" algn="l">
              <a:lnSpc>
                <a:spcPct val="150000"/>
              </a:lnSpc>
              <a:buNone/>
            </a:pPr>
            <a:r>
              <a:rPr lang="en-US" sz="1600" dirty="0">
                <a:solidFill>
                  <a:srgbClr val="FFFFFF"/>
                </a:solidFill>
                <a:latin typeface="Times New Roman" panose="02020603050405020304" charset="0"/>
                <a:ea typeface="MonospacedNumber" pitchFamily="34" charset="-122"/>
                <a:cs typeface="Times New Roman" panose="02020603050405020304" charset="0"/>
              </a:rPr>
              <a:t>Output quality depends on the prompt and training data. The model transforms user requests into clear, relevant responses </a:t>
            </a:r>
            <a:endParaRPr lang="en-US" sz="1600" dirty="0">
              <a:solidFill>
                <a:srgbClr val="FFFFFF"/>
              </a:solidFill>
              <a:latin typeface="Times New Roman" panose="02020603050405020304" charset="0"/>
              <a:ea typeface="MonospacedNumber" pitchFamily="34" charset="-122"/>
              <a:cs typeface="Times New Roman" panose="02020603050405020304" charset="0"/>
            </a:endParaRPr>
          </a:p>
        </p:txBody>
      </p:sp>
      <p:sp>
        <p:nvSpPr>
          <p:cNvPr id="21" name="Text 4"/>
          <p:cNvSpPr/>
          <p:nvPr>
            <p:custDataLst>
              <p:tags r:id="rId24"/>
            </p:custDataLst>
          </p:nvPr>
        </p:nvSpPr>
        <p:spPr>
          <a:xfrm>
            <a:off x="6286500" y="2794000"/>
            <a:ext cx="5746750" cy="274241"/>
          </a:xfrm>
          <a:prstGeom prst="rect">
            <a:avLst/>
          </a:prstGeom>
          <a:noFill/>
        </p:spPr>
        <p:txBody>
          <a:bodyPr vert="horz" wrap="square" lIns="0" tIns="0" rIns="0" bIns="0" rtlCol="0" anchor="t"/>
          <a:lstStyle/>
          <a:p>
            <a:pPr marL="0" indent="0" algn="l">
              <a:lnSpc>
                <a:spcPts val="2160"/>
              </a:lnSpc>
              <a:buNone/>
            </a:pPr>
            <a:r>
              <a:rPr lang="en-US" sz="1800" dirty="0">
                <a:solidFill>
                  <a:srgbClr val="A5EC98"/>
                </a:solidFill>
                <a:latin typeface="Outfit" pitchFamily="34" charset="0"/>
                <a:ea typeface="Outfit" pitchFamily="34" charset="-122"/>
                <a:cs typeface="Outfit" pitchFamily="34" charset="-120"/>
              </a:rPr>
              <a:t>Outcome</a:t>
            </a:r>
            <a:endParaRPr lang="en-US" sz="1800" dirty="0"/>
          </a:p>
        </p:txBody>
      </p:sp>
      <p:sp>
        <p:nvSpPr>
          <p:cNvPr id="22" name="Text 5"/>
          <p:cNvSpPr/>
          <p:nvPr>
            <p:custDataLst>
              <p:tags r:id="rId25"/>
            </p:custDataLst>
          </p:nvPr>
        </p:nvSpPr>
        <p:spPr>
          <a:xfrm>
            <a:off x="6210300" y="5019040"/>
            <a:ext cx="4902200" cy="594360"/>
          </a:xfrm>
          <a:prstGeom prst="rect">
            <a:avLst/>
          </a:prstGeom>
          <a:noFill/>
        </p:spPr>
        <p:txBody>
          <a:bodyPr vert="horz" wrap="square" lIns="0" tIns="0" rIns="0" bIns="0" rtlCol="0" anchor="t"/>
          <a:lstStyle/>
          <a:p>
            <a:pPr marL="0" indent="0" algn="l">
              <a:lnSpc>
                <a:spcPct val="150000"/>
              </a:lnSpc>
              <a:buNone/>
            </a:pPr>
            <a:r>
              <a:rPr lang="en-US" altLang="en-US" sz="1600" dirty="0">
                <a:solidFill>
                  <a:schemeClr val="bg1"/>
                </a:solidFill>
                <a:latin typeface="Times New Roman" panose="02020603050405020304" charset="0"/>
                <a:cs typeface="Times New Roman" panose="02020603050405020304" charset="0"/>
              </a:rPr>
              <a:t>This lets AI models handle many tasks by understanding connections in training data.</a:t>
            </a:r>
            <a:endParaRPr lang="en-US" altLang="en-US" sz="1600" dirty="0">
              <a:solidFill>
                <a:schemeClr val="bg1"/>
              </a:solidFill>
              <a:latin typeface="Times New Roman" panose="02020603050405020304" charset="0"/>
              <a:cs typeface="Times New Roman" panose="02020603050405020304" charset="0"/>
            </a:endParaRPr>
          </a:p>
        </p:txBody>
      </p:sp>
      <p:sp>
        <p:nvSpPr>
          <p:cNvPr id="23" name="Text 6"/>
          <p:cNvSpPr/>
          <p:nvPr>
            <p:custDataLst>
              <p:tags r:id="rId26"/>
            </p:custDataLst>
          </p:nvPr>
        </p:nvSpPr>
        <p:spPr>
          <a:xfrm>
            <a:off x="6286500" y="4622800"/>
            <a:ext cx="5746750" cy="274241"/>
          </a:xfrm>
          <a:prstGeom prst="rect">
            <a:avLst/>
          </a:prstGeom>
          <a:noFill/>
        </p:spPr>
        <p:txBody>
          <a:bodyPr vert="horz" wrap="square" lIns="0" tIns="0" rIns="0" bIns="0" rtlCol="0" anchor="t"/>
          <a:lstStyle/>
          <a:p>
            <a:pPr marL="0" indent="0" algn="l">
              <a:lnSpc>
                <a:spcPts val="2160"/>
              </a:lnSpc>
              <a:buNone/>
            </a:pPr>
            <a:r>
              <a:rPr lang="en-US" sz="1800" dirty="0">
                <a:solidFill>
                  <a:srgbClr val="D3F87B"/>
                </a:solidFill>
                <a:latin typeface="Outfit" pitchFamily="34" charset="0"/>
                <a:ea typeface="Outfit" pitchFamily="34" charset="-122"/>
                <a:cs typeface="Outfit" pitchFamily="34" charset="-120"/>
              </a:rPr>
              <a:t>Foundational Principles (</a:t>
            </a:r>
            <a:r>
              <a:rPr lang="en-US" altLang="en-US" sz="1800" dirty="0">
                <a:solidFill>
                  <a:srgbClr val="D3F87B"/>
                </a:solidFill>
                <a:latin typeface="Outfit" pitchFamily="34" charset="0"/>
                <a:ea typeface="Outfit" pitchFamily="34" charset="-122"/>
                <a:cs typeface="Outfit" pitchFamily="34" charset="-120"/>
              </a:rPr>
              <a:t>Context</a:t>
            </a:r>
            <a:r>
              <a:rPr lang="en-US" sz="1800" dirty="0">
                <a:solidFill>
                  <a:srgbClr val="D3F87B"/>
                </a:solidFill>
                <a:latin typeface="Outfit" pitchFamily="34" charset="0"/>
                <a:ea typeface="Outfit" pitchFamily="34" charset="-122"/>
                <a:cs typeface="Outfit" pitchFamily="34" charset="-120"/>
              </a:rPr>
              <a:t>)</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2"/>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3"/>
          <a:stretch>
            <a:fillRect/>
          </a:stretch>
        </p:blipFill>
        <p:spPr>
          <a:xfrm>
            <a:off x="0" y="0"/>
            <a:ext cx="12192000" cy="6858000"/>
          </a:xfrm>
          <a:prstGeom prst="rect">
            <a:avLst/>
          </a:prstGeom>
        </p:spPr>
      </p:pic>
      <p:pic>
        <p:nvPicPr>
          <p:cNvPr id="5" name="Image 3" descr="preencoded.png"/>
          <p:cNvPicPr>
            <a:picLocks noChangeAspect="1"/>
          </p:cNvPicPr>
          <p:nvPr/>
        </p:nvPicPr>
        <p:blipFill>
          <a:blip r:embed="rId4"/>
          <a:stretch>
            <a:fillRect/>
          </a:stretch>
        </p:blipFill>
        <p:spPr>
          <a:xfrm>
            <a:off x="0" y="0"/>
            <a:ext cx="12192000" cy="6858000"/>
          </a:xfrm>
          <a:prstGeom prst="rect">
            <a:avLst/>
          </a:prstGeom>
        </p:spPr>
      </p:pic>
      <p:pic>
        <p:nvPicPr>
          <p:cNvPr id="6" name="Image 4" descr="preencoded.png"/>
          <p:cNvPicPr>
            <a:picLocks noChangeAspect="1"/>
          </p:cNvPicPr>
          <p:nvPr/>
        </p:nvPicPr>
        <p:blipFill>
          <a:blip r:embed="rId5"/>
          <a:stretch>
            <a:fillRect/>
          </a:stretch>
        </p:blipFill>
        <p:spPr>
          <a:xfrm>
            <a:off x="6146800" y="1790700"/>
            <a:ext cx="5016500" cy="1625600"/>
          </a:xfrm>
          <a:prstGeom prst="rect">
            <a:avLst/>
          </a:prstGeom>
        </p:spPr>
      </p:pic>
      <p:pic>
        <p:nvPicPr>
          <p:cNvPr id="7" name="Image 5" descr="preencoded.png"/>
          <p:cNvPicPr>
            <a:picLocks noChangeAspect="1"/>
          </p:cNvPicPr>
          <p:nvPr/>
        </p:nvPicPr>
        <p:blipFill>
          <a:blip r:embed="rId6"/>
          <a:stretch>
            <a:fillRect/>
          </a:stretch>
        </p:blipFill>
        <p:spPr>
          <a:xfrm>
            <a:off x="6235700" y="1397000"/>
            <a:ext cx="5016500" cy="368300"/>
          </a:xfrm>
          <a:prstGeom prst="rect">
            <a:avLst/>
          </a:prstGeom>
        </p:spPr>
      </p:pic>
      <p:pic>
        <p:nvPicPr>
          <p:cNvPr id="8" name="Image 6" descr="preencoded.png"/>
          <p:cNvPicPr>
            <a:picLocks noChangeAspect="1"/>
          </p:cNvPicPr>
          <p:nvPr/>
        </p:nvPicPr>
        <p:blipFill>
          <a:blip r:embed="rId7"/>
          <a:stretch>
            <a:fillRect/>
          </a:stretch>
        </p:blipFill>
        <p:spPr>
          <a:xfrm>
            <a:off x="6146800" y="4330700"/>
            <a:ext cx="5016500" cy="1638300"/>
          </a:xfrm>
          <a:prstGeom prst="rect">
            <a:avLst/>
          </a:prstGeom>
        </p:spPr>
      </p:pic>
      <p:pic>
        <p:nvPicPr>
          <p:cNvPr id="9" name="Image 7" descr="preencoded.png"/>
          <p:cNvPicPr>
            <a:picLocks noChangeAspect="1"/>
          </p:cNvPicPr>
          <p:nvPr/>
        </p:nvPicPr>
        <p:blipFill>
          <a:blip r:embed="rId6"/>
          <a:stretch>
            <a:fillRect/>
          </a:stretch>
        </p:blipFill>
        <p:spPr>
          <a:xfrm>
            <a:off x="6235700" y="3937000"/>
            <a:ext cx="5016500" cy="368300"/>
          </a:xfrm>
          <a:prstGeom prst="rect">
            <a:avLst/>
          </a:prstGeom>
        </p:spPr>
      </p:pic>
      <p:pic>
        <p:nvPicPr>
          <p:cNvPr id="10" name="Image 8" descr="preencoded.png"/>
          <p:cNvPicPr>
            <a:picLocks noChangeAspect="1"/>
          </p:cNvPicPr>
          <p:nvPr/>
        </p:nvPicPr>
        <p:blipFill>
          <a:blip r:embed="rId8"/>
          <a:stretch>
            <a:fillRect/>
          </a:stretch>
        </p:blipFill>
        <p:spPr>
          <a:xfrm>
            <a:off x="977900" y="2387600"/>
            <a:ext cx="3975100" cy="1231900"/>
          </a:xfrm>
          <a:prstGeom prst="rect">
            <a:avLst/>
          </a:prstGeom>
        </p:spPr>
      </p:pic>
      <p:pic>
        <p:nvPicPr>
          <p:cNvPr id="11" name="Image 9" descr="preencoded.png"/>
          <p:cNvPicPr>
            <a:picLocks noChangeAspect="1"/>
          </p:cNvPicPr>
          <p:nvPr/>
        </p:nvPicPr>
        <p:blipFill>
          <a:blip r:embed="rId9"/>
          <a:stretch>
            <a:fillRect/>
          </a:stretch>
        </p:blipFill>
        <p:spPr>
          <a:xfrm>
            <a:off x="1028700" y="1993900"/>
            <a:ext cx="711200" cy="76200"/>
          </a:xfrm>
          <a:prstGeom prst="rect">
            <a:avLst/>
          </a:prstGeom>
        </p:spPr>
      </p:pic>
      <p:pic>
        <p:nvPicPr>
          <p:cNvPr id="12" name="Image 10" descr="preencoded.png"/>
          <p:cNvPicPr>
            <a:picLocks noChangeAspect="1"/>
          </p:cNvPicPr>
          <p:nvPr/>
        </p:nvPicPr>
        <p:blipFill>
          <a:blip r:embed="rId10"/>
          <a:stretch>
            <a:fillRect/>
          </a:stretch>
        </p:blipFill>
        <p:spPr>
          <a:xfrm>
            <a:off x="6134100" y="1536700"/>
            <a:ext cx="88900" cy="88900"/>
          </a:xfrm>
          <a:prstGeom prst="rect">
            <a:avLst/>
          </a:prstGeom>
        </p:spPr>
      </p:pic>
      <p:pic>
        <p:nvPicPr>
          <p:cNvPr id="13" name="Image 11" descr="preencoded.png"/>
          <p:cNvPicPr>
            <a:picLocks noChangeAspect="1"/>
          </p:cNvPicPr>
          <p:nvPr/>
        </p:nvPicPr>
        <p:blipFill>
          <a:blip r:embed="rId11"/>
          <a:stretch>
            <a:fillRect/>
          </a:stretch>
        </p:blipFill>
        <p:spPr>
          <a:xfrm>
            <a:off x="6121400" y="3708400"/>
            <a:ext cx="88900" cy="88900"/>
          </a:xfrm>
          <a:prstGeom prst="rect">
            <a:avLst/>
          </a:prstGeom>
        </p:spPr>
      </p:pic>
      <p:sp>
        <p:nvSpPr>
          <p:cNvPr id="14" name="Text 0"/>
          <p:cNvSpPr/>
          <p:nvPr/>
        </p:nvSpPr>
        <p:spPr>
          <a:xfrm>
            <a:off x="6210300" y="1828800"/>
            <a:ext cx="5359401" cy="1371600"/>
          </a:xfrm>
          <a:prstGeom prst="rect">
            <a:avLst/>
          </a:prstGeom>
          <a:noFill/>
        </p:spPr>
        <p:txBody>
          <a:bodyPr vert="horz" wrap="square" lIns="0" tIns="0" rIns="0" bIns="0" rtlCol="0" anchor="t"/>
          <a:lstStyle/>
          <a:p>
            <a:pPr marL="0" indent="0" algn="l">
              <a:lnSpc>
                <a:spcPct val="150000"/>
              </a:lnSpc>
              <a:buNone/>
            </a:pPr>
            <a:r>
              <a:rPr lang="en-US" altLang="en-US" sz="1600" dirty="0">
                <a:solidFill>
                  <a:schemeClr val="bg1"/>
                </a:solidFill>
                <a:latin typeface="Times New Roman" panose="02020603050405020304" charset="0"/>
                <a:cs typeface="Times New Roman" panose="02020603050405020304" charset="0"/>
              </a:rPr>
              <a:t>It is a component that converts raw LLM text into a structured and usable format as it transforms the model’s response into structured data.</a:t>
            </a:r>
            <a:endParaRPr lang="en-US" altLang="en-US" sz="1600" dirty="0">
              <a:solidFill>
                <a:schemeClr val="bg1"/>
              </a:solidFill>
              <a:latin typeface="Times New Roman" panose="02020603050405020304" charset="0"/>
              <a:cs typeface="Times New Roman" panose="02020603050405020304" charset="0"/>
            </a:endParaRPr>
          </a:p>
        </p:txBody>
      </p:sp>
      <p:sp>
        <p:nvSpPr>
          <p:cNvPr id="15" name="Text 1"/>
          <p:cNvSpPr/>
          <p:nvPr/>
        </p:nvSpPr>
        <p:spPr>
          <a:xfrm>
            <a:off x="6299200" y="1435100"/>
            <a:ext cx="5734050" cy="274241"/>
          </a:xfrm>
          <a:prstGeom prst="rect">
            <a:avLst/>
          </a:prstGeom>
          <a:noFill/>
        </p:spPr>
        <p:txBody>
          <a:bodyPr vert="horz" wrap="square" lIns="0" tIns="0" rIns="0" bIns="0" rtlCol="0" anchor="t"/>
          <a:lstStyle/>
          <a:p>
            <a:pPr marL="0" indent="0" algn="l">
              <a:lnSpc>
                <a:spcPts val="2160"/>
              </a:lnSpc>
              <a:buNone/>
            </a:pPr>
            <a:r>
              <a:rPr lang="en-US" sz="1800" dirty="0">
                <a:solidFill>
                  <a:srgbClr val="56F0E8"/>
                </a:solidFill>
                <a:latin typeface="Outfit" pitchFamily="34" charset="0"/>
                <a:ea typeface="Outfit" pitchFamily="34" charset="-122"/>
                <a:cs typeface="Outfit" pitchFamily="34" charset="-120"/>
              </a:rPr>
              <a:t>Definition</a:t>
            </a:r>
            <a:endParaRPr lang="en-US" sz="1800" dirty="0"/>
          </a:p>
        </p:txBody>
      </p:sp>
      <p:sp>
        <p:nvSpPr>
          <p:cNvPr id="16" name="Text 2"/>
          <p:cNvSpPr/>
          <p:nvPr/>
        </p:nvSpPr>
        <p:spPr>
          <a:xfrm>
            <a:off x="6210300" y="3990340"/>
            <a:ext cx="5325745" cy="1033145"/>
          </a:xfrm>
          <a:prstGeom prst="rect">
            <a:avLst/>
          </a:prstGeom>
          <a:noFill/>
        </p:spPr>
        <p:txBody>
          <a:bodyPr vert="horz" wrap="square" lIns="0" tIns="0" rIns="0" bIns="0" rtlCol="0" anchor="t"/>
          <a:lstStyle/>
          <a:p>
            <a:pPr marL="0" indent="0" algn="l">
              <a:lnSpc>
                <a:spcPct val="150000"/>
              </a:lnSpc>
              <a:buNone/>
            </a:pPr>
            <a:r>
              <a:rPr lang="en-US" altLang="en-US" sz="1600" dirty="0">
                <a:solidFill>
                  <a:schemeClr val="bg1"/>
                </a:solidFill>
                <a:latin typeface="Times New Roman" panose="02020603050405020304" charset="0"/>
                <a:cs typeface="Times New Roman" panose="02020603050405020304" charset="0"/>
              </a:rPr>
              <a:t>LLMs naturally return free text as outputs maybe unpredictable or sometimes inconsistent but applications often need:</a:t>
            </a:r>
            <a:endParaRPr lang="en-US" altLang="en-US" sz="1600" dirty="0">
              <a:solidFill>
                <a:schemeClr val="bg1"/>
              </a:solidFill>
              <a:latin typeface="Times New Roman" panose="02020603050405020304" charset="0"/>
              <a:cs typeface="Times New Roman" panose="02020603050405020304" charset="0"/>
            </a:endParaRPr>
          </a:p>
          <a:p>
            <a:pPr marL="285750" indent="-285750" algn="l">
              <a:lnSpc>
                <a:spcPts val="1800"/>
              </a:lnSpc>
              <a:buFont typeface="Arial" panose="020B0604020202020204" pitchFamily="34" charset="0"/>
              <a:buChar char="•"/>
            </a:pPr>
            <a:endParaRPr lang="en-US" altLang="en-US" sz="1600" dirty="0">
              <a:solidFill>
                <a:schemeClr val="bg1"/>
              </a:solidFill>
              <a:latin typeface="Times New Roman" panose="02020603050405020304" charset="0"/>
              <a:cs typeface="Times New Roman" panose="02020603050405020304" charset="0"/>
            </a:endParaRPr>
          </a:p>
          <a:p>
            <a:pPr marL="285750" indent="-285750" algn="l">
              <a:lnSpc>
                <a:spcPts val="1800"/>
              </a:lnSpc>
              <a:buFont typeface="Arial" panose="020B0604020202020204" pitchFamily="34" charset="0"/>
              <a:buChar char="•"/>
            </a:pPr>
            <a:r>
              <a:rPr lang="en-US" altLang="en-US" sz="1600" dirty="0">
                <a:solidFill>
                  <a:schemeClr val="bg1"/>
                </a:solidFill>
                <a:latin typeface="Times New Roman" panose="02020603050405020304" charset="0"/>
                <a:cs typeface="Times New Roman" panose="02020603050405020304" charset="0"/>
              </a:rPr>
              <a:t>JSON</a:t>
            </a:r>
            <a:endParaRPr lang="en-US" altLang="en-US" sz="1600" dirty="0">
              <a:solidFill>
                <a:schemeClr val="bg1"/>
              </a:solidFill>
              <a:latin typeface="Times New Roman" panose="02020603050405020304" charset="0"/>
              <a:cs typeface="Times New Roman" panose="02020603050405020304" charset="0"/>
            </a:endParaRPr>
          </a:p>
          <a:p>
            <a:pPr marL="285750" indent="-285750" algn="l">
              <a:lnSpc>
                <a:spcPts val="1800"/>
              </a:lnSpc>
              <a:buFont typeface="Arial" panose="020B0604020202020204" pitchFamily="34" charset="0"/>
              <a:buChar char="•"/>
            </a:pPr>
            <a:endParaRPr lang="en-US" altLang="en-US" sz="1600" dirty="0">
              <a:solidFill>
                <a:schemeClr val="bg1"/>
              </a:solidFill>
              <a:latin typeface="Times New Roman" panose="02020603050405020304" charset="0"/>
              <a:cs typeface="Times New Roman" panose="02020603050405020304" charset="0"/>
            </a:endParaRPr>
          </a:p>
          <a:p>
            <a:pPr marL="285750" indent="-285750" algn="l">
              <a:lnSpc>
                <a:spcPts val="1800"/>
              </a:lnSpc>
              <a:buFont typeface="Arial" panose="020B0604020202020204" pitchFamily="34" charset="0"/>
              <a:buChar char="•"/>
            </a:pPr>
            <a:r>
              <a:rPr lang="en-US" altLang="en-US" sz="1600" dirty="0">
                <a:solidFill>
                  <a:schemeClr val="bg1"/>
                </a:solidFill>
                <a:latin typeface="Times New Roman" panose="02020603050405020304" charset="0"/>
                <a:cs typeface="Times New Roman" panose="02020603050405020304" charset="0"/>
              </a:rPr>
              <a:t>List</a:t>
            </a:r>
            <a:endParaRPr lang="en-US" altLang="en-US" sz="1600" dirty="0">
              <a:solidFill>
                <a:schemeClr val="bg1"/>
              </a:solidFill>
              <a:latin typeface="Times New Roman" panose="02020603050405020304" charset="0"/>
              <a:cs typeface="Times New Roman" panose="02020603050405020304" charset="0"/>
            </a:endParaRPr>
          </a:p>
        </p:txBody>
      </p:sp>
      <p:sp>
        <p:nvSpPr>
          <p:cNvPr id="17" name="Text 3"/>
          <p:cNvSpPr/>
          <p:nvPr/>
        </p:nvSpPr>
        <p:spPr>
          <a:xfrm>
            <a:off x="3404235" y="5024120"/>
            <a:ext cx="2246630" cy="490220"/>
          </a:xfrm>
          <a:prstGeom prst="rect">
            <a:avLst/>
          </a:prstGeom>
          <a:noFill/>
        </p:spPr>
        <p:txBody>
          <a:bodyPr vert="horz" wrap="square" lIns="0" tIns="0" rIns="0" bIns="0" rtlCol="0" anchor="t"/>
          <a:lstStyle/>
          <a:p>
            <a:pPr marL="0" indent="0" algn="l">
              <a:lnSpc>
                <a:spcPts val="1800"/>
              </a:lnSpc>
              <a:buNone/>
            </a:pPr>
            <a:endParaRPr lang="en-US" sz="1200" dirty="0"/>
          </a:p>
        </p:txBody>
      </p:sp>
      <p:sp>
        <p:nvSpPr>
          <p:cNvPr id="18" name="Text 4"/>
          <p:cNvSpPr/>
          <p:nvPr/>
        </p:nvSpPr>
        <p:spPr>
          <a:xfrm flipV="1">
            <a:off x="6210300" y="6099175"/>
            <a:ext cx="4889500" cy="299085"/>
          </a:xfrm>
          <a:prstGeom prst="rect">
            <a:avLst/>
          </a:prstGeom>
          <a:noFill/>
        </p:spPr>
        <p:txBody>
          <a:bodyPr vert="horz" wrap="square" lIns="0" tIns="0" rIns="0" bIns="0" rtlCol="0" anchor="t"/>
          <a:lstStyle/>
          <a:p>
            <a:pPr marL="0" indent="0" algn="l">
              <a:lnSpc>
                <a:spcPts val="1800"/>
              </a:lnSpc>
              <a:buNone/>
            </a:pPr>
            <a:endParaRPr lang="en-US" sz="1200" dirty="0"/>
          </a:p>
        </p:txBody>
      </p:sp>
      <p:sp>
        <p:nvSpPr>
          <p:cNvPr id="19" name="Text 5"/>
          <p:cNvSpPr/>
          <p:nvPr/>
        </p:nvSpPr>
        <p:spPr>
          <a:xfrm>
            <a:off x="6299200" y="3616960"/>
            <a:ext cx="5734050" cy="632460"/>
          </a:xfrm>
          <a:prstGeom prst="rect">
            <a:avLst/>
          </a:prstGeom>
          <a:noFill/>
        </p:spPr>
        <p:txBody>
          <a:bodyPr vert="horz" wrap="square" lIns="0" tIns="0" rIns="0" bIns="0" rtlCol="0" anchor="t"/>
          <a:lstStyle/>
          <a:p>
            <a:pPr marL="0" indent="0" algn="l">
              <a:lnSpc>
                <a:spcPts val="2160"/>
              </a:lnSpc>
              <a:buNone/>
            </a:pPr>
            <a:r>
              <a:rPr lang="en-US" sz="1800" dirty="0">
                <a:solidFill>
                  <a:srgbClr val="D3F87B"/>
                </a:solidFill>
                <a:latin typeface="Outfit" pitchFamily="34" charset="0"/>
                <a:ea typeface="Outfit" pitchFamily="34" charset="-122"/>
                <a:cs typeface="Outfit" pitchFamily="34" charset="-120"/>
              </a:rPr>
              <a:t>Benefits</a:t>
            </a:r>
            <a:endParaRPr lang="en-US" sz="1800" dirty="0"/>
          </a:p>
        </p:txBody>
      </p:sp>
      <p:sp>
        <p:nvSpPr>
          <p:cNvPr id="20" name="Text 6"/>
          <p:cNvSpPr/>
          <p:nvPr/>
        </p:nvSpPr>
        <p:spPr>
          <a:xfrm>
            <a:off x="990600" y="2425700"/>
            <a:ext cx="4038600" cy="1195784"/>
          </a:xfrm>
          <a:prstGeom prst="rect">
            <a:avLst/>
          </a:prstGeom>
          <a:noFill/>
        </p:spPr>
        <p:txBody>
          <a:bodyPr vert="horz" wrap="square" lIns="0" tIns="0" rIns="0" bIns="0" rtlCol="0" anchor="t"/>
          <a:lstStyle/>
          <a:p>
            <a:pPr marL="0" indent="0" algn="l">
              <a:lnSpc>
                <a:spcPts val="4610"/>
              </a:lnSpc>
              <a:buNone/>
            </a:pPr>
            <a:r>
              <a:rPr lang="en-US" sz="3200" b="1" dirty="0">
                <a:solidFill>
                  <a:srgbClr val="FFFFFF"/>
                </a:solidFill>
                <a:latin typeface="Poppins_Bold" pitchFamily="34" charset="0"/>
                <a:ea typeface="Poppins_Bold" pitchFamily="34" charset="-122"/>
                <a:cs typeface="Poppins_Bold" pitchFamily="34" charset="-120"/>
              </a:rPr>
              <a:t>Output Parser</a:t>
            </a:r>
            <a:endParaRPr lang="en-US" sz="3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2"/>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3"/>
          <a:stretch>
            <a:fillRect/>
          </a:stretch>
        </p:blipFill>
        <p:spPr>
          <a:xfrm>
            <a:off x="0" y="0"/>
            <a:ext cx="12192000" cy="6858000"/>
          </a:xfrm>
          <a:prstGeom prst="rect">
            <a:avLst/>
          </a:prstGeom>
        </p:spPr>
      </p:pic>
      <p:pic>
        <p:nvPicPr>
          <p:cNvPr id="5" name="Image 3" descr="preencoded.png"/>
          <p:cNvPicPr>
            <a:picLocks noChangeAspect="1"/>
          </p:cNvPicPr>
          <p:nvPr/>
        </p:nvPicPr>
        <p:blipFill>
          <a:blip r:embed="rId4"/>
          <a:stretch>
            <a:fillRect/>
          </a:stretch>
        </p:blipFill>
        <p:spPr>
          <a:xfrm>
            <a:off x="0" y="0"/>
            <a:ext cx="12192000" cy="6858000"/>
          </a:xfrm>
          <a:prstGeom prst="rect">
            <a:avLst/>
          </a:prstGeom>
        </p:spPr>
      </p:pic>
      <p:pic>
        <p:nvPicPr>
          <p:cNvPr id="6" name="Image 4" descr="preencoded.png"/>
          <p:cNvPicPr>
            <a:picLocks noChangeAspect="1"/>
          </p:cNvPicPr>
          <p:nvPr/>
        </p:nvPicPr>
        <p:blipFill>
          <a:blip r:embed="rId5"/>
          <a:stretch>
            <a:fillRect/>
          </a:stretch>
        </p:blipFill>
        <p:spPr>
          <a:xfrm>
            <a:off x="6146800" y="1790700"/>
            <a:ext cx="5016500" cy="1625600"/>
          </a:xfrm>
          <a:prstGeom prst="rect">
            <a:avLst/>
          </a:prstGeom>
        </p:spPr>
      </p:pic>
      <p:pic>
        <p:nvPicPr>
          <p:cNvPr id="7" name="Image 5" descr="preencoded.png"/>
          <p:cNvPicPr>
            <a:picLocks noChangeAspect="1"/>
          </p:cNvPicPr>
          <p:nvPr/>
        </p:nvPicPr>
        <p:blipFill>
          <a:blip r:embed="rId6"/>
          <a:stretch>
            <a:fillRect/>
          </a:stretch>
        </p:blipFill>
        <p:spPr>
          <a:xfrm>
            <a:off x="6235700" y="1397000"/>
            <a:ext cx="5016500" cy="368300"/>
          </a:xfrm>
          <a:prstGeom prst="rect">
            <a:avLst/>
          </a:prstGeom>
        </p:spPr>
      </p:pic>
      <p:pic>
        <p:nvPicPr>
          <p:cNvPr id="8" name="Image 6" descr="preencoded.png"/>
          <p:cNvPicPr>
            <a:picLocks noChangeAspect="1"/>
          </p:cNvPicPr>
          <p:nvPr/>
        </p:nvPicPr>
        <p:blipFill>
          <a:blip r:embed="rId7"/>
          <a:stretch>
            <a:fillRect/>
          </a:stretch>
        </p:blipFill>
        <p:spPr>
          <a:xfrm>
            <a:off x="6146800" y="4330700"/>
            <a:ext cx="5016500" cy="1638300"/>
          </a:xfrm>
          <a:prstGeom prst="rect">
            <a:avLst/>
          </a:prstGeom>
        </p:spPr>
      </p:pic>
      <p:pic>
        <p:nvPicPr>
          <p:cNvPr id="9" name="Image 7" descr="preencoded.png"/>
          <p:cNvPicPr>
            <a:picLocks noChangeAspect="1"/>
          </p:cNvPicPr>
          <p:nvPr/>
        </p:nvPicPr>
        <p:blipFill>
          <a:blip r:embed="rId6"/>
          <a:stretch>
            <a:fillRect/>
          </a:stretch>
        </p:blipFill>
        <p:spPr>
          <a:xfrm>
            <a:off x="6235700" y="3937000"/>
            <a:ext cx="5016500" cy="368300"/>
          </a:xfrm>
          <a:prstGeom prst="rect">
            <a:avLst/>
          </a:prstGeom>
        </p:spPr>
      </p:pic>
      <p:pic>
        <p:nvPicPr>
          <p:cNvPr id="10" name="Image 8" descr="preencoded.png"/>
          <p:cNvPicPr>
            <a:picLocks noChangeAspect="1"/>
          </p:cNvPicPr>
          <p:nvPr/>
        </p:nvPicPr>
        <p:blipFill>
          <a:blip r:embed="rId8"/>
          <a:stretch>
            <a:fillRect/>
          </a:stretch>
        </p:blipFill>
        <p:spPr>
          <a:xfrm>
            <a:off x="977900" y="2387600"/>
            <a:ext cx="3975100" cy="1231900"/>
          </a:xfrm>
          <a:prstGeom prst="rect">
            <a:avLst/>
          </a:prstGeom>
        </p:spPr>
      </p:pic>
      <p:pic>
        <p:nvPicPr>
          <p:cNvPr id="11" name="Image 9" descr="preencoded.png"/>
          <p:cNvPicPr>
            <a:picLocks noChangeAspect="1"/>
          </p:cNvPicPr>
          <p:nvPr/>
        </p:nvPicPr>
        <p:blipFill>
          <a:blip r:embed="rId9"/>
          <a:stretch>
            <a:fillRect/>
          </a:stretch>
        </p:blipFill>
        <p:spPr>
          <a:xfrm>
            <a:off x="1028700" y="1993900"/>
            <a:ext cx="711200" cy="76200"/>
          </a:xfrm>
          <a:prstGeom prst="rect">
            <a:avLst/>
          </a:prstGeom>
        </p:spPr>
      </p:pic>
      <p:pic>
        <p:nvPicPr>
          <p:cNvPr id="12" name="Image 10" descr="preencoded.png"/>
          <p:cNvPicPr>
            <a:picLocks noChangeAspect="1"/>
          </p:cNvPicPr>
          <p:nvPr/>
        </p:nvPicPr>
        <p:blipFill>
          <a:blip r:embed="rId10"/>
          <a:stretch>
            <a:fillRect/>
          </a:stretch>
        </p:blipFill>
        <p:spPr>
          <a:xfrm>
            <a:off x="6121400" y="1244600"/>
            <a:ext cx="88900" cy="88900"/>
          </a:xfrm>
          <a:prstGeom prst="rect">
            <a:avLst/>
          </a:prstGeom>
        </p:spPr>
      </p:pic>
      <p:pic>
        <p:nvPicPr>
          <p:cNvPr id="13" name="Image 11" descr="preencoded.png"/>
          <p:cNvPicPr>
            <a:picLocks noChangeAspect="1"/>
          </p:cNvPicPr>
          <p:nvPr/>
        </p:nvPicPr>
        <p:blipFill>
          <a:blip r:embed="rId11"/>
          <a:stretch>
            <a:fillRect/>
          </a:stretch>
        </p:blipFill>
        <p:spPr>
          <a:xfrm>
            <a:off x="6146800" y="3708400"/>
            <a:ext cx="88900" cy="88900"/>
          </a:xfrm>
          <a:prstGeom prst="rect">
            <a:avLst/>
          </a:prstGeom>
        </p:spPr>
      </p:pic>
      <p:sp>
        <p:nvSpPr>
          <p:cNvPr id="14" name="Text 0"/>
          <p:cNvSpPr/>
          <p:nvPr/>
        </p:nvSpPr>
        <p:spPr>
          <a:xfrm>
            <a:off x="6210300" y="1539240"/>
            <a:ext cx="5359400" cy="1661160"/>
          </a:xfrm>
          <a:prstGeom prst="rect">
            <a:avLst/>
          </a:prstGeom>
          <a:noFill/>
        </p:spPr>
        <p:txBody>
          <a:bodyPr vert="horz" wrap="square" lIns="0" tIns="0" rIns="0" bIns="0" rtlCol="0" anchor="t"/>
          <a:lstStyle/>
          <a:p>
            <a:pPr marL="285750" indent="-285750" algn="l">
              <a:lnSpc>
                <a:spcPct val="100000"/>
              </a:lnSpc>
              <a:buFont typeface="Arial" panose="020B0604020202020204" pitchFamily="34" charset="0"/>
              <a:buChar char="•"/>
            </a:pPr>
            <a:r>
              <a:rPr lang="en-US" altLang="en-US" sz="1600" dirty="0">
                <a:solidFill>
                  <a:schemeClr val="bg1"/>
                </a:solidFill>
                <a:latin typeface="Times New Roman" panose="02020603050405020304" charset="0"/>
                <a:cs typeface="Times New Roman" panose="02020603050405020304" charset="0"/>
              </a:rPr>
              <a:t>You define the expected format</a:t>
            </a:r>
            <a:endParaRPr lang="en-US" altLang="en-US" sz="1600" dirty="0">
              <a:solidFill>
                <a:schemeClr val="bg1"/>
              </a:solidFill>
              <a:latin typeface="Times New Roman" panose="02020603050405020304" charset="0"/>
              <a:cs typeface="Times New Roman" panose="02020603050405020304" charset="0"/>
            </a:endParaRPr>
          </a:p>
          <a:p>
            <a:pPr marL="285750" indent="-285750" algn="l">
              <a:lnSpc>
                <a:spcPct val="100000"/>
              </a:lnSpc>
              <a:buFont typeface="Arial" panose="020B0604020202020204" pitchFamily="34" charset="0"/>
              <a:buChar char="•"/>
            </a:pPr>
            <a:endParaRPr lang="en-US" altLang="en-US" sz="1600" dirty="0">
              <a:solidFill>
                <a:schemeClr val="bg1"/>
              </a:solidFill>
              <a:latin typeface="Times New Roman" panose="02020603050405020304" charset="0"/>
              <a:cs typeface="Times New Roman" panose="02020603050405020304" charset="0"/>
            </a:endParaRPr>
          </a:p>
          <a:p>
            <a:pPr marL="285750" indent="-285750" algn="l">
              <a:lnSpc>
                <a:spcPct val="100000"/>
              </a:lnSpc>
              <a:buFont typeface="Arial" panose="020B0604020202020204" pitchFamily="34" charset="0"/>
              <a:buChar char="•"/>
            </a:pPr>
            <a:r>
              <a:rPr lang="en-US" altLang="en-US" sz="1600" dirty="0">
                <a:solidFill>
                  <a:schemeClr val="bg1"/>
                </a:solidFill>
                <a:latin typeface="Times New Roman" panose="02020603050405020304" charset="0"/>
                <a:cs typeface="Times New Roman" panose="02020603050405020304" charset="0"/>
              </a:rPr>
              <a:t>You instruct the LLM to respond in that format</a:t>
            </a:r>
            <a:endParaRPr lang="en-US" altLang="en-US" sz="1600" dirty="0">
              <a:solidFill>
                <a:schemeClr val="bg1"/>
              </a:solidFill>
              <a:latin typeface="Times New Roman" panose="02020603050405020304" charset="0"/>
              <a:cs typeface="Times New Roman" panose="02020603050405020304" charset="0"/>
            </a:endParaRPr>
          </a:p>
          <a:p>
            <a:pPr marL="285750" indent="-285750" algn="l">
              <a:lnSpc>
                <a:spcPct val="100000"/>
              </a:lnSpc>
              <a:buFont typeface="Arial" panose="020B0604020202020204" pitchFamily="34" charset="0"/>
              <a:buChar char="•"/>
            </a:pPr>
            <a:endParaRPr lang="en-US" altLang="en-US" sz="1600" dirty="0">
              <a:solidFill>
                <a:schemeClr val="bg1"/>
              </a:solidFill>
              <a:latin typeface="Times New Roman" panose="02020603050405020304" charset="0"/>
              <a:cs typeface="Times New Roman" panose="02020603050405020304" charset="0"/>
            </a:endParaRPr>
          </a:p>
          <a:p>
            <a:pPr marL="285750" indent="-285750" algn="l">
              <a:lnSpc>
                <a:spcPct val="100000"/>
              </a:lnSpc>
              <a:buFont typeface="Arial" panose="020B0604020202020204" pitchFamily="34" charset="0"/>
              <a:buChar char="•"/>
            </a:pPr>
            <a:r>
              <a:rPr lang="en-US" altLang="en-US" sz="1600" dirty="0">
                <a:solidFill>
                  <a:schemeClr val="bg1"/>
                </a:solidFill>
                <a:latin typeface="Times New Roman" panose="02020603050405020304" charset="0"/>
                <a:cs typeface="Times New Roman" panose="02020603050405020304" charset="0"/>
              </a:rPr>
              <a:t>The parser validates and converts the response</a:t>
            </a:r>
            <a:endParaRPr lang="en-US" altLang="en-US" sz="1600" dirty="0">
              <a:solidFill>
                <a:schemeClr val="bg1"/>
              </a:solidFill>
              <a:latin typeface="Times New Roman" panose="02020603050405020304" charset="0"/>
              <a:cs typeface="Times New Roman" panose="02020603050405020304" charset="0"/>
            </a:endParaRPr>
          </a:p>
          <a:p>
            <a:pPr marL="285750" indent="-285750" algn="l">
              <a:lnSpc>
                <a:spcPct val="100000"/>
              </a:lnSpc>
              <a:buFont typeface="Arial" panose="020B0604020202020204" pitchFamily="34" charset="0"/>
              <a:buChar char="•"/>
            </a:pPr>
            <a:endParaRPr lang="en-US" altLang="en-US" sz="1600" dirty="0">
              <a:solidFill>
                <a:schemeClr val="bg1"/>
              </a:solidFill>
              <a:latin typeface="Times New Roman" panose="02020603050405020304" charset="0"/>
              <a:cs typeface="Times New Roman" panose="02020603050405020304" charset="0"/>
            </a:endParaRPr>
          </a:p>
          <a:p>
            <a:pPr marL="285750" indent="-285750" algn="l">
              <a:lnSpc>
                <a:spcPct val="100000"/>
              </a:lnSpc>
              <a:buFont typeface="Arial" panose="020B0604020202020204" pitchFamily="34" charset="0"/>
              <a:buChar char="•"/>
            </a:pPr>
            <a:r>
              <a:rPr lang="en-US" altLang="en-US" sz="1600" dirty="0">
                <a:solidFill>
                  <a:schemeClr val="bg1"/>
                </a:solidFill>
                <a:latin typeface="Times New Roman" panose="02020603050405020304" charset="0"/>
                <a:cs typeface="Times New Roman" panose="02020603050405020304" charset="0"/>
              </a:rPr>
              <a:t>The structured data is used by your system</a:t>
            </a:r>
            <a:endParaRPr lang="en-US" altLang="en-US" sz="1600" dirty="0">
              <a:solidFill>
                <a:schemeClr val="bg1"/>
              </a:solidFill>
              <a:latin typeface="Times New Roman" panose="02020603050405020304" charset="0"/>
              <a:cs typeface="Times New Roman" panose="02020603050405020304" charset="0"/>
            </a:endParaRPr>
          </a:p>
        </p:txBody>
      </p:sp>
      <p:sp>
        <p:nvSpPr>
          <p:cNvPr id="15" name="Text 1"/>
          <p:cNvSpPr/>
          <p:nvPr/>
        </p:nvSpPr>
        <p:spPr>
          <a:xfrm>
            <a:off x="6299200" y="1117600"/>
            <a:ext cx="5734050" cy="591820"/>
          </a:xfrm>
          <a:prstGeom prst="rect">
            <a:avLst/>
          </a:prstGeom>
          <a:noFill/>
        </p:spPr>
        <p:txBody>
          <a:bodyPr vert="horz" wrap="square" lIns="0" tIns="0" rIns="0" bIns="0" rtlCol="0" anchor="t"/>
          <a:lstStyle/>
          <a:p>
            <a:pPr marL="0" indent="0" algn="l">
              <a:lnSpc>
                <a:spcPts val="2160"/>
              </a:lnSpc>
              <a:buNone/>
            </a:pPr>
            <a:r>
              <a:rPr lang="en-US" sz="1800" dirty="0">
                <a:solidFill>
                  <a:srgbClr val="56F0E8"/>
                </a:solidFill>
                <a:latin typeface="Outfit" pitchFamily="34" charset="0"/>
                <a:ea typeface="Outfit" pitchFamily="34" charset="-122"/>
                <a:cs typeface="Outfit" pitchFamily="34" charset="-120"/>
              </a:rPr>
              <a:t>How It Works</a:t>
            </a:r>
            <a:endParaRPr lang="en-US" sz="1800" dirty="0"/>
          </a:p>
        </p:txBody>
      </p:sp>
      <p:sp>
        <p:nvSpPr>
          <p:cNvPr id="16" name="Text 2"/>
          <p:cNvSpPr/>
          <p:nvPr/>
        </p:nvSpPr>
        <p:spPr>
          <a:xfrm>
            <a:off x="6210300" y="4089400"/>
            <a:ext cx="5325745" cy="934085"/>
          </a:xfrm>
          <a:prstGeom prst="rect">
            <a:avLst/>
          </a:prstGeom>
          <a:noFill/>
        </p:spPr>
        <p:txBody>
          <a:bodyPr vert="horz" wrap="square" lIns="0" tIns="0" rIns="0" bIns="0" rtlCol="0" anchor="t"/>
          <a:lstStyle/>
          <a:p>
            <a:pPr marL="0" indent="0" algn="l">
              <a:lnSpc>
                <a:spcPts val="1800"/>
              </a:lnSpc>
              <a:buNone/>
            </a:pPr>
            <a:r>
              <a:rPr lang="en-US" altLang="en-US" sz="1600" dirty="0">
                <a:solidFill>
                  <a:schemeClr val="bg1"/>
                </a:solidFill>
                <a:latin typeface="Times New Roman" panose="02020603050405020304" charset="0"/>
                <a:cs typeface="Times New Roman" panose="02020603050405020304" charset="0"/>
              </a:rPr>
              <a:t>If you ask: "Give me name, age, and email" , the model might return:</a:t>
            </a:r>
            <a:endParaRPr lang="en-US" altLang="en-US" sz="1600" dirty="0">
              <a:solidFill>
                <a:schemeClr val="bg1"/>
              </a:solidFill>
              <a:latin typeface="Times New Roman" panose="02020603050405020304" charset="0"/>
              <a:cs typeface="Times New Roman" panose="02020603050405020304" charset="0"/>
            </a:endParaRPr>
          </a:p>
          <a:p>
            <a:pPr marL="0" indent="0" algn="l">
              <a:lnSpc>
                <a:spcPts val="1800"/>
              </a:lnSpc>
              <a:buNone/>
            </a:pPr>
            <a:endParaRPr lang="en-US" altLang="en-US" sz="1600" dirty="0">
              <a:solidFill>
                <a:schemeClr val="bg1"/>
              </a:solidFill>
              <a:latin typeface="Times New Roman" panose="02020603050405020304" charset="0"/>
              <a:cs typeface="Times New Roman" panose="02020603050405020304" charset="0"/>
            </a:endParaRPr>
          </a:p>
          <a:p>
            <a:pPr marL="285750" indent="-285750" algn="l">
              <a:lnSpc>
                <a:spcPts val="1800"/>
              </a:lnSpc>
              <a:buFont typeface="Arial" panose="020B0604020202020204" pitchFamily="34" charset="0"/>
              <a:buChar char="•"/>
            </a:pPr>
            <a:r>
              <a:rPr lang="en-US" altLang="en-US" sz="1600" dirty="0">
                <a:solidFill>
                  <a:schemeClr val="bg1"/>
                </a:solidFill>
                <a:latin typeface="Times New Roman" panose="02020603050405020304" charset="0"/>
                <a:cs typeface="Times New Roman" panose="02020603050405020304" charset="0"/>
              </a:rPr>
              <a:t>John is 25 years old. His email is john@email.com.</a:t>
            </a:r>
            <a:endParaRPr lang="en-US" altLang="en-US" sz="1600" dirty="0">
              <a:solidFill>
                <a:schemeClr val="bg1"/>
              </a:solidFill>
              <a:latin typeface="Times New Roman" panose="02020603050405020304" charset="0"/>
              <a:cs typeface="Times New Roman" panose="02020603050405020304" charset="0"/>
            </a:endParaRPr>
          </a:p>
          <a:p>
            <a:pPr marL="285750" indent="-285750" algn="l">
              <a:lnSpc>
                <a:spcPts val="1800"/>
              </a:lnSpc>
              <a:buFont typeface="Arial" panose="020B0604020202020204" pitchFamily="34" charset="0"/>
              <a:buChar char="•"/>
            </a:pPr>
            <a:endParaRPr lang="en-US" altLang="en-US" sz="1600" dirty="0">
              <a:solidFill>
                <a:schemeClr val="bg1"/>
              </a:solidFill>
              <a:latin typeface="Times New Roman" panose="02020603050405020304" charset="0"/>
              <a:cs typeface="Times New Roman" panose="02020603050405020304" charset="0"/>
            </a:endParaRPr>
          </a:p>
          <a:p>
            <a:pPr indent="0" algn="l">
              <a:lnSpc>
                <a:spcPts val="1800"/>
              </a:lnSpc>
              <a:buFont typeface="Arial" panose="020B0604020202020204" pitchFamily="34" charset="0"/>
              <a:buNone/>
            </a:pPr>
            <a:r>
              <a:rPr lang="en-US" altLang="en-US" sz="1600" dirty="0">
                <a:solidFill>
                  <a:schemeClr val="bg1"/>
                </a:solidFill>
                <a:latin typeface="Times New Roman" panose="02020603050405020304" charset="0"/>
                <a:cs typeface="Times New Roman" panose="02020603050405020304" charset="0"/>
              </a:rPr>
              <a:t>And the desired one is :</a:t>
            </a:r>
            <a:endParaRPr lang="en-US" altLang="en-US" sz="1600" dirty="0">
              <a:solidFill>
                <a:schemeClr val="bg1"/>
              </a:solidFill>
              <a:latin typeface="Times New Roman" panose="02020603050405020304" charset="0"/>
              <a:cs typeface="Times New Roman" panose="02020603050405020304" charset="0"/>
            </a:endParaRPr>
          </a:p>
          <a:p>
            <a:pPr indent="0" algn="l">
              <a:lnSpc>
                <a:spcPts val="1800"/>
              </a:lnSpc>
              <a:buFont typeface="Arial" panose="020B0604020202020204" pitchFamily="34" charset="0"/>
              <a:buNone/>
            </a:pPr>
            <a:r>
              <a:rPr lang="en-US" altLang="en-US" sz="1600" dirty="0">
                <a:solidFill>
                  <a:schemeClr val="bg1"/>
                </a:solidFill>
                <a:latin typeface="Times New Roman" panose="02020603050405020304" charset="0"/>
                <a:cs typeface="Times New Roman" panose="02020603050405020304" charset="0"/>
              </a:rPr>
              <a:t>{</a:t>
            </a:r>
            <a:endParaRPr lang="en-US" altLang="en-US" sz="1600" dirty="0">
              <a:solidFill>
                <a:schemeClr val="bg1"/>
              </a:solidFill>
              <a:latin typeface="Times New Roman" panose="02020603050405020304" charset="0"/>
              <a:cs typeface="Times New Roman" panose="02020603050405020304" charset="0"/>
            </a:endParaRPr>
          </a:p>
          <a:p>
            <a:pPr indent="0" algn="l">
              <a:lnSpc>
                <a:spcPts val="1800"/>
              </a:lnSpc>
              <a:buFont typeface="Arial" panose="020B0604020202020204" pitchFamily="34" charset="0"/>
              <a:buNone/>
            </a:pPr>
            <a:r>
              <a:rPr lang="en-US" altLang="en-US" sz="1600" dirty="0">
                <a:solidFill>
                  <a:schemeClr val="bg1"/>
                </a:solidFill>
                <a:latin typeface="Times New Roman" panose="02020603050405020304" charset="0"/>
                <a:cs typeface="Times New Roman" panose="02020603050405020304" charset="0"/>
              </a:rPr>
              <a:t>  "name": "John",</a:t>
            </a:r>
            <a:endParaRPr lang="en-US" altLang="en-US" sz="1600" dirty="0">
              <a:solidFill>
                <a:schemeClr val="bg1"/>
              </a:solidFill>
              <a:latin typeface="Times New Roman" panose="02020603050405020304" charset="0"/>
              <a:cs typeface="Times New Roman" panose="02020603050405020304" charset="0"/>
            </a:endParaRPr>
          </a:p>
          <a:p>
            <a:pPr indent="0" algn="l">
              <a:lnSpc>
                <a:spcPts val="1800"/>
              </a:lnSpc>
              <a:buFont typeface="Arial" panose="020B0604020202020204" pitchFamily="34" charset="0"/>
              <a:buNone/>
            </a:pPr>
            <a:r>
              <a:rPr lang="en-US" altLang="en-US" sz="1600" dirty="0">
                <a:solidFill>
                  <a:schemeClr val="bg1"/>
                </a:solidFill>
                <a:latin typeface="Times New Roman" panose="02020603050405020304" charset="0"/>
                <a:cs typeface="Times New Roman" panose="02020603050405020304" charset="0"/>
              </a:rPr>
              <a:t>  "age": 25,</a:t>
            </a:r>
            <a:endParaRPr lang="en-US" altLang="en-US" sz="1600" dirty="0">
              <a:solidFill>
                <a:schemeClr val="bg1"/>
              </a:solidFill>
              <a:latin typeface="Times New Roman" panose="02020603050405020304" charset="0"/>
              <a:cs typeface="Times New Roman" panose="02020603050405020304" charset="0"/>
            </a:endParaRPr>
          </a:p>
          <a:p>
            <a:pPr indent="0" algn="l">
              <a:lnSpc>
                <a:spcPts val="1800"/>
              </a:lnSpc>
              <a:buFont typeface="Arial" panose="020B0604020202020204" pitchFamily="34" charset="0"/>
              <a:buNone/>
            </a:pPr>
            <a:r>
              <a:rPr lang="en-US" altLang="en-US" sz="1600" dirty="0">
                <a:solidFill>
                  <a:schemeClr val="bg1"/>
                </a:solidFill>
                <a:latin typeface="Times New Roman" panose="02020603050405020304" charset="0"/>
                <a:cs typeface="Times New Roman" panose="02020603050405020304" charset="0"/>
              </a:rPr>
              <a:t>  "email": "john@email.com"</a:t>
            </a:r>
            <a:endParaRPr lang="en-US" altLang="en-US" sz="1600" dirty="0">
              <a:solidFill>
                <a:schemeClr val="bg1"/>
              </a:solidFill>
              <a:latin typeface="Times New Roman" panose="02020603050405020304" charset="0"/>
              <a:cs typeface="Times New Roman" panose="02020603050405020304" charset="0"/>
            </a:endParaRPr>
          </a:p>
          <a:p>
            <a:pPr indent="0" algn="l">
              <a:lnSpc>
                <a:spcPts val="1800"/>
              </a:lnSpc>
              <a:buFont typeface="Arial" panose="020B0604020202020204" pitchFamily="34" charset="0"/>
              <a:buNone/>
            </a:pPr>
            <a:r>
              <a:rPr lang="en-US" altLang="en-US" sz="1600" dirty="0">
                <a:solidFill>
                  <a:schemeClr val="bg1"/>
                </a:solidFill>
                <a:latin typeface="Times New Roman" panose="02020603050405020304" charset="0"/>
                <a:cs typeface="Times New Roman" panose="02020603050405020304" charset="0"/>
              </a:rPr>
              <a:t>}</a:t>
            </a:r>
            <a:endParaRPr lang="en-US" altLang="en-US" sz="1600" dirty="0">
              <a:solidFill>
                <a:schemeClr val="bg1"/>
              </a:solidFill>
              <a:latin typeface="Times New Roman" panose="02020603050405020304" charset="0"/>
              <a:cs typeface="Times New Roman" panose="02020603050405020304" charset="0"/>
            </a:endParaRPr>
          </a:p>
          <a:p>
            <a:pPr indent="0" algn="l">
              <a:lnSpc>
                <a:spcPts val="1800"/>
              </a:lnSpc>
              <a:buFont typeface="Arial" panose="020B0604020202020204" pitchFamily="34" charset="0"/>
              <a:buNone/>
            </a:pPr>
            <a:endParaRPr lang="en-US" altLang="en-US" sz="1600" dirty="0">
              <a:solidFill>
                <a:schemeClr val="bg1"/>
              </a:solidFill>
              <a:latin typeface="Times New Roman" panose="02020603050405020304" charset="0"/>
              <a:cs typeface="Times New Roman" panose="02020603050405020304" charset="0"/>
            </a:endParaRPr>
          </a:p>
          <a:p>
            <a:pPr marL="0" indent="0" algn="l">
              <a:lnSpc>
                <a:spcPts val="1800"/>
              </a:lnSpc>
              <a:buNone/>
            </a:pPr>
            <a:endParaRPr lang="en-US" altLang="en-US" sz="1600" dirty="0">
              <a:solidFill>
                <a:schemeClr val="bg1"/>
              </a:solidFill>
              <a:latin typeface="Times New Roman" panose="02020603050405020304" charset="0"/>
              <a:cs typeface="Times New Roman" panose="02020603050405020304" charset="0"/>
            </a:endParaRPr>
          </a:p>
        </p:txBody>
      </p:sp>
      <p:sp>
        <p:nvSpPr>
          <p:cNvPr id="17" name="Text 3"/>
          <p:cNvSpPr/>
          <p:nvPr/>
        </p:nvSpPr>
        <p:spPr>
          <a:xfrm>
            <a:off x="3404235" y="5024120"/>
            <a:ext cx="2246630" cy="490220"/>
          </a:xfrm>
          <a:prstGeom prst="rect">
            <a:avLst/>
          </a:prstGeom>
          <a:noFill/>
        </p:spPr>
        <p:txBody>
          <a:bodyPr vert="horz" wrap="square" lIns="0" tIns="0" rIns="0" bIns="0" rtlCol="0" anchor="t"/>
          <a:lstStyle/>
          <a:p>
            <a:pPr marL="0" indent="0" algn="l">
              <a:lnSpc>
                <a:spcPts val="1800"/>
              </a:lnSpc>
              <a:buNone/>
            </a:pPr>
            <a:endParaRPr lang="en-US" sz="1200" dirty="0"/>
          </a:p>
        </p:txBody>
      </p:sp>
      <p:sp>
        <p:nvSpPr>
          <p:cNvPr id="18" name="Text 4"/>
          <p:cNvSpPr/>
          <p:nvPr/>
        </p:nvSpPr>
        <p:spPr>
          <a:xfrm flipV="1">
            <a:off x="6210300" y="6099175"/>
            <a:ext cx="4889500" cy="299085"/>
          </a:xfrm>
          <a:prstGeom prst="rect">
            <a:avLst/>
          </a:prstGeom>
          <a:noFill/>
        </p:spPr>
        <p:txBody>
          <a:bodyPr vert="horz" wrap="square" lIns="0" tIns="0" rIns="0" bIns="0" rtlCol="0" anchor="t"/>
          <a:lstStyle/>
          <a:p>
            <a:pPr marL="0" indent="0" algn="l">
              <a:lnSpc>
                <a:spcPts val="1800"/>
              </a:lnSpc>
              <a:buNone/>
            </a:pPr>
            <a:endParaRPr lang="en-US" sz="1200" dirty="0"/>
          </a:p>
        </p:txBody>
      </p:sp>
      <p:sp>
        <p:nvSpPr>
          <p:cNvPr id="19" name="Text 5"/>
          <p:cNvSpPr/>
          <p:nvPr/>
        </p:nvSpPr>
        <p:spPr>
          <a:xfrm>
            <a:off x="6299200" y="3606165"/>
            <a:ext cx="5734050" cy="643255"/>
          </a:xfrm>
          <a:prstGeom prst="rect">
            <a:avLst/>
          </a:prstGeom>
          <a:noFill/>
        </p:spPr>
        <p:txBody>
          <a:bodyPr vert="horz" wrap="square" lIns="0" tIns="0" rIns="0" bIns="0" rtlCol="0" anchor="t"/>
          <a:lstStyle/>
          <a:p>
            <a:pPr marL="0" indent="0" algn="l">
              <a:lnSpc>
                <a:spcPts val="2160"/>
              </a:lnSpc>
              <a:buNone/>
            </a:pPr>
            <a:r>
              <a:rPr lang="en-US" sz="1800" dirty="0">
                <a:solidFill>
                  <a:srgbClr val="D3F87B"/>
                </a:solidFill>
                <a:latin typeface="Outfit" pitchFamily="34" charset="0"/>
                <a:ea typeface="Outfit" pitchFamily="34" charset="-122"/>
                <a:cs typeface="Outfit" pitchFamily="34" charset="-120"/>
              </a:rPr>
              <a:t>Example</a:t>
            </a:r>
            <a:endParaRPr lang="en-US" sz="1800" dirty="0"/>
          </a:p>
        </p:txBody>
      </p:sp>
      <p:sp>
        <p:nvSpPr>
          <p:cNvPr id="20" name="Text 6"/>
          <p:cNvSpPr/>
          <p:nvPr/>
        </p:nvSpPr>
        <p:spPr>
          <a:xfrm>
            <a:off x="990600" y="2425700"/>
            <a:ext cx="4038600" cy="1195784"/>
          </a:xfrm>
          <a:prstGeom prst="rect">
            <a:avLst/>
          </a:prstGeom>
          <a:noFill/>
        </p:spPr>
        <p:txBody>
          <a:bodyPr vert="horz" wrap="square" lIns="0" tIns="0" rIns="0" bIns="0" rtlCol="0" anchor="t"/>
          <a:lstStyle/>
          <a:p>
            <a:pPr marL="0" indent="0" algn="l">
              <a:lnSpc>
                <a:spcPts val="4610"/>
              </a:lnSpc>
              <a:buNone/>
            </a:pPr>
            <a:r>
              <a:rPr lang="en-US" sz="3200" b="1" dirty="0">
                <a:solidFill>
                  <a:srgbClr val="FFFFFF"/>
                </a:solidFill>
                <a:latin typeface="Poppins_Bold" pitchFamily="34" charset="0"/>
                <a:ea typeface="Poppins_Bold" pitchFamily="34" charset="-122"/>
                <a:cs typeface="Poppins_Bold" pitchFamily="34" charset="-120"/>
              </a:rPr>
              <a:t>Output Parser</a:t>
            </a:r>
            <a:endParaRPr lang="en-US" sz="3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2"/>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3"/>
          <a:stretch>
            <a:fillRect/>
          </a:stretch>
        </p:blipFill>
        <p:spPr>
          <a:xfrm>
            <a:off x="0" y="0"/>
            <a:ext cx="12192000" cy="6858000"/>
          </a:xfrm>
          <a:prstGeom prst="rect">
            <a:avLst/>
          </a:prstGeom>
        </p:spPr>
      </p:pic>
      <p:pic>
        <p:nvPicPr>
          <p:cNvPr id="5" name="Image 3" descr="preencoded.png"/>
          <p:cNvPicPr>
            <a:picLocks noChangeAspect="1"/>
          </p:cNvPicPr>
          <p:nvPr/>
        </p:nvPicPr>
        <p:blipFill>
          <a:blip r:embed="rId4"/>
          <a:stretch>
            <a:fillRect/>
          </a:stretch>
        </p:blipFill>
        <p:spPr>
          <a:xfrm>
            <a:off x="0" y="0"/>
            <a:ext cx="12192000" cy="6858000"/>
          </a:xfrm>
          <a:prstGeom prst="rect">
            <a:avLst/>
          </a:prstGeom>
        </p:spPr>
      </p:pic>
      <p:pic>
        <p:nvPicPr>
          <p:cNvPr id="6" name="Image 4" descr="preencoded.png"/>
          <p:cNvPicPr>
            <a:picLocks noChangeAspect="1"/>
          </p:cNvPicPr>
          <p:nvPr/>
        </p:nvPicPr>
        <p:blipFill>
          <a:blip r:embed="rId5"/>
          <a:stretch>
            <a:fillRect/>
          </a:stretch>
        </p:blipFill>
        <p:spPr>
          <a:xfrm>
            <a:off x="6146800" y="1790700"/>
            <a:ext cx="5016500" cy="1625600"/>
          </a:xfrm>
          <a:prstGeom prst="rect">
            <a:avLst/>
          </a:prstGeom>
        </p:spPr>
      </p:pic>
      <p:pic>
        <p:nvPicPr>
          <p:cNvPr id="8" name="Image 6" descr="preencoded.png"/>
          <p:cNvPicPr>
            <a:picLocks noChangeAspect="1"/>
          </p:cNvPicPr>
          <p:nvPr/>
        </p:nvPicPr>
        <p:blipFill>
          <a:blip r:embed="rId6"/>
          <a:stretch>
            <a:fillRect/>
          </a:stretch>
        </p:blipFill>
        <p:spPr>
          <a:xfrm>
            <a:off x="6146800" y="4330700"/>
            <a:ext cx="5016500" cy="1638300"/>
          </a:xfrm>
          <a:prstGeom prst="rect">
            <a:avLst/>
          </a:prstGeom>
        </p:spPr>
      </p:pic>
      <p:pic>
        <p:nvPicPr>
          <p:cNvPr id="9" name="Image 7" descr="preencoded.png"/>
          <p:cNvPicPr>
            <a:picLocks noChangeAspect="1"/>
          </p:cNvPicPr>
          <p:nvPr/>
        </p:nvPicPr>
        <p:blipFill>
          <a:blip r:embed="rId7"/>
          <a:stretch>
            <a:fillRect/>
          </a:stretch>
        </p:blipFill>
        <p:spPr>
          <a:xfrm>
            <a:off x="6235700" y="3937000"/>
            <a:ext cx="5016500" cy="368300"/>
          </a:xfrm>
          <a:prstGeom prst="rect">
            <a:avLst/>
          </a:prstGeom>
        </p:spPr>
      </p:pic>
      <p:pic>
        <p:nvPicPr>
          <p:cNvPr id="10" name="Image 8" descr="preencoded.png"/>
          <p:cNvPicPr>
            <a:picLocks noChangeAspect="1"/>
          </p:cNvPicPr>
          <p:nvPr/>
        </p:nvPicPr>
        <p:blipFill>
          <a:blip r:embed="rId8"/>
          <a:stretch>
            <a:fillRect/>
          </a:stretch>
        </p:blipFill>
        <p:spPr>
          <a:xfrm>
            <a:off x="977900" y="2387600"/>
            <a:ext cx="3975100" cy="1231900"/>
          </a:xfrm>
          <a:prstGeom prst="rect">
            <a:avLst/>
          </a:prstGeom>
        </p:spPr>
      </p:pic>
      <p:pic>
        <p:nvPicPr>
          <p:cNvPr id="11" name="Image 9" descr="preencoded.png"/>
          <p:cNvPicPr>
            <a:picLocks noChangeAspect="1"/>
          </p:cNvPicPr>
          <p:nvPr/>
        </p:nvPicPr>
        <p:blipFill>
          <a:blip r:embed="rId9"/>
          <a:stretch>
            <a:fillRect/>
          </a:stretch>
        </p:blipFill>
        <p:spPr>
          <a:xfrm>
            <a:off x="1028700" y="1993900"/>
            <a:ext cx="711200" cy="76200"/>
          </a:xfrm>
          <a:prstGeom prst="rect">
            <a:avLst/>
          </a:prstGeom>
        </p:spPr>
      </p:pic>
      <p:pic>
        <p:nvPicPr>
          <p:cNvPr id="13" name="Image 11" descr="preencoded.png"/>
          <p:cNvPicPr>
            <a:picLocks noChangeAspect="1"/>
          </p:cNvPicPr>
          <p:nvPr/>
        </p:nvPicPr>
        <p:blipFill>
          <a:blip r:embed="rId10"/>
          <a:stretch>
            <a:fillRect/>
          </a:stretch>
        </p:blipFill>
        <p:spPr>
          <a:xfrm>
            <a:off x="6121400" y="1612900"/>
            <a:ext cx="88900" cy="88900"/>
          </a:xfrm>
          <a:prstGeom prst="rect">
            <a:avLst/>
          </a:prstGeom>
        </p:spPr>
      </p:pic>
      <p:sp>
        <p:nvSpPr>
          <p:cNvPr id="14" name="Text 0"/>
          <p:cNvSpPr/>
          <p:nvPr/>
        </p:nvSpPr>
        <p:spPr>
          <a:xfrm>
            <a:off x="6210300" y="1539240"/>
            <a:ext cx="5359400" cy="1661160"/>
          </a:xfrm>
          <a:prstGeom prst="rect">
            <a:avLst/>
          </a:prstGeom>
          <a:noFill/>
        </p:spPr>
        <p:txBody>
          <a:bodyPr vert="horz" wrap="square" lIns="0" tIns="0" rIns="0" bIns="0" rtlCol="0" anchor="t"/>
          <a:lstStyle/>
          <a:p>
            <a:pPr indent="0" algn="l">
              <a:lnSpc>
                <a:spcPct val="100000"/>
              </a:lnSpc>
              <a:buFont typeface="Arial" panose="020B0604020202020204" pitchFamily="34" charset="0"/>
              <a:buNone/>
            </a:pPr>
            <a:endParaRPr lang="en-US" altLang="en-US" sz="1600" dirty="0">
              <a:solidFill>
                <a:schemeClr val="bg1"/>
              </a:solidFill>
              <a:latin typeface="Times New Roman" panose="02020603050405020304" charset="0"/>
              <a:cs typeface="Times New Roman" panose="02020603050405020304" charset="0"/>
            </a:endParaRPr>
          </a:p>
        </p:txBody>
      </p:sp>
      <p:sp>
        <p:nvSpPr>
          <p:cNvPr id="15" name="Text 1"/>
          <p:cNvSpPr/>
          <p:nvPr/>
        </p:nvSpPr>
        <p:spPr>
          <a:xfrm>
            <a:off x="7005320" y="1117600"/>
            <a:ext cx="5027930" cy="254000"/>
          </a:xfrm>
          <a:prstGeom prst="rect">
            <a:avLst/>
          </a:prstGeom>
          <a:noFill/>
        </p:spPr>
        <p:txBody>
          <a:bodyPr vert="horz" wrap="square" lIns="0" tIns="0" rIns="0" bIns="0" rtlCol="0" anchor="t"/>
          <a:lstStyle/>
          <a:p>
            <a:pPr marL="0" indent="0" algn="l">
              <a:lnSpc>
                <a:spcPts val="2160"/>
              </a:lnSpc>
              <a:buNone/>
            </a:pPr>
            <a:endParaRPr lang="en-US" sz="1800" dirty="0"/>
          </a:p>
        </p:txBody>
      </p:sp>
      <p:sp>
        <p:nvSpPr>
          <p:cNvPr id="16" name="Text 2"/>
          <p:cNvSpPr/>
          <p:nvPr/>
        </p:nvSpPr>
        <p:spPr>
          <a:xfrm>
            <a:off x="6210300" y="1959610"/>
            <a:ext cx="5810885" cy="3785235"/>
          </a:xfrm>
          <a:prstGeom prst="rect">
            <a:avLst/>
          </a:prstGeom>
          <a:noFill/>
        </p:spPr>
        <p:txBody>
          <a:bodyPr vert="horz" wrap="square" lIns="0" tIns="0" rIns="0" bIns="0" rtlCol="0" anchor="t"/>
          <a:lstStyle/>
          <a:p>
            <a:pPr marL="0" indent="0" algn="l">
              <a:lnSpc>
                <a:spcPts val="1800"/>
              </a:lnSpc>
              <a:buNone/>
            </a:pPr>
            <a:r>
              <a:rPr lang="en-US" altLang="en-US" sz="1600" dirty="0">
                <a:solidFill>
                  <a:schemeClr val="bg1"/>
                </a:solidFill>
                <a:latin typeface="Times New Roman" panose="02020603050405020304" charset="0"/>
                <a:cs typeface="Times New Roman" panose="02020603050405020304" charset="0"/>
              </a:rPr>
              <a:t>Think of:</a:t>
            </a:r>
            <a:endParaRPr lang="en-US" altLang="en-US" sz="1600" dirty="0">
              <a:solidFill>
                <a:schemeClr val="bg1"/>
              </a:solidFill>
              <a:latin typeface="Times New Roman" panose="02020603050405020304" charset="0"/>
              <a:cs typeface="Times New Roman" panose="02020603050405020304" charset="0"/>
            </a:endParaRPr>
          </a:p>
          <a:p>
            <a:pPr marL="0" indent="0" algn="l">
              <a:lnSpc>
                <a:spcPts val="1800"/>
              </a:lnSpc>
              <a:buNone/>
            </a:pPr>
            <a:endParaRPr lang="en-US" altLang="en-US" sz="1600" dirty="0">
              <a:solidFill>
                <a:schemeClr val="bg1"/>
              </a:solidFill>
              <a:latin typeface="Times New Roman" panose="02020603050405020304" charset="0"/>
              <a:cs typeface="Times New Roman" panose="02020603050405020304" charset="0"/>
            </a:endParaRPr>
          </a:p>
          <a:p>
            <a:pPr marL="285750" indent="-285750" algn="l">
              <a:lnSpc>
                <a:spcPts val="1800"/>
              </a:lnSpc>
              <a:buFont typeface="Arial" panose="020B0604020202020204" pitchFamily="34" charset="0"/>
              <a:buChar char="•"/>
            </a:pPr>
            <a:r>
              <a:rPr lang="en-US" altLang="en-US" sz="1600" dirty="0">
                <a:solidFill>
                  <a:schemeClr val="bg1"/>
                </a:solidFill>
                <a:latin typeface="Times New Roman" panose="02020603050405020304" charset="0"/>
                <a:cs typeface="Times New Roman" panose="02020603050405020304" charset="0"/>
              </a:rPr>
              <a:t>LLM = Students solve an exam</a:t>
            </a:r>
            <a:endParaRPr lang="en-US" altLang="en-US" sz="1600" dirty="0">
              <a:solidFill>
                <a:schemeClr val="bg1"/>
              </a:solidFill>
              <a:latin typeface="Times New Roman" panose="02020603050405020304" charset="0"/>
              <a:cs typeface="Times New Roman" panose="02020603050405020304" charset="0"/>
            </a:endParaRPr>
          </a:p>
          <a:p>
            <a:pPr marL="285750" indent="-285750" algn="l">
              <a:lnSpc>
                <a:spcPts val="1800"/>
              </a:lnSpc>
              <a:buFont typeface="Arial" panose="020B0604020202020204" pitchFamily="34" charset="0"/>
              <a:buChar char="•"/>
            </a:pPr>
            <a:endParaRPr lang="en-US" altLang="en-US" sz="1600" dirty="0">
              <a:solidFill>
                <a:schemeClr val="bg1"/>
              </a:solidFill>
              <a:latin typeface="Times New Roman" panose="02020603050405020304" charset="0"/>
              <a:cs typeface="Times New Roman" panose="02020603050405020304" charset="0"/>
            </a:endParaRPr>
          </a:p>
          <a:p>
            <a:pPr marL="285750" indent="-285750" algn="l">
              <a:lnSpc>
                <a:spcPts val="1800"/>
              </a:lnSpc>
              <a:buFont typeface="Arial" panose="020B0604020202020204" pitchFamily="34" charset="0"/>
              <a:buChar char="•"/>
            </a:pPr>
            <a:r>
              <a:rPr lang="en-US" altLang="en-US" sz="1600" dirty="0">
                <a:solidFill>
                  <a:schemeClr val="bg1"/>
                </a:solidFill>
                <a:latin typeface="Times New Roman" panose="02020603050405020304" charset="0"/>
                <a:cs typeface="Times New Roman" panose="02020603050405020304" charset="0"/>
              </a:rPr>
              <a:t>Output Parser = Teacher grading and formatting it into a report</a:t>
            </a:r>
            <a:endParaRPr lang="en-US" altLang="en-US" sz="1600" dirty="0">
              <a:solidFill>
                <a:schemeClr val="bg1"/>
              </a:solidFill>
              <a:latin typeface="Times New Roman" panose="02020603050405020304" charset="0"/>
              <a:cs typeface="Times New Roman" panose="02020603050405020304" charset="0"/>
            </a:endParaRPr>
          </a:p>
          <a:p>
            <a:pPr marL="0" indent="0" algn="l">
              <a:lnSpc>
                <a:spcPts val="1800"/>
              </a:lnSpc>
              <a:buNone/>
            </a:pPr>
            <a:endParaRPr lang="en-US" altLang="en-US" sz="1600" dirty="0">
              <a:solidFill>
                <a:schemeClr val="bg1"/>
              </a:solidFill>
              <a:latin typeface="Times New Roman" panose="02020603050405020304" charset="0"/>
              <a:cs typeface="Times New Roman" panose="02020603050405020304" charset="0"/>
            </a:endParaRPr>
          </a:p>
          <a:p>
            <a:pPr marL="0" indent="0" algn="l">
              <a:lnSpc>
                <a:spcPts val="1800"/>
              </a:lnSpc>
              <a:buNone/>
            </a:pPr>
            <a:r>
              <a:rPr lang="en-US" altLang="en-US" sz="1600" dirty="0">
                <a:solidFill>
                  <a:schemeClr val="bg1"/>
                </a:solidFill>
                <a:latin typeface="Times New Roman" panose="02020603050405020304" charset="0"/>
                <a:cs typeface="Times New Roman" panose="02020603050405020304" charset="0"/>
              </a:rPr>
              <a:t>The parser ensures the output is usable.</a:t>
            </a:r>
            <a:endParaRPr lang="en-US" altLang="en-US" sz="1600" dirty="0">
              <a:solidFill>
                <a:schemeClr val="bg1"/>
              </a:solidFill>
              <a:latin typeface="Times New Roman" panose="02020603050405020304" charset="0"/>
              <a:cs typeface="Times New Roman" panose="02020603050405020304" charset="0"/>
            </a:endParaRPr>
          </a:p>
          <a:p>
            <a:pPr indent="0" algn="l">
              <a:lnSpc>
                <a:spcPts val="1800"/>
              </a:lnSpc>
              <a:buFont typeface="Arial" panose="020B0604020202020204" pitchFamily="34" charset="0"/>
              <a:buNone/>
            </a:pPr>
            <a:endParaRPr lang="en-US" altLang="en-US" sz="1600" dirty="0">
              <a:solidFill>
                <a:schemeClr val="bg1"/>
              </a:solidFill>
              <a:latin typeface="Times New Roman" panose="02020603050405020304" charset="0"/>
              <a:cs typeface="Times New Roman" panose="02020603050405020304" charset="0"/>
            </a:endParaRPr>
          </a:p>
          <a:p>
            <a:pPr marL="0" indent="0" algn="l">
              <a:lnSpc>
                <a:spcPts val="1800"/>
              </a:lnSpc>
              <a:buNone/>
            </a:pPr>
            <a:endParaRPr lang="en-US" altLang="en-US" sz="1600" dirty="0">
              <a:solidFill>
                <a:schemeClr val="bg1"/>
              </a:solidFill>
              <a:latin typeface="Times New Roman" panose="02020603050405020304" charset="0"/>
              <a:cs typeface="Times New Roman" panose="02020603050405020304" charset="0"/>
            </a:endParaRPr>
          </a:p>
        </p:txBody>
      </p:sp>
      <p:sp>
        <p:nvSpPr>
          <p:cNvPr id="17" name="Text 3"/>
          <p:cNvSpPr/>
          <p:nvPr/>
        </p:nvSpPr>
        <p:spPr>
          <a:xfrm>
            <a:off x="3404235" y="5024120"/>
            <a:ext cx="2246630" cy="490220"/>
          </a:xfrm>
          <a:prstGeom prst="rect">
            <a:avLst/>
          </a:prstGeom>
          <a:noFill/>
        </p:spPr>
        <p:txBody>
          <a:bodyPr vert="horz" wrap="square" lIns="0" tIns="0" rIns="0" bIns="0" rtlCol="0" anchor="t"/>
          <a:lstStyle/>
          <a:p>
            <a:pPr marL="0" indent="0" algn="l">
              <a:lnSpc>
                <a:spcPts val="1800"/>
              </a:lnSpc>
              <a:buNone/>
            </a:pPr>
            <a:endParaRPr lang="en-US" sz="1200" dirty="0"/>
          </a:p>
        </p:txBody>
      </p:sp>
      <p:sp>
        <p:nvSpPr>
          <p:cNvPr id="18" name="Text 4"/>
          <p:cNvSpPr/>
          <p:nvPr/>
        </p:nvSpPr>
        <p:spPr>
          <a:xfrm flipV="1">
            <a:off x="6210300" y="6099175"/>
            <a:ext cx="4889500" cy="299085"/>
          </a:xfrm>
          <a:prstGeom prst="rect">
            <a:avLst/>
          </a:prstGeom>
          <a:noFill/>
        </p:spPr>
        <p:txBody>
          <a:bodyPr vert="horz" wrap="square" lIns="0" tIns="0" rIns="0" bIns="0" rtlCol="0" anchor="t"/>
          <a:lstStyle/>
          <a:p>
            <a:pPr marL="0" indent="0" algn="l">
              <a:lnSpc>
                <a:spcPts val="1800"/>
              </a:lnSpc>
              <a:buNone/>
            </a:pPr>
            <a:endParaRPr lang="en-US" sz="1200" dirty="0"/>
          </a:p>
        </p:txBody>
      </p:sp>
      <p:sp>
        <p:nvSpPr>
          <p:cNvPr id="19" name="Text 5"/>
          <p:cNvSpPr/>
          <p:nvPr/>
        </p:nvSpPr>
        <p:spPr>
          <a:xfrm>
            <a:off x="6299200" y="1505585"/>
            <a:ext cx="5734050" cy="3444875"/>
          </a:xfrm>
          <a:prstGeom prst="rect">
            <a:avLst/>
          </a:prstGeom>
          <a:noFill/>
        </p:spPr>
        <p:txBody>
          <a:bodyPr vert="horz" wrap="square" lIns="0" tIns="0" rIns="0" bIns="0" rtlCol="0" anchor="t"/>
          <a:lstStyle/>
          <a:p>
            <a:pPr marL="0" indent="0" algn="l">
              <a:lnSpc>
                <a:spcPts val="2160"/>
              </a:lnSpc>
              <a:buNone/>
            </a:pPr>
            <a:r>
              <a:rPr lang="en-US" sz="1800" dirty="0">
                <a:solidFill>
                  <a:srgbClr val="D3F87B"/>
                </a:solidFill>
                <a:latin typeface="Outfit" pitchFamily="34" charset="0"/>
                <a:ea typeface="Outfit" pitchFamily="34" charset="-122"/>
                <a:cs typeface="Outfit" pitchFamily="34" charset="-120"/>
              </a:rPr>
              <a:t>Way to think </a:t>
            </a:r>
            <a:endParaRPr lang="en-US" sz="1800" dirty="0"/>
          </a:p>
        </p:txBody>
      </p:sp>
      <p:sp>
        <p:nvSpPr>
          <p:cNvPr id="20" name="Text 6"/>
          <p:cNvSpPr/>
          <p:nvPr/>
        </p:nvSpPr>
        <p:spPr>
          <a:xfrm>
            <a:off x="990600" y="2425700"/>
            <a:ext cx="4038600" cy="1195784"/>
          </a:xfrm>
          <a:prstGeom prst="rect">
            <a:avLst/>
          </a:prstGeom>
          <a:noFill/>
        </p:spPr>
        <p:txBody>
          <a:bodyPr vert="horz" wrap="square" lIns="0" tIns="0" rIns="0" bIns="0" rtlCol="0" anchor="t"/>
          <a:lstStyle/>
          <a:p>
            <a:pPr marL="0" indent="0" algn="l">
              <a:lnSpc>
                <a:spcPts val="4610"/>
              </a:lnSpc>
              <a:buNone/>
            </a:pPr>
            <a:r>
              <a:rPr lang="en-US" sz="3200" b="1" dirty="0">
                <a:solidFill>
                  <a:srgbClr val="FFFFFF"/>
                </a:solidFill>
                <a:latin typeface="Poppins_Bold" pitchFamily="34" charset="0"/>
                <a:ea typeface="Poppins_Bold" pitchFamily="34" charset="-122"/>
                <a:cs typeface="Poppins_Bold" pitchFamily="34" charset="-120"/>
              </a:rPr>
              <a:t>Output Parser</a:t>
            </a:r>
            <a:endParaRPr lang="en-US" sz="3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2"/>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3"/>
          <a:stretch>
            <a:fillRect/>
          </a:stretch>
        </p:blipFill>
        <p:spPr>
          <a:xfrm>
            <a:off x="0" y="0"/>
            <a:ext cx="12192000" cy="6858000"/>
          </a:xfrm>
          <a:prstGeom prst="rect">
            <a:avLst/>
          </a:prstGeom>
        </p:spPr>
      </p:pic>
      <p:pic>
        <p:nvPicPr>
          <p:cNvPr id="5" name="Image 3" descr="preencoded.png"/>
          <p:cNvPicPr>
            <a:picLocks noChangeAspect="1"/>
          </p:cNvPicPr>
          <p:nvPr/>
        </p:nvPicPr>
        <p:blipFill>
          <a:blip r:embed="rId4"/>
          <a:stretch>
            <a:fillRect/>
          </a:stretch>
        </p:blipFill>
        <p:spPr>
          <a:xfrm>
            <a:off x="0" y="0"/>
            <a:ext cx="12192000" cy="6858000"/>
          </a:xfrm>
          <a:prstGeom prst="rect">
            <a:avLst/>
          </a:prstGeom>
        </p:spPr>
      </p:pic>
      <p:pic>
        <p:nvPicPr>
          <p:cNvPr id="6" name="Image 4" descr="preencoded.png"/>
          <p:cNvPicPr>
            <a:picLocks noChangeAspect="1"/>
          </p:cNvPicPr>
          <p:nvPr>
            <p:custDataLst>
              <p:tags r:id="rId5"/>
            </p:custDataLst>
          </p:nvPr>
        </p:nvPicPr>
        <p:blipFill>
          <a:blip r:embed="rId6"/>
          <a:stretch>
            <a:fillRect/>
          </a:stretch>
        </p:blipFill>
        <p:spPr>
          <a:xfrm>
            <a:off x="6667500" y="4838700"/>
            <a:ext cx="4800600" cy="1397000"/>
          </a:xfrm>
          <a:prstGeom prst="rect">
            <a:avLst/>
          </a:prstGeom>
        </p:spPr>
      </p:pic>
      <p:pic>
        <p:nvPicPr>
          <p:cNvPr id="7" name="Image 5" descr="preencoded.png"/>
          <p:cNvPicPr>
            <a:picLocks noChangeAspect="1"/>
          </p:cNvPicPr>
          <p:nvPr>
            <p:custDataLst>
              <p:tags r:id="rId7"/>
            </p:custDataLst>
          </p:nvPr>
        </p:nvPicPr>
        <p:blipFill>
          <a:blip r:embed="rId8"/>
          <a:stretch>
            <a:fillRect/>
          </a:stretch>
        </p:blipFill>
        <p:spPr>
          <a:xfrm>
            <a:off x="6985000" y="4889500"/>
            <a:ext cx="4267200" cy="469900"/>
          </a:xfrm>
          <a:prstGeom prst="rect">
            <a:avLst/>
          </a:prstGeom>
        </p:spPr>
      </p:pic>
      <p:pic>
        <p:nvPicPr>
          <p:cNvPr id="8" name="Image 6" descr="preencoded.png"/>
          <p:cNvPicPr>
            <a:picLocks noChangeAspect="1"/>
          </p:cNvPicPr>
          <p:nvPr>
            <p:custDataLst>
              <p:tags r:id="rId9"/>
            </p:custDataLst>
          </p:nvPr>
        </p:nvPicPr>
        <p:blipFill>
          <a:blip r:embed="rId10"/>
          <a:stretch>
            <a:fillRect/>
          </a:stretch>
        </p:blipFill>
        <p:spPr>
          <a:xfrm>
            <a:off x="6985000" y="5232400"/>
            <a:ext cx="4267200" cy="952500"/>
          </a:xfrm>
          <a:prstGeom prst="rect">
            <a:avLst/>
          </a:prstGeom>
        </p:spPr>
      </p:pic>
      <p:pic>
        <p:nvPicPr>
          <p:cNvPr id="9" name="Image 7" descr="preencoded.png"/>
          <p:cNvPicPr>
            <a:picLocks noChangeAspect="1"/>
          </p:cNvPicPr>
          <p:nvPr>
            <p:custDataLst>
              <p:tags r:id="rId11"/>
            </p:custDataLst>
          </p:nvPr>
        </p:nvPicPr>
        <p:blipFill>
          <a:blip r:embed="rId12"/>
          <a:stretch>
            <a:fillRect/>
          </a:stretch>
        </p:blipFill>
        <p:spPr>
          <a:xfrm>
            <a:off x="6400800" y="5207000"/>
            <a:ext cx="546100" cy="546100"/>
          </a:xfrm>
          <a:prstGeom prst="rect">
            <a:avLst/>
          </a:prstGeom>
        </p:spPr>
      </p:pic>
      <p:pic>
        <p:nvPicPr>
          <p:cNvPr id="10" name="Image 8" descr="preencoded.png"/>
          <p:cNvPicPr>
            <a:picLocks noChangeAspect="1"/>
          </p:cNvPicPr>
          <p:nvPr>
            <p:custDataLst>
              <p:tags r:id="rId13"/>
            </p:custDataLst>
          </p:nvPr>
        </p:nvPicPr>
        <p:blipFill>
          <a:blip r:embed="rId14"/>
          <a:stretch>
            <a:fillRect/>
          </a:stretch>
        </p:blipFill>
        <p:spPr>
          <a:xfrm>
            <a:off x="6096000" y="5486400"/>
            <a:ext cx="12700" cy="1371600"/>
          </a:xfrm>
          <a:prstGeom prst="rect">
            <a:avLst/>
          </a:prstGeom>
        </p:spPr>
      </p:pic>
      <p:pic>
        <p:nvPicPr>
          <p:cNvPr id="11" name="Image 9" descr="preencoded.png"/>
          <p:cNvPicPr>
            <a:picLocks noChangeAspect="1"/>
          </p:cNvPicPr>
          <p:nvPr>
            <p:custDataLst>
              <p:tags r:id="rId15"/>
            </p:custDataLst>
          </p:nvPr>
        </p:nvPicPr>
        <p:blipFill>
          <a:blip r:embed="rId16"/>
          <a:stretch>
            <a:fillRect/>
          </a:stretch>
        </p:blipFill>
        <p:spPr>
          <a:xfrm>
            <a:off x="723900" y="3403600"/>
            <a:ext cx="4800600" cy="1397000"/>
          </a:xfrm>
          <a:prstGeom prst="rect">
            <a:avLst/>
          </a:prstGeom>
        </p:spPr>
      </p:pic>
      <p:pic>
        <p:nvPicPr>
          <p:cNvPr id="12" name="Image 10" descr="preencoded.png"/>
          <p:cNvPicPr>
            <a:picLocks noChangeAspect="1"/>
          </p:cNvPicPr>
          <p:nvPr>
            <p:custDataLst>
              <p:tags r:id="rId17"/>
            </p:custDataLst>
          </p:nvPr>
        </p:nvPicPr>
        <p:blipFill>
          <a:blip r:embed="rId8"/>
          <a:stretch>
            <a:fillRect/>
          </a:stretch>
        </p:blipFill>
        <p:spPr>
          <a:xfrm>
            <a:off x="939800" y="3492500"/>
            <a:ext cx="4267200" cy="469900"/>
          </a:xfrm>
          <a:prstGeom prst="rect">
            <a:avLst/>
          </a:prstGeom>
        </p:spPr>
      </p:pic>
      <p:pic>
        <p:nvPicPr>
          <p:cNvPr id="13" name="Image 11" descr="preencoded.png"/>
          <p:cNvPicPr>
            <a:picLocks noChangeAspect="1"/>
          </p:cNvPicPr>
          <p:nvPr>
            <p:custDataLst>
              <p:tags r:id="rId18"/>
            </p:custDataLst>
          </p:nvPr>
        </p:nvPicPr>
        <p:blipFill>
          <a:blip r:embed="rId19"/>
          <a:stretch>
            <a:fillRect/>
          </a:stretch>
        </p:blipFill>
        <p:spPr>
          <a:xfrm>
            <a:off x="939800" y="3835400"/>
            <a:ext cx="4305300" cy="952500"/>
          </a:xfrm>
          <a:prstGeom prst="rect">
            <a:avLst/>
          </a:prstGeom>
        </p:spPr>
      </p:pic>
      <p:pic>
        <p:nvPicPr>
          <p:cNvPr id="14" name="Image 12" descr="preencoded.png"/>
          <p:cNvPicPr>
            <a:picLocks noChangeAspect="1"/>
          </p:cNvPicPr>
          <p:nvPr>
            <p:custDataLst>
              <p:tags r:id="rId20"/>
            </p:custDataLst>
          </p:nvPr>
        </p:nvPicPr>
        <p:blipFill>
          <a:blip r:embed="rId21"/>
          <a:stretch>
            <a:fillRect/>
          </a:stretch>
        </p:blipFill>
        <p:spPr>
          <a:xfrm>
            <a:off x="5245100" y="3835400"/>
            <a:ext cx="546100" cy="546100"/>
          </a:xfrm>
          <a:prstGeom prst="rect">
            <a:avLst/>
          </a:prstGeom>
        </p:spPr>
      </p:pic>
      <p:pic>
        <p:nvPicPr>
          <p:cNvPr id="15" name="Image 13" descr="preencoded.png"/>
          <p:cNvPicPr>
            <a:picLocks noChangeAspect="1"/>
          </p:cNvPicPr>
          <p:nvPr>
            <p:custDataLst>
              <p:tags r:id="rId22"/>
            </p:custDataLst>
          </p:nvPr>
        </p:nvPicPr>
        <p:blipFill>
          <a:blip r:embed="rId23"/>
          <a:stretch>
            <a:fillRect/>
          </a:stretch>
        </p:blipFill>
        <p:spPr>
          <a:xfrm>
            <a:off x="6083300" y="4089400"/>
            <a:ext cx="12700" cy="1371600"/>
          </a:xfrm>
          <a:prstGeom prst="rect">
            <a:avLst/>
          </a:prstGeom>
        </p:spPr>
      </p:pic>
      <p:pic>
        <p:nvPicPr>
          <p:cNvPr id="16" name="Image 14" descr="preencoded.png"/>
          <p:cNvPicPr>
            <a:picLocks noChangeAspect="1"/>
          </p:cNvPicPr>
          <p:nvPr>
            <p:custDataLst>
              <p:tags r:id="rId24"/>
            </p:custDataLst>
          </p:nvPr>
        </p:nvPicPr>
        <p:blipFill>
          <a:blip r:embed="rId25"/>
          <a:stretch>
            <a:fillRect/>
          </a:stretch>
        </p:blipFill>
        <p:spPr>
          <a:xfrm>
            <a:off x="6667500" y="1993900"/>
            <a:ext cx="4800600" cy="1409700"/>
          </a:xfrm>
          <a:prstGeom prst="rect">
            <a:avLst/>
          </a:prstGeom>
        </p:spPr>
      </p:pic>
      <p:pic>
        <p:nvPicPr>
          <p:cNvPr id="17" name="Image 15" descr="preencoded.png"/>
          <p:cNvPicPr>
            <a:picLocks noChangeAspect="1"/>
          </p:cNvPicPr>
          <p:nvPr>
            <p:custDataLst>
              <p:tags r:id="rId26"/>
            </p:custDataLst>
          </p:nvPr>
        </p:nvPicPr>
        <p:blipFill>
          <a:blip r:embed="rId8"/>
          <a:stretch>
            <a:fillRect/>
          </a:stretch>
        </p:blipFill>
        <p:spPr>
          <a:xfrm>
            <a:off x="6985000" y="2171700"/>
            <a:ext cx="4267200" cy="469900"/>
          </a:xfrm>
          <a:prstGeom prst="rect">
            <a:avLst/>
          </a:prstGeom>
        </p:spPr>
      </p:pic>
      <p:pic>
        <p:nvPicPr>
          <p:cNvPr id="18" name="Image 16" descr="preencoded.png"/>
          <p:cNvPicPr>
            <a:picLocks noChangeAspect="1"/>
          </p:cNvPicPr>
          <p:nvPr>
            <p:custDataLst>
              <p:tags r:id="rId27"/>
            </p:custDataLst>
          </p:nvPr>
        </p:nvPicPr>
        <p:blipFill>
          <a:blip r:embed="rId28"/>
          <a:stretch>
            <a:fillRect/>
          </a:stretch>
        </p:blipFill>
        <p:spPr>
          <a:xfrm>
            <a:off x="6985000" y="2514600"/>
            <a:ext cx="4267200" cy="774700"/>
          </a:xfrm>
          <a:prstGeom prst="rect">
            <a:avLst/>
          </a:prstGeom>
        </p:spPr>
      </p:pic>
      <p:pic>
        <p:nvPicPr>
          <p:cNvPr id="19" name="Image 17" descr="preencoded.png"/>
          <p:cNvPicPr>
            <a:picLocks noChangeAspect="1"/>
          </p:cNvPicPr>
          <p:nvPr>
            <p:custDataLst>
              <p:tags r:id="rId29"/>
            </p:custDataLst>
          </p:nvPr>
        </p:nvPicPr>
        <p:blipFill>
          <a:blip r:embed="rId30"/>
          <a:stretch>
            <a:fillRect/>
          </a:stretch>
        </p:blipFill>
        <p:spPr>
          <a:xfrm>
            <a:off x="6400800" y="2425700"/>
            <a:ext cx="546100" cy="546100"/>
          </a:xfrm>
          <a:prstGeom prst="rect">
            <a:avLst/>
          </a:prstGeom>
        </p:spPr>
      </p:pic>
      <p:pic>
        <p:nvPicPr>
          <p:cNvPr id="20" name="Image 18" descr="preencoded.png"/>
          <p:cNvPicPr>
            <a:picLocks noChangeAspect="1"/>
          </p:cNvPicPr>
          <p:nvPr>
            <p:custDataLst>
              <p:tags r:id="rId31"/>
            </p:custDataLst>
          </p:nvPr>
        </p:nvPicPr>
        <p:blipFill>
          <a:blip r:embed="rId32"/>
          <a:stretch>
            <a:fillRect/>
          </a:stretch>
        </p:blipFill>
        <p:spPr>
          <a:xfrm>
            <a:off x="6096000" y="2692400"/>
            <a:ext cx="12700" cy="1371600"/>
          </a:xfrm>
          <a:prstGeom prst="rect">
            <a:avLst/>
          </a:prstGeom>
        </p:spPr>
      </p:pic>
      <p:pic>
        <p:nvPicPr>
          <p:cNvPr id="21" name="Image 19" descr="preencoded.png"/>
          <p:cNvPicPr>
            <a:picLocks noChangeAspect="1"/>
          </p:cNvPicPr>
          <p:nvPr/>
        </p:nvPicPr>
        <p:blipFill>
          <a:blip r:embed="rId33"/>
          <a:stretch>
            <a:fillRect/>
          </a:stretch>
        </p:blipFill>
        <p:spPr>
          <a:xfrm>
            <a:off x="660400" y="342900"/>
            <a:ext cx="8686801" cy="635000"/>
          </a:xfrm>
          <a:prstGeom prst="rect">
            <a:avLst/>
          </a:prstGeom>
        </p:spPr>
      </p:pic>
      <p:pic>
        <p:nvPicPr>
          <p:cNvPr id="22" name="Image 20" descr="preencoded.png"/>
          <p:cNvPicPr>
            <a:picLocks noChangeAspect="1"/>
          </p:cNvPicPr>
          <p:nvPr/>
        </p:nvPicPr>
        <p:blipFill>
          <a:blip r:embed="rId34"/>
          <a:stretch>
            <a:fillRect/>
          </a:stretch>
        </p:blipFill>
        <p:spPr>
          <a:xfrm>
            <a:off x="552450" y="501650"/>
            <a:ext cx="101600" cy="368300"/>
          </a:xfrm>
          <a:prstGeom prst="rect">
            <a:avLst/>
          </a:prstGeom>
        </p:spPr>
      </p:pic>
      <p:pic>
        <p:nvPicPr>
          <p:cNvPr id="23" name="Image 21" descr="preencoded.png"/>
          <p:cNvPicPr>
            <a:picLocks noChangeAspect="1"/>
          </p:cNvPicPr>
          <p:nvPr>
            <p:custDataLst>
              <p:tags r:id="rId35"/>
            </p:custDataLst>
          </p:nvPr>
        </p:nvPicPr>
        <p:blipFill>
          <a:blip r:embed="rId36"/>
          <a:stretch>
            <a:fillRect/>
          </a:stretch>
        </p:blipFill>
        <p:spPr>
          <a:xfrm>
            <a:off x="5791200" y="4102100"/>
            <a:ext cx="304800" cy="12700"/>
          </a:xfrm>
          <a:prstGeom prst="rect">
            <a:avLst/>
          </a:prstGeom>
        </p:spPr>
      </p:pic>
      <p:pic>
        <p:nvPicPr>
          <p:cNvPr id="24" name="Image 22" descr="preencoded.png"/>
          <p:cNvPicPr>
            <a:picLocks noChangeAspect="1"/>
          </p:cNvPicPr>
          <p:nvPr>
            <p:custDataLst>
              <p:tags r:id="rId37"/>
            </p:custDataLst>
          </p:nvPr>
        </p:nvPicPr>
        <p:blipFill>
          <a:blip r:embed="rId38"/>
          <a:stretch>
            <a:fillRect/>
          </a:stretch>
        </p:blipFill>
        <p:spPr>
          <a:xfrm>
            <a:off x="6096000" y="2692400"/>
            <a:ext cx="304800" cy="12700"/>
          </a:xfrm>
          <a:prstGeom prst="rect">
            <a:avLst/>
          </a:prstGeom>
        </p:spPr>
      </p:pic>
      <p:pic>
        <p:nvPicPr>
          <p:cNvPr id="25" name="Image 23" descr="preencoded.png"/>
          <p:cNvPicPr>
            <a:picLocks noChangeAspect="1"/>
          </p:cNvPicPr>
          <p:nvPr>
            <p:custDataLst>
              <p:tags r:id="rId39"/>
            </p:custDataLst>
          </p:nvPr>
        </p:nvPicPr>
        <p:blipFill>
          <a:blip r:embed="rId40"/>
          <a:stretch>
            <a:fillRect/>
          </a:stretch>
        </p:blipFill>
        <p:spPr>
          <a:xfrm>
            <a:off x="6096000" y="5499100"/>
            <a:ext cx="304800" cy="12700"/>
          </a:xfrm>
          <a:prstGeom prst="rect">
            <a:avLst/>
          </a:prstGeom>
        </p:spPr>
      </p:pic>
      <p:sp>
        <p:nvSpPr>
          <p:cNvPr id="26" name="Text 0"/>
          <p:cNvSpPr/>
          <p:nvPr>
            <p:custDataLst>
              <p:tags r:id="rId41"/>
            </p:custDataLst>
          </p:nvPr>
        </p:nvSpPr>
        <p:spPr>
          <a:xfrm>
            <a:off x="7086600" y="5014119"/>
            <a:ext cx="4064001" cy="243681"/>
          </a:xfrm>
          <a:prstGeom prst="rect">
            <a:avLst/>
          </a:prstGeom>
          <a:noFill/>
        </p:spPr>
        <p:txBody>
          <a:bodyPr vert="horz" wrap="square" lIns="0" tIns="0" rIns="0" bIns="0" rtlCol="0" anchor="t"/>
          <a:lstStyle/>
          <a:p>
            <a:pPr marL="0" indent="0" algn="l">
              <a:lnSpc>
                <a:spcPts val="1920"/>
              </a:lnSpc>
              <a:buNone/>
            </a:pPr>
            <a:r>
              <a:rPr lang="en-US" sz="1600" dirty="0">
                <a:solidFill>
                  <a:srgbClr val="FFFFFF"/>
                </a:solidFill>
                <a:latin typeface="Outfit" pitchFamily="34" charset="0"/>
                <a:ea typeface="Outfit" pitchFamily="34" charset="-122"/>
                <a:cs typeface="Outfit" pitchFamily="34" charset="-120"/>
              </a:rPr>
              <a:t>Srtuctured Schema Parser</a:t>
            </a:r>
            <a:endParaRPr lang="en-US" sz="1600" dirty="0"/>
          </a:p>
        </p:txBody>
      </p:sp>
      <p:sp>
        <p:nvSpPr>
          <p:cNvPr id="27" name="Text 1"/>
          <p:cNvSpPr/>
          <p:nvPr>
            <p:custDataLst>
              <p:tags r:id="rId42"/>
            </p:custDataLst>
          </p:nvPr>
        </p:nvSpPr>
        <p:spPr>
          <a:xfrm>
            <a:off x="7086600" y="5359400"/>
            <a:ext cx="4064000" cy="469900"/>
          </a:xfrm>
          <a:prstGeom prst="rect">
            <a:avLst/>
          </a:prstGeom>
          <a:noFill/>
        </p:spPr>
        <p:txBody>
          <a:bodyPr vert="horz" wrap="square" lIns="0" tIns="0" rIns="0" bIns="0" rtlCol="0" anchor="t"/>
          <a:lstStyle/>
          <a:p>
            <a:pPr indent="0" algn="l">
              <a:lnSpc>
                <a:spcPct val="150000"/>
              </a:lnSpc>
              <a:buFont typeface="Arial" panose="020B0604020202020204" pitchFamily="34" charset="0"/>
              <a:buNone/>
            </a:pPr>
            <a:r>
              <a:rPr lang="en-US" altLang="en-US" sz="1600" dirty="0">
                <a:solidFill>
                  <a:srgbClr val="FFFFFF"/>
                </a:solidFill>
                <a:latin typeface="Times New Roman" panose="02020603050405020304" charset="0"/>
                <a:ea typeface="Outfit" pitchFamily="34" charset="-122"/>
                <a:cs typeface="Times New Roman" panose="02020603050405020304" charset="0"/>
                <a:sym typeface="+mn-ea"/>
              </a:rPr>
              <a:t>It is used for enforcing strict formats with defined fields.</a:t>
            </a:r>
            <a:endParaRPr lang="en-US" sz="1600" dirty="0">
              <a:solidFill>
                <a:schemeClr val="bg1"/>
              </a:solidFill>
              <a:latin typeface="Times New Roman" panose="02020603050405020304" charset="0"/>
              <a:cs typeface="Times New Roman" panose="02020603050405020304" charset="0"/>
              <a:sym typeface="+mn-ea"/>
            </a:endParaRPr>
          </a:p>
        </p:txBody>
      </p:sp>
      <p:sp>
        <p:nvSpPr>
          <p:cNvPr id="28" name="Text 2"/>
          <p:cNvSpPr/>
          <p:nvPr>
            <p:custDataLst>
              <p:tags r:id="rId43"/>
            </p:custDataLst>
          </p:nvPr>
        </p:nvSpPr>
        <p:spPr>
          <a:xfrm>
            <a:off x="6468110" y="5342930"/>
            <a:ext cx="411480" cy="274241"/>
          </a:xfrm>
          <a:prstGeom prst="rect">
            <a:avLst/>
          </a:prstGeom>
          <a:noFill/>
        </p:spPr>
        <p:txBody>
          <a:bodyPr vert="horz" wrap="square" lIns="0" tIns="0" rIns="0" bIns="0" rtlCol="0" anchor="t"/>
          <a:lstStyle/>
          <a:p>
            <a:pPr marL="0" indent="0" algn="ctr">
              <a:lnSpc>
                <a:spcPts val="2160"/>
              </a:lnSpc>
              <a:buNone/>
            </a:pPr>
            <a:r>
              <a:rPr lang="en-US" sz="1800" b="1" dirty="0">
                <a:solidFill>
                  <a:srgbClr val="000000"/>
                </a:solidFill>
                <a:latin typeface="Outfit" pitchFamily="34" charset="0"/>
                <a:ea typeface="Outfit" pitchFamily="34" charset="-122"/>
                <a:cs typeface="Outfit" pitchFamily="34" charset="-120"/>
              </a:rPr>
              <a:t>03</a:t>
            </a:r>
            <a:endParaRPr lang="en-US" sz="1800" dirty="0"/>
          </a:p>
        </p:txBody>
      </p:sp>
      <p:sp>
        <p:nvSpPr>
          <p:cNvPr id="29" name="Text 3"/>
          <p:cNvSpPr/>
          <p:nvPr>
            <p:custDataLst>
              <p:tags r:id="rId44"/>
            </p:custDataLst>
          </p:nvPr>
        </p:nvSpPr>
        <p:spPr>
          <a:xfrm>
            <a:off x="1041400" y="3517900"/>
            <a:ext cx="4064000" cy="243681"/>
          </a:xfrm>
          <a:prstGeom prst="rect">
            <a:avLst/>
          </a:prstGeom>
          <a:noFill/>
        </p:spPr>
        <p:txBody>
          <a:bodyPr vert="horz" wrap="square" lIns="0" tIns="0" rIns="0" bIns="0" rtlCol="0" anchor="t"/>
          <a:lstStyle/>
          <a:p>
            <a:pPr marL="0" indent="0" algn="l">
              <a:lnSpc>
                <a:spcPts val="1920"/>
              </a:lnSpc>
              <a:buNone/>
            </a:pPr>
            <a:r>
              <a:rPr lang="en-US" sz="1600" dirty="0">
                <a:solidFill>
                  <a:srgbClr val="FFFFFF"/>
                </a:solidFill>
                <a:latin typeface="Outfit" pitchFamily="34" charset="0"/>
                <a:ea typeface="Outfit" pitchFamily="34" charset="-122"/>
                <a:cs typeface="Outfit" pitchFamily="34" charset="-120"/>
              </a:rPr>
              <a:t>List Parser</a:t>
            </a:r>
            <a:endParaRPr lang="en-US" sz="1600" dirty="0"/>
          </a:p>
        </p:txBody>
      </p:sp>
      <p:sp>
        <p:nvSpPr>
          <p:cNvPr id="30" name="Text 4"/>
          <p:cNvSpPr/>
          <p:nvPr>
            <p:custDataLst>
              <p:tags r:id="rId45"/>
            </p:custDataLst>
          </p:nvPr>
        </p:nvSpPr>
        <p:spPr>
          <a:xfrm>
            <a:off x="1041400" y="3862070"/>
            <a:ext cx="4102100" cy="400050"/>
          </a:xfrm>
          <a:prstGeom prst="rect">
            <a:avLst/>
          </a:prstGeom>
          <a:noFill/>
        </p:spPr>
        <p:txBody>
          <a:bodyPr vert="horz" wrap="square" lIns="0" tIns="0" rIns="0" bIns="0" rtlCol="0" anchor="t"/>
          <a:lstStyle/>
          <a:p>
            <a:pPr indent="0" algn="l">
              <a:lnSpc>
                <a:spcPct val="150000"/>
              </a:lnSpc>
              <a:buFont typeface="Arial" panose="020B0604020202020204" pitchFamily="34" charset="0"/>
              <a:buNone/>
            </a:pPr>
            <a:r>
              <a:rPr lang="en-US" altLang="en-US" sz="1600" dirty="0">
                <a:solidFill>
                  <a:srgbClr val="FFFFFF"/>
                </a:solidFill>
                <a:latin typeface="Times New Roman" panose="02020603050405020304" charset="0"/>
                <a:ea typeface="Outfit" pitchFamily="34" charset="-122"/>
                <a:cs typeface="Times New Roman" panose="02020603050405020304" charset="0"/>
                <a:sym typeface="+mn-ea"/>
              </a:rPr>
              <a:t>It extracts bullet points or comma-separated values.</a:t>
            </a:r>
            <a:endParaRPr lang="en-US" sz="1600" dirty="0">
              <a:solidFill>
                <a:srgbClr val="FFFFFF"/>
              </a:solidFill>
              <a:latin typeface="Times New Roman" panose="02020603050405020304" charset="0"/>
              <a:ea typeface="Outfit" pitchFamily="34" charset="-122"/>
              <a:cs typeface="Times New Roman" panose="02020603050405020304" charset="0"/>
            </a:endParaRPr>
          </a:p>
        </p:txBody>
      </p:sp>
      <p:sp>
        <p:nvSpPr>
          <p:cNvPr id="31" name="Text 5"/>
          <p:cNvSpPr/>
          <p:nvPr>
            <p:custDataLst>
              <p:tags r:id="rId46"/>
            </p:custDataLst>
          </p:nvPr>
        </p:nvSpPr>
        <p:spPr>
          <a:xfrm>
            <a:off x="5312410" y="3971330"/>
            <a:ext cx="411480" cy="274241"/>
          </a:xfrm>
          <a:prstGeom prst="rect">
            <a:avLst/>
          </a:prstGeom>
          <a:noFill/>
        </p:spPr>
        <p:txBody>
          <a:bodyPr vert="horz" wrap="square" lIns="0" tIns="0" rIns="0" bIns="0" rtlCol="0" anchor="t"/>
          <a:lstStyle/>
          <a:p>
            <a:pPr marL="0" indent="0" algn="ctr">
              <a:lnSpc>
                <a:spcPts val="2160"/>
              </a:lnSpc>
              <a:buNone/>
            </a:pPr>
            <a:r>
              <a:rPr lang="en-US" sz="1800" b="1" dirty="0">
                <a:solidFill>
                  <a:srgbClr val="000000"/>
                </a:solidFill>
                <a:latin typeface="Outfit" pitchFamily="34" charset="0"/>
                <a:ea typeface="Outfit" pitchFamily="34" charset="-122"/>
                <a:cs typeface="Outfit" pitchFamily="34" charset="-120"/>
              </a:rPr>
              <a:t>02</a:t>
            </a:r>
            <a:endParaRPr lang="en-US" sz="1800" dirty="0"/>
          </a:p>
        </p:txBody>
      </p:sp>
      <p:sp>
        <p:nvSpPr>
          <p:cNvPr id="32" name="Text 6"/>
          <p:cNvSpPr/>
          <p:nvPr>
            <p:custDataLst>
              <p:tags r:id="rId47"/>
            </p:custDataLst>
          </p:nvPr>
        </p:nvSpPr>
        <p:spPr>
          <a:xfrm>
            <a:off x="7086600" y="2184400"/>
            <a:ext cx="4292601" cy="243681"/>
          </a:xfrm>
          <a:prstGeom prst="rect">
            <a:avLst/>
          </a:prstGeom>
          <a:noFill/>
        </p:spPr>
        <p:txBody>
          <a:bodyPr vert="horz" wrap="square" lIns="0" tIns="0" rIns="0" bIns="0" rtlCol="0" anchor="t"/>
          <a:lstStyle/>
          <a:p>
            <a:pPr marL="0" indent="0" algn="l">
              <a:lnSpc>
                <a:spcPts val="1920"/>
              </a:lnSpc>
              <a:buNone/>
            </a:pPr>
            <a:r>
              <a:rPr lang="en-US" sz="1600" dirty="0">
                <a:solidFill>
                  <a:srgbClr val="FFFFFF"/>
                </a:solidFill>
                <a:latin typeface="Outfit" pitchFamily="34" charset="0"/>
                <a:ea typeface="Outfit" pitchFamily="34" charset="-122"/>
                <a:cs typeface="Outfit" pitchFamily="34" charset="-120"/>
              </a:rPr>
              <a:t>JSON Parser</a:t>
            </a:r>
            <a:endParaRPr lang="en-US" sz="1600" dirty="0"/>
          </a:p>
        </p:txBody>
      </p:sp>
      <p:sp>
        <p:nvSpPr>
          <p:cNvPr id="33" name="Text 7"/>
          <p:cNvSpPr/>
          <p:nvPr>
            <p:custDataLst>
              <p:tags r:id="rId48"/>
            </p:custDataLst>
          </p:nvPr>
        </p:nvSpPr>
        <p:spPr>
          <a:xfrm>
            <a:off x="7086600" y="2546350"/>
            <a:ext cx="4089400" cy="565150"/>
          </a:xfrm>
          <a:prstGeom prst="rect">
            <a:avLst/>
          </a:prstGeom>
          <a:noFill/>
        </p:spPr>
        <p:txBody>
          <a:bodyPr vert="horz" wrap="square" lIns="0" tIns="0" rIns="0" bIns="0" rtlCol="0" anchor="t"/>
          <a:lstStyle/>
          <a:p>
            <a:pPr indent="0" algn="l">
              <a:lnSpc>
                <a:spcPct val="150000"/>
              </a:lnSpc>
              <a:buFont typeface="Arial" panose="020B0604020202020204" pitchFamily="34" charset="0"/>
              <a:buNone/>
            </a:pPr>
            <a:r>
              <a:rPr lang="en-US" altLang="en-US" sz="1600" dirty="0">
                <a:solidFill>
                  <a:srgbClr val="FFFFFF"/>
                </a:solidFill>
                <a:latin typeface="Times New Roman" panose="02020603050405020304" charset="0"/>
                <a:ea typeface="Outfit" pitchFamily="34" charset="-122"/>
                <a:cs typeface="Times New Roman" panose="02020603050405020304" charset="0"/>
                <a:sym typeface="+mn-ea"/>
              </a:rPr>
              <a:t>It is used for structured key-value outputs.</a:t>
            </a:r>
            <a:endParaRPr lang="en-US" sz="1600" dirty="0">
              <a:solidFill>
                <a:srgbClr val="FFFFFF"/>
              </a:solidFill>
              <a:latin typeface="Times New Roman" panose="02020603050405020304" charset="0"/>
              <a:ea typeface="Outfit" pitchFamily="34" charset="-122"/>
              <a:cs typeface="Times New Roman" panose="02020603050405020304" charset="0"/>
            </a:endParaRPr>
          </a:p>
        </p:txBody>
      </p:sp>
      <p:sp>
        <p:nvSpPr>
          <p:cNvPr id="34" name="Text 8"/>
          <p:cNvSpPr/>
          <p:nvPr>
            <p:custDataLst>
              <p:tags r:id="rId49"/>
            </p:custDataLst>
          </p:nvPr>
        </p:nvSpPr>
        <p:spPr>
          <a:xfrm>
            <a:off x="6468110" y="2561630"/>
            <a:ext cx="411480" cy="274241"/>
          </a:xfrm>
          <a:prstGeom prst="rect">
            <a:avLst/>
          </a:prstGeom>
          <a:noFill/>
        </p:spPr>
        <p:txBody>
          <a:bodyPr vert="horz" wrap="square" lIns="0" tIns="0" rIns="0" bIns="0" rtlCol="0" anchor="t"/>
          <a:lstStyle/>
          <a:p>
            <a:pPr marL="0" indent="0" algn="ctr">
              <a:lnSpc>
                <a:spcPts val="2160"/>
              </a:lnSpc>
              <a:buNone/>
            </a:pPr>
            <a:r>
              <a:rPr lang="en-US" sz="1800" b="1" dirty="0">
                <a:solidFill>
                  <a:srgbClr val="000000"/>
                </a:solidFill>
                <a:latin typeface="Outfit" pitchFamily="34" charset="0"/>
                <a:ea typeface="Outfit" pitchFamily="34" charset="-122"/>
                <a:cs typeface="Outfit" pitchFamily="34" charset="-120"/>
              </a:rPr>
              <a:t>01</a:t>
            </a:r>
            <a:endParaRPr lang="en-US" sz="1800" dirty="0"/>
          </a:p>
        </p:txBody>
      </p:sp>
      <p:sp>
        <p:nvSpPr>
          <p:cNvPr id="35" name="Text 9"/>
          <p:cNvSpPr/>
          <p:nvPr/>
        </p:nvSpPr>
        <p:spPr>
          <a:xfrm>
            <a:off x="749300" y="341908"/>
            <a:ext cx="11258551" cy="597892"/>
          </a:xfrm>
          <a:prstGeom prst="rect">
            <a:avLst/>
          </a:prstGeom>
          <a:noFill/>
        </p:spPr>
        <p:txBody>
          <a:bodyPr vert="horz" wrap="square" lIns="0" tIns="0" rIns="0" bIns="0" rtlCol="0" anchor="t"/>
          <a:lstStyle/>
          <a:p>
            <a:pPr marL="0" indent="0" algn="l">
              <a:lnSpc>
                <a:spcPts val="4610"/>
              </a:lnSpc>
              <a:buNone/>
            </a:pPr>
            <a:r>
              <a:rPr lang="en-US" sz="3200" b="1" dirty="0">
                <a:solidFill>
                  <a:srgbClr val="FFFFFF"/>
                </a:solidFill>
                <a:latin typeface="Poppins_Bold" pitchFamily="34" charset="0"/>
                <a:ea typeface="Poppins_Bold" pitchFamily="34" charset="-122"/>
                <a:cs typeface="Poppins_Bold" pitchFamily="34" charset="-120"/>
                <a:sym typeface="+mn-ea"/>
              </a:rPr>
              <a:t>Types Of Output parser</a:t>
            </a:r>
            <a:endParaRPr lang="en-US" sz="3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2"/>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3"/>
          <a:stretch>
            <a:fillRect/>
          </a:stretch>
        </p:blipFill>
        <p:spPr>
          <a:xfrm>
            <a:off x="0" y="0"/>
            <a:ext cx="12192000" cy="6858000"/>
          </a:xfrm>
          <a:prstGeom prst="rect">
            <a:avLst/>
          </a:prstGeom>
        </p:spPr>
      </p:pic>
      <p:pic>
        <p:nvPicPr>
          <p:cNvPr id="5" name="Image 3" descr="preencoded.png"/>
          <p:cNvPicPr>
            <a:picLocks noChangeAspect="1"/>
          </p:cNvPicPr>
          <p:nvPr/>
        </p:nvPicPr>
        <p:blipFill>
          <a:blip r:embed="rId4"/>
          <a:stretch>
            <a:fillRect/>
          </a:stretch>
        </p:blipFill>
        <p:spPr>
          <a:xfrm>
            <a:off x="0" y="0"/>
            <a:ext cx="12192000" cy="6858000"/>
          </a:xfrm>
          <a:prstGeom prst="rect">
            <a:avLst/>
          </a:prstGeom>
        </p:spPr>
      </p:pic>
      <p:pic>
        <p:nvPicPr>
          <p:cNvPr id="6" name="Image 4" descr="preencoded.png"/>
          <p:cNvPicPr>
            <a:picLocks noChangeAspect="1"/>
          </p:cNvPicPr>
          <p:nvPr/>
        </p:nvPicPr>
        <p:blipFill>
          <a:blip r:embed="rId5"/>
          <a:stretch>
            <a:fillRect/>
          </a:stretch>
        </p:blipFill>
        <p:spPr>
          <a:xfrm>
            <a:off x="977900" y="2387600"/>
            <a:ext cx="4838700" cy="1816100"/>
          </a:xfrm>
          <a:prstGeom prst="rect">
            <a:avLst/>
          </a:prstGeom>
        </p:spPr>
      </p:pic>
      <p:pic>
        <p:nvPicPr>
          <p:cNvPr id="7" name="Image 5" descr="preencoded.png"/>
          <p:cNvPicPr>
            <a:picLocks noChangeAspect="1"/>
          </p:cNvPicPr>
          <p:nvPr/>
        </p:nvPicPr>
        <p:blipFill>
          <a:blip r:embed="rId6"/>
          <a:stretch>
            <a:fillRect/>
          </a:stretch>
        </p:blipFill>
        <p:spPr>
          <a:xfrm>
            <a:off x="694690" y="2006600"/>
            <a:ext cx="711200" cy="76200"/>
          </a:xfrm>
          <a:prstGeom prst="rect">
            <a:avLst/>
          </a:prstGeom>
        </p:spPr>
      </p:pic>
      <p:pic>
        <p:nvPicPr>
          <p:cNvPr id="8" name="Image 6" descr="preencoded.png"/>
          <p:cNvPicPr>
            <a:picLocks noChangeAspect="1"/>
          </p:cNvPicPr>
          <p:nvPr>
            <p:custDataLst>
              <p:tags r:id="rId7"/>
            </p:custDataLst>
          </p:nvPr>
        </p:nvPicPr>
        <p:blipFill>
          <a:blip r:embed="rId8"/>
          <a:stretch>
            <a:fillRect/>
          </a:stretch>
        </p:blipFill>
        <p:spPr>
          <a:xfrm>
            <a:off x="6146800" y="1409700"/>
            <a:ext cx="5029200" cy="965200"/>
          </a:xfrm>
          <a:prstGeom prst="rect">
            <a:avLst/>
          </a:prstGeom>
        </p:spPr>
      </p:pic>
      <p:pic>
        <p:nvPicPr>
          <p:cNvPr id="9" name="Image 7" descr="preencoded.png"/>
          <p:cNvPicPr>
            <a:picLocks noChangeAspect="1"/>
          </p:cNvPicPr>
          <p:nvPr>
            <p:custDataLst>
              <p:tags r:id="rId9"/>
            </p:custDataLst>
          </p:nvPr>
        </p:nvPicPr>
        <p:blipFill>
          <a:blip r:embed="rId10"/>
          <a:stretch>
            <a:fillRect/>
          </a:stretch>
        </p:blipFill>
        <p:spPr>
          <a:xfrm>
            <a:off x="6223000" y="1016000"/>
            <a:ext cx="5029200" cy="368300"/>
          </a:xfrm>
          <a:prstGeom prst="rect">
            <a:avLst/>
          </a:prstGeom>
        </p:spPr>
      </p:pic>
      <p:pic>
        <p:nvPicPr>
          <p:cNvPr id="10" name="Image 8" descr="preencoded.png"/>
          <p:cNvPicPr>
            <a:picLocks noChangeAspect="1"/>
          </p:cNvPicPr>
          <p:nvPr>
            <p:custDataLst>
              <p:tags r:id="rId11"/>
            </p:custDataLst>
          </p:nvPr>
        </p:nvPicPr>
        <p:blipFill>
          <a:blip r:embed="rId8"/>
          <a:stretch>
            <a:fillRect/>
          </a:stretch>
        </p:blipFill>
        <p:spPr>
          <a:xfrm>
            <a:off x="6146800" y="3149600"/>
            <a:ext cx="5029200" cy="965200"/>
          </a:xfrm>
          <a:prstGeom prst="rect">
            <a:avLst/>
          </a:prstGeom>
        </p:spPr>
      </p:pic>
      <p:pic>
        <p:nvPicPr>
          <p:cNvPr id="11" name="Image 9" descr="preencoded.png"/>
          <p:cNvPicPr>
            <a:picLocks noChangeAspect="1"/>
          </p:cNvPicPr>
          <p:nvPr>
            <p:custDataLst>
              <p:tags r:id="rId12"/>
            </p:custDataLst>
          </p:nvPr>
        </p:nvPicPr>
        <p:blipFill>
          <a:blip r:embed="rId10"/>
          <a:stretch>
            <a:fillRect/>
          </a:stretch>
        </p:blipFill>
        <p:spPr>
          <a:xfrm>
            <a:off x="6223000" y="2755900"/>
            <a:ext cx="5029200" cy="368300"/>
          </a:xfrm>
          <a:prstGeom prst="rect">
            <a:avLst/>
          </a:prstGeom>
        </p:spPr>
      </p:pic>
      <p:pic>
        <p:nvPicPr>
          <p:cNvPr id="12" name="Image 10" descr="preencoded.png"/>
          <p:cNvPicPr>
            <a:picLocks noChangeAspect="1"/>
          </p:cNvPicPr>
          <p:nvPr>
            <p:custDataLst>
              <p:tags r:id="rId13"/>
            </p:custDataLst>
          </p:nvPr>
        </p:nvPicPr>
        <p:blipFill>
          <a:blip r:embed="rId14"/>
          <a:stretch>
            <a:fillRect/>
          </a:stretch>
        </p:blipFill>
        <p:spPr>
          <a:xfrm>
            <a:off x="6134100" y="1155700"/>
            <a:ext cx="88900" cy="88900"/>
          </a:xfrm>
          <a:prstGeom prst="rect">
            <a:avLst/>
          </a:prstGeom>
        </p:spPr>
      </p:pic>
      <p:pic>
        <p:nvPicPr>
          <p:cNvPr id="13" name="Image 11" descr="preencoded.png"/>
          <p:cNvPicPr>
            <a:picLocks noChangeAspect="1"/>
          </p:cNvPicPr>
          <p:nvPr>
            <p:custDataLst>
              <p:tags r:id="rId15"/>
            </p:custDataLst>
          </p:nvPr>
        </p:nvPicPr>
        <p:blipFill>
          <a:blip r:embed="rId16"/>
          <a:stretch>
            <a:fillRect/>
          </a:stretch>
        </p:blipFill>
        <p:spPr>
          <a:xfrm>
            <a:off x="6134100" y="2908300"/>
            <a:ext cx="88900" cy="88900"/>
          </a:xfrm>
          <a:prstGeom prst="rect">
            <a:avLst/>
          </a:prstGeom>
        </p:spPr>
      </p:pic>
      <p:pic>
        <p:nvPicPr>
          <p:cNvPr id="14" name="Image 12" descr="preencoded.png"/>
          <p:cNvPicPr>
            <a:picLocks noChangeAspect="1"/>
          </p:cNvPicPr>
          <p:nvPr>
            <p:custDataLst>
              <p:tags r:id="rId17"/>
            </p:custDataLst>
          </p:nvPr>
        </p:nvPicPr>
        <p:blipFill>
          <a:blip r:embed="rId8"/>
          <a:stretch>
            <a:fillRect/>
          </a:stretch>
        </p:blipFill>
        <p:spPr>
          <a:xfrm>
            <a:off x="6146800" y="4889500"/>
            <a:ext cx="5029200" cy="965200"/>
          </a:xfrm>
          <a:prstGeom prst="rect">
            <a:avLst/>
          </a:prstGeom>
        </p:spPr>
      </p:pic>
      <p:pic>
        <p:nvPicPr>
          <p:cNvPr id="15" name="Image 13" descr="preencoded.png"/>
          <p:cNvPicPr>
            <a:picLocks noChangeAspect="1"/>
          </p:cNvPicPr>
          <p:nvPr>
            <p:custDataLst>
              <p:tags r:id="rId18"/>
            </p:custDataLst>
          </p:nvPr>
        </p:nvPicPr>
        <p:blipFill>
          <a:blip r:embed="rId10"/>
          <a:stretch>
            <a:fillRect/>
          </a:stretch>
        </p:blipFill>
        <p:spPr>
          <a:xfrm>
            <a:off x="6223000" y="4495800"/>
            <a:ext cx="5029200" cy="368300"/>
          </a:xfrm>
          <a:prstGeom prst="rect">
            <a:avLst/>
          </a:prstGeom>
        </p:spPr>
      </p:pic>
      <p:pic>
        <p:nvPicPr>
          <p:cNvPr id="16" name="Image 14" descr="preencoded.png"/>
          <p:cNvPicPr>
            <a:picLocks noChangeAspect="1"/>
          </p:cNvPicPr>
          <p:nvPr>
            <p:custDataLst>
              <p:tags r:id="rId19"/>
            </p:custDataLst>
          </p:nvPr>
        </p:nvPicPr>
        <p:blipFill>
          <a:blip r:embed="rId20"/>
          <a:stretch>
            <a:fillRect/>
          </a:stretch>
        </p:blipFill>
        <p:spPr>
          <a:xfrm>
            <a:off x="6134100" y="4699000"/>
            <a:ext cx="88900" cy="88900"/>
          </a:xfrm>
          <a:prstGeom prst="rect">
            <a:avLst/>
          </a:prstGeom>
        </p:spPr>
      </p:pic>
      <p:sp>
        <p:nvSpPr>
          <p:cNvPr id="17" name="Text 0"/>
          <p:cNvSpPr/>
          <p:nvPr/>
        </p:nvSpPr>
        <p:spPr>
          <a:xfrm>
            <a:off x="694690" y="2425700"/>
            <a:ext cx="3697605" cy="1793875"/>
          </a:xfrm>
          <a:prstGeom prst="rect">
            <a:avLst/>
          </a:prstGeom>
          <a:noFill/>
        </p:spPr>
        <p:txBody>
          <a:bodyPr vert="horz" wrap="square" lIns="0" tIns="0" rIns="0" bIns="0" rtlCol="0" anchor="t"/>
          <a:lstStyle/>
          <a:p>
            <a:pPr marL="0" indent="0" algn="l">
              <a:lnSpc>
                <a:spcPts val="4610"/>
              </a:lnSpc>
              <a:buNone/>
            </a:pPr>
            <a:r>
              <a:rPr lang="en-US" sz="3200" b="1" dirty="0">
                <a:solidFill>
                  <a:srgbClr val="FFFFFF"/>
                </a:solidFill>
                <a:latin typeface="Poppins_Bold" pitchFamily="34" charset="0"/>
                <a:ea typeface="Poppins_Bold" pitchFamily="34" charset="-122"/>
                <a:cs typeface="Poppins_Bold" pitchFamily="34" charset="-120"/>
                <a:sym typeface="+mn-ea"/>
              </a:rPr>
              <a:t>AI Fundamentals: Training and Inference</a:t>
            </a:r>
            <a:endParaRPr lang="en-US" sz="3200" dirty="0"/>
          </a:p>
        </p:txBody>
      </p:sp>
      <p:sp>
        <p:nvSpPr>
          <p:cNvPr id="18" name="Text 1"/>
          <p:cNvSpPr/>
          <p:nvPr>
            <p:custDataLst>
              <p:tags r:id="rId21"/>
            </p:custDataLst>
          </p:nvPr>
        </p:nvSpPr>
        <p:spPr>
          <a:xfrm>
            <a:off x="6296025" y="1333500"/>
            <a:ext cx="4610735" cy="749300"/>
          </a:xfrm>
          <a:prstGeom prst="rect">
            <a:avLst/>
          </a:prstGeom>
          <a:noFill/>
        </p:spPr>
        <p:txBody>
          <a:bodyPr vert="horz" wrap="square" lIns="0" tIns="0" rIns="0" bIns="0" rtlCol="0" anchor="t"/>
          <a:lstStyle/>
          <a:p>
            <a:pPr marL="0" indent="0" algn="l">
              <a:lnSpc>
                <a:spcPct val="150000"/>
              </a:lnSpc>
              <a:buNone/>
            </a:pPr>
            <a:r>
              <a:rPr lang="en-US" sz="1600" dirty="0">
                <a:solidFill>
                  <a:srgbClr val="FFFFFF"/>
                </a:solidFill>
                <a:latin typeface="Times New Roman" panose="02020603050405020304" charset="0"/>
                <a:ea typeface="Outfit" pitchFamily="34" charset="-122"/>
                <a:cs typeface="Times New Roman" panose="02020603050405020304" charset="0"/>
                <a:sym typeface="+mn-ea"/>
              </a:rPr>
              <a:t>During training , models learn to generate content by analyzing data. This phase is the foundation for how the AI understands language and context for future tasks</a:t>
            </a:r>
            <a:r>
              <a:rPr lang="en-US" sz="1600" dirty="0">
                <a:solidFill>
                  <a:srgbClr val="FFFFFF"/>
                </a:solidFill>
                <a:latin typeface="Outfit" pitchFamily="34" charset="0"/>
                <a:ea typeface="Outfit" pitchFamily="34" charset="-122"/>
                <a:cs typeface="Outfit" pitchFamily="34" charset="-120"/>
                <a:sym typeface="+mn-ea"/>
              </a:rPr>
              <a:t>.</a:t>
            </a:r>
            <a:endParaRPr lang="en-US" sz="1400" dirty="0">
              <a:solidFill>
                <a:srgbClr val="FFFFFF"/>
              </a:solidFill>
              <a:latin typeface="Times New Roman" panose="02020603050405020304" charset="0"/>
              <a:ea typeface="Outfit" pitchFamily="34" charset="-122"/>
              <a:cs typeface="Times New Roman" panose="02020603050405020304" charset="0"/>
            </a:endParaRPr>
          </a:p>
        </p:txBody>
      </p:sp>
      <p:sp>
        <p:nvSpPr>
          <p:cNvPr id="19" name="Text 2"/>
          <p:cNvSpPr/>
          <p:nvPr>
            <p:custDataLst>
              <p:tags r:id="rId22"/>
            </p:custDataLst>
          </p:nvPr>
        </p:nvSpPr>
        <p:spPr>
          <a:xfrm>
            <a:off x="6286500" y="1054100"/>
            <a:ext cx="5746750" cy="274241"/>
          </a:xfrm>
          <a:prstGeom prst="rect">
            <a:avLst/>
          </a:prstGeom>
          <a:noFill/>
        </p:spPr>
        <p:txBody>
          <a:bodyPr vert="horz" wrap="square" lIns="0" tIns="0" rIns="0" bIns="0" rtlCol="0" anchor="t"/>
          <a:lstStyle/>
          <a:p>
            <a:pPr marL="0" indent="0" algn="l">
              <a:lnSpc>
                <a:spcPts val="2160"/>
              </a:lnSpc>
              <a:buNone/>
            </a:pPr>
            <a:r>
              <a:rPr lang="en-US" dirty="0">
                <a:solidFill>
                  <a:srgbClr val="56F0E8"/>
                </a:solidFill>
                <a:latin typeface="Outfit" pitchFamily="34" charset="0"/>
                <a:ea typeface="Outfit" pitchFamily="34" charset="-122"/>
                <a:cs typeface="Outfit" pitchFamily="34" charset="-120"/>
                <a:sym typeface="+mn-ea"/>
              </a:rPr>
              <a:t>Training Phase</a:t>
            </a:r>
            <a:endParaRPr lang="en-US" sz="1800" dirty="0"/>
          </a:p>
        </p:txBody>
      </p:sp>
      <p:sp>
        <p:nvSpPr>
          <p:cNvPr id="20" name="Text 3"/>
          <p:cNvSpPr/>
          <p:nvPr>
            <p:custDataLst>
              <p:tags r:id="rId23"/>
            </p:custDataLst>
          </p:nvPr>
        </p:nvSpPr>
        <p:spPr>
          <a:xfrm>
            <a:off x="6296660" y="3136900"/>
            <a:ext cx="4815840" cy="685800"/>
          </a:xfrm>
          <a:prstGeom prst="rect">
            <a:avLst/>
          </a:prstGeom>
          <a:noFill/>
        </p:spPr>
        <p:txBody>
          <a:bodyPr vert="horz" wrap="square" lIns="0" tIns="0" rIns="0" bIns="0" rtlCol="0" anchor="t"/>
          <a:lstStyle/>
          <a:p>
            <a:pPr marL="0" indent="0" algn="l">
              <a:lnSpc>
                <a:spcPct val="150000"/>
              </a:lnSpc>
              <a:buNone/>
            </a:pPr>
            <a:r>
              <a:rPr lang="en-US" sz="1600" dirty="0">
                <a:solidFill>
                  <a:srgbClr val="FFFFFF"/>
                </a:solidFill>
                <a:latin typeface="Times New Roman" panose="02020603050405020304" charset="0"/>
                <a:ea typeface="MonospacedNumber" pitchFamily="34" charset="-122"/>
                <a:cs typeface="Times New Roman" panose="02020603050405020304" charset="0"/>
                <a:sym typeface="+mn-ea"/>
              </a:rPr>
              <a:t>It is when you give the AI a question or instruction. The model processes this input and generates a response immediately</a:t>
            </a:r>
            <a:endParaRPr lang="en-US" sz="1600" dirty="0">
              <a:solidFill>
                <a:srgbClr val="FFFFFF"/>
              </a:solidFill>
              <a:latin typeface="Times New Roman" panose="02020603050405020304" charset="0"/>
              <a:ea typeface="MonospacedNumber" pitchFamily="34" charset="-122"/>
              <a:cs typeface="Times New Roman" panose="02020603050405020304" charset="0"/>
            </a:endParaRPr>
          </a:p>
        </p:txBody>
      </p:sp>
      <p:sp>
        <p:nvSpPr>
          <p:cNvPr id="21" name="Text 4"/>
          <p:cNvSpPr/>
          <p:nvPr>
            <p:custDataLst>
              <p:tags r:id="rId24"/>
            </p:custDataLst>
          </p:nvPr>
        </p:nvSpPr>
        <p:spPr>
          <a:xfrm>
            <a:off x="6286500" y="2794000"/>
            <a:ext cx="5746750" cy="274241"/>
          </a:xfrm>
          <a:prstGeom prst="rect">
            <a:avLst/>
          </a:prstGeom>
          <a:noFill/>
        </p:spPr>
        <p:txBody>
          <a:bodyPr vert="horz" wrap="square" lIns="0" tIns="0" rIns="0" bIns="0" rtlCol="0" anchor="t"/>
          <a:lstStyle/>
          <a:p>
            <a:pPr marL="0" indent="0" algn="l">
              <a:lnSpc>
                <a:spcPts val="2160"/>
              </a:lnSpc>
              <a:buNone/>
            </a:pPr>
            <a:r>
              <a:rPr lang="en-US" dirty="0">
                <a:solidFill>
                  <a:srgbClr val="A5EC98"/>
                </a:solidFill>
                <a:latin typeface="Outfit" pitchFamily="34" charset="0"/>
                <a:ea typeface="Outfit" pitchFamily="34" charset="-122"/>
                <a:cs typeface="Outfit" pitchFamily="34" charset="-120"/>
                <a:sym typeface="+mn-ea"/>
              </a:rPr>
              <a:t>Phase 2: Inference</a:t>
            </a:r>
            <a:endParaRPr lang="en-US" dirty="0"/>
          </a:p>
          <a:p>
            <a:pPr marL="0" indent="0" algn="l">
              <a:lnSpc>
                <a:spcPts val="2160"/>
              </a:lnSpc>
              <a:buNone/>
            </a:pPr>
            <a:endParaRPr lang="en-US" sz="1800" dirty="0"/>
          </a:p>
        </p:txBody>
      </p:sp>
      <p:sp>
        <p:nvSpPr>
          <p:cNvPr id="22" name="Text 5"/>
          <p:cNvSpPr/>
          <p:nvPr>
            <p:custDataLst>
              <p:tags r:id="rId25"/>
            </p:custDataLst>
          </p:nvPr>
        </p:nvSpPr>
        <p:spPr>
          <a:xfrm>
            <a:off x="6287135" y="5019040"/>
            <a:ext cx="4825365" cy="594360"/>
          </a:xfrm>
          <a:prstGeom prst="rect">
            <a:avLst/>
          </a:prstGeom>
          <a:noFill/>
        </p:spPr>
        <p:txBody>
          <a:bodyPr vert="horz" wrap="square" lIns="0" tIns="0" rIns="0" bIns="0" rtlCol="0" anchor="t"/>
          <a:lstStyle/>
          <a:p>
            <a:pPr marL="0" indent="0" algn="l">
              <a:lnSpc>
                <a:spcPct val="150000"/>
              </a:lnSpc>
              <a:buNone/>
            </a:pPr>
            <a:r>
              <a:rPr lang="en-US" sz="1600" dirty="0">
                <a:solidFill>
                  <a:srgbClr val="FFFFFF"/>
                </a:solidFill>
                <a:latin typeface="Times New Roman" panose="02020603050405020304" charset="0"/>
                <a:ea typeface="Outfit" pitchFamily="34" charset="-122"/>
                <a:cs typeface="Times New Roman" panose="02020603050405020304" charset="0"/>
                <a:sym typeface="+mn-ea"/>
              </a:rPr>
              <a:t>Because using pre-trained models. You do not need to train massive models again to benefit from generative AI tools in your task</a:t>
            </a:r>
            <a:r>
              <a:rPr lang="en-US" sz="1600" dirty="0">
                <a:solidFill>
                  <a:srgbClr val="FFFFFF"/>
                </a:solidFill>
                <a:latin typeface="Outfit" pitchFamily="34" charset="0"/>
                <a:ea typeface="Outfit" pitchFamily="34" charset="-122"/>
                <a:cs typeface="Outfit" pitchFamily="34" charset="-120"/>
                <a:sym typeface="+mn-ea"/>
              </a:rPr>
              <a:t>.</a:t>
            </a:r>
            <a:endParaRPr lang="en-US" altLang="en-US" sz="1600" dirty="0">
              <a:solidFill>
                <a:schemeClr val="bg1"/>
              </a:solidFill>
              <a:latin typeface="Times New Roman" panose="02020603050405020304" charset="0"/>
              <a:cs typeface="Times New Roman" panose="02020603050405020304" charset="0"/>
            </a:endParaRPr>
          </a:p>
        </p:txBody>
      </p:sp>
      <p:sp>
        <p:nvSpPr>
          <p:cNvPr id="23" name="Text 6"/>
          <p:cNvSpPr/>
          <p:nvPr>
            <p:custDataLst>
              <p:tags r:id="rId26"/>
            </p:custDataLst>
          </p:nvPr>
        </p:nvSpPr>
        <p:spPr>
          <a:xfrm>
            <a:off x="6286500" y="4622800"/>
            <a:ext cx="5746750" cy="274241"/>
          </a:xfrm>
          <a:prstGeom prst="rect">
            <a:avLst/>
          </a:prstGeom>
          <a:noFill/>
        </p:spPr>
        <p:txBody>
          <a:bodyPr vert="horz" wrap="square" lIns="0" tIns="0" rIns="0" bIns="0" rtlCol="0" anchor="t"/>
          <a:lstStyle/>
          <a:p>
            <a:pPr marL="0" indent="0" algn="l">
              <a:lnSpc>
                <a:spcPts val="2160"/>
              </a:lnSpc>
              <a:buNone/>
            </a:pPr>
            <a:r>
              <a:rPr lang="en-US" dirty="0">
                <a:solidFill>
                  <a:srgbClr val="D3F87B"/>
                </a:solidFill>
                <a:latin typeface="Outfit" pitchFamily="34" charset="0"/>
                <a:ea typeface="Outfit" pitchFamily="34" charset="-122"/>
                <a:cs typeface="Outfit" pitchFamily="34" charset="-120"/>
                <a:sym typeface="+mn-ea"/>
              </a:rPr>
              <a:t>Why Inference Matters Most</a:t>
            </a:r>
            <a:endParaRPr lang="en-US"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2"/>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3"/>
          <a:stretch>
            <a:fillRect/>
          </a:stretch>
        </p:blipFill>
        <p:spPr>
          <a:xfrm>
            <a:off x="0" y="0"/>
            <a:ext cx="12192000" cy="6858000"/>
          </a:xfrm>
          <a:prstGeom prst="rect">
            <a:avLst/>
          </a:prstGeom>
        </p:spPr>
      </p:pic>
      <p:pic>
        <p:nvPicPr>
          <p:cNvPr id="5" name="Image 3" descr="preencoded.png"/>
          <p:cNvPicPr>
            <a:picLocks noChangeAspect="1"/>
          </p:cNvPicPr>
          <p:nvPr/>
        </p:nvPicPr>
        <p:blipFill>
          <a:blip r:embed="rId4"/>
          <a:stretch>
            <a:fillRect/>
          </a:stretch>
        </p:blipFill>
        <p:spPr>
          <a:xfrm>
            <a:off x="0" y="0"/>
            <a:ext cx="12192000" cy="6858000"/>
          </a:xfrm>
          <a:prstGeom prst="rect">
            <a:avLst/>
          </a:prstGeom>
        </p:spPr>
      </p:pic>
      <p:pic>
        <p:nvPicPr>
          <p:cNvPr id="6" name="Image 4" descr="preencoded.png"/>
          <p:cNvPicPr>
            <a:picLocks noChangeAspect="1"/>
          </p:cNvPicPr>
          <p:nvPr/>
        </p:nvPicPr>
        <p:blipFill>
          <a:blip r:embed="rId5"/>
          <a:stretch>
            <a:fillRect/>
          </a:stretch>
        </p:blipFill>
        <p:spPr>
          <a:xfrm>
            <a:off x="0" y="0"/>
            <a:ext cx="12192000" cy="6858000"/>
          </a:xfrm>
          <a:prstGeom prst="rect">
            <a:avLst/>
          </a:prstGeom>
        </p:spPr>
      </p:pic>
      <p:pic>
        <p:nvPicPr>
          <p:cNvPr id="7" name="Image 5" descr="preencoded.png"/>
          <p:cNvPicPr>
            <a:picLocks noChangeAspect="1"/>
          </p:cNvPicPr>
          <p:nvPr/>
        </p:nvPicPr>
        <p:blipFill>
          <a:blip r:embed="rId6"/>
          <a:stretch>
            <a:fillRect/>
          </a:stretch>
        </p:blipFill>
        <p:spPr>
          <a:xfrm>
            <a:off x="1930400" y="3009900"/>
            <a:ext cx="8318500" cy="977900"/>
          </a:xfrm>
          <a:prstGeom prst="rect">
            <a:avLst/>
          </a:prstGeom>
        </p:spPr>
      </p:pic>
      <p:pic>
        <p:nvPicPr>
          <p:cNvPr id="8" name="Image 6" descr="preencoded.png"/>
          <p:cNvPicPr>
            <a:picLocks noChangeAspect="1"/>
          </p:cNvPicPr>
          <p:nvPr/>
        </p:nvPicPr>
        <p:blipFill>
          <a:blip r:embed="rId7"/>
          <a:stretch>
            <a:fillRect/>
          </a:stretch>
        </p:blipFill>
        <p:spPr>
          <a:xfrm>
            <a:off x="5181600" y="4178300"/>
            <a:ext cx="1828800" cy="76200"/>
          </a:xfrm>
          <a:prstGeom prst="rect">
            <a:avLst/>
          </a:prstGeom>
        </p:spPr>
      </p:pic>
      <p:sp>
        <p:nvSpPr>
          <p:cNvPr id="9" name="Text 0"/>
          <p:cNvSpPr/>
          <p:nvPr/>
        </p:nvSpPr>
        <p:spPr>
          <a:xfrm>
            <a:off x="1168400" y="3048000"/>
            <a:ext cx="9855201" cy="914400"/>
          </a:xfrm>
          <a:prstGeom prst="rect">
            <a:avLst/>
          </a:prstGeom>
          <a:noFill/>
        </p:spPr>
        <p:txBody>
          <a:bodyPr vert="horz" wrap="square" lIns="0" tIns="0" rIns="0" bIns="0" rtlCol="0" anchor="t"/>
          <a:lstStyle/>
          <a:p>
            <a:pPr marL="0" indent="0" algn="ctr">
              <a:lnSpc>
                <a:spcPts val="7200"/>
              </a:lnSpc>
              <a:buNone/>
            </a:pPr>
            <a:r>
              <a:rPr lang="en-US" sz="6000" b="1" dirty="0">
                <a:solidFill>
                  <a:srgbClr val="FFFFFF"/>
                </a:solidFill>
                <a:latin typeface="Outfit" pitchFamily="34" charset="0"/>
                <a:ea typeface="Outfit" pitchFamily="34" charset="-122"/>
                <a:cs typeface="Outfit" pitchFamily="34" charset="-120"/>
              </a:rPr>
              <a:t>Thank You</a:t>
            </a:r>
            <a:endParaRPr lang="en-US" sz="6000" dirty="0"/>
          </a:p>
        </p:txBody>
      </p:sp>
    </p:spTree>
  </p:cSld>
  <p:clrMapOvr>
    <a:masterClrMapping/>
  </p:clrMapOvr>
</p:sld>
</file>

<file path=ppt/tags/tag1.xml><?xml version="1.0" encoding="utf-8"?>
<p:tagLst xmlns:p="http://schemas.openxmlformats.org/presentationml/2006/main">
  <p:tag name="KSO_WM_DIAGRAM_VIRTUALLY_FRAME" val="{&quot;height&quot;:151,&quot;left&quot;:171,&quot;top&quot;:262,&quot;width&quot;:696}"/>
</p:tagLst>
</file>

<file path=ppt/tags/tag2.xml><?xml version="1.0" encoding="utf-8"?>
<p:tagLst xmlns:p="http://schemas.openxmlformats.org/presentationml/2006/main">
  <p:tag name="KSO_WM_DIAGRAM_VIRTUALLY_FRAME" val="{&quot;height&quot;:151,&quot;left&quot;:171,&quot;top&quot;:262,&quot;width&quot;:696}"/>
</p:tagLst>
</file>

<file path=ppt/tags/tag3.xml><?xml version="1.0" encoding="utf-8"?>
<p:tagLst xmlns:p="http://schemas.openxmlformats.org/presentationml/2006/main">
  <p:tag name="KSO_WM_DIAGRAM_VIRTUALLY_FRAME" val="{&quot;height&quot;:151,&quot;left&quot;:171,&quot;top&quot;:262,&quot;width&quot;:696}"/>
</p:tagLst>
</file>

<file path=ppt/tags/tag4.xml><?xml version="1.0" encoding="utf-8"?>
<p:tagLst xmlns:p="http://schemas.openxmlformats.org/presentationml/2006/main">
  <p:tag name="KSO_WM_DIAGRAM_VIRTUALLY_FRAME" val="{&quot;height&quot;:151,&quot;left&quot;:171,&quot;top&quot;:262,&quot;width&quot;:696}"/>
</p:tagLst>
</file>

<file path=ppt/tags/tag5.xml><?xml version="1.0" encoding="utf-8"?>
<p:tagLst xmlns:p="http://schemas.openxmlformats.org/presentationml/2006/main">
  <p:tag name="KSO_WM_DIAGRAM_VIRTUALLY_FRAME" val="{&quot;height&quot;:151,&quot;left&quot;:171,&quot;top&quot;:262,&quot;width&quot;:696}"/>
</p:tagLst>
</file>

<file path=ppt/tags/tag6.xml><?xml version="1.0" encoding="utf-8"?>
<p:tagLst xmlns:p="http://schemas.openxmlformats.org/presentationml/2006/main">
  <p:tag name="KSO_WM_DIAGRAM_VIRTUALLY_FRAME" val="{&quot;height&quot;:151,&quot;left&quot;:171,&quot;top&quot;:262,&quot;width&quot;:696}"/>
</p:tagLst>
</file>

<file path=ppt/tags/tag7.xml><?xml version="1.0" encoding="utf-8"?>
<p:tagLst xmlns:p="http://schemas.openxmlformats.org/presentationml/2006/main">
  <p:tag name="KSO_WM_DIAGRAM_VIRTUALLY_FRAME" val="{&quot;height&quot;:151,&quot;left&quot;:171,&quot;top&quot;:262,&quot;width&quot;:696}"/>
</p:tagLst>
</file>

<file path=ppt/tags/tag8.xml><?xml version="1.0" encoding="utf-8"?>
<p:tagLst xmlns:p="http://schemas.openxmlformats.org/presentationml/2006/main">
  <p:tag name="KSO_WM_DIAGRAM_VIRTUALLY_FRAME" val="{&quot;height&quot;:151,&quot;left&quot;:171,&quot;top&quot;:262,&quot;width&quot;:696}"/>
</p:tagLst>
</file>

<file path=ppt/tags/tag9.xml><?xml version="1.0" encoding="utf-8"?>
<p:tagLst xmlns:p="http://schemas.openxmlformats.org/presentationml/2006/main">
  <p:tag name="KSO_WM_DIAGRAM_VIRTUALLY_FRAME" val="{&quot;height&quot;:151,&quot;left&quot;:171,&quot;top&quot;:262,&quot;width&quot;:696}"/>
</p:tagLst>
</file>

<file path=ppt/tags/tag10.xml><?xml version="1.0" encoding="utf-8"?>
<p:tagLst xmlns:p="http://schemas.openxmlformats.org/presentationml/2006/main">
  <p:tag name="KSO_WM_DIAGRAM_VIRTUALLY_FRAME" val="{&quot;height&quot;:151,&quot;left&quot;:171,&quot;top&quot;:262,&quot;width&quot;:696}"/>
</p:tagLst>
</file>

<file path=ppt/tags/tag11.xml><?xml version="1.0" encoding="utf-8"?>
<p:tagLst xmlns:p="http://schemas.openxmlformats.org/presentationml/2006/main">
  <p:tag name="KSO_WM_DIAGRAM_VIRTUALLY_FRAME" val="{&quot;height&quot;:151,&quot;left&quot;:171,&quot;top&quot;:262,&quot;width&quot;:696}"/>
</p:tagLst>
</file>

<file path=ppt/tags/tag12.xml><?xml version="1.0" encoding="utf-8"?>
<p:tagLst xmlns:p="http://schemas.openxmlformats.org/presentationml/2006/main">
  <p:tag name="KSO_WM_DIAGRAM_VIRTUALLY_FRAME" val="{&quot;height&quot;:151,&quot;left&quot;:171,&quot;top&quot;:262,&quot;width&quot;:696}"/>
</p:tagLst>
</file>

<file path=ppt/tags/tag13.xml><?xml version="1.0" encoding="utf-8"?>
<p:tagLst xmlns:p="http://schemas.openxmlformats.org/presentationml/2006/main">
  <p:tag name="KSO_WM_DIAGRAM_VIRTUALLY_FRAME" val="{&quot;height&quot;:151,&quot;left&quot;:171,&quot;top&quot;:262,&quot;width&quot;:696}"/>
</p:tagLst>
</file>

<file path=ppt/tags/tag14.xml><?xml version="1.0" encoding="utf-8"?>
<p:tagLst xmlns:p="http://schemas.openxmlformats.org/presentationml/2006/main">
  <p:tag name="KSO_WM_DIAGRAM_VIRTUALLY_FRAME" val="{&quot;height&quot;:151,&quot;left&quot;:171,&quot;top&quot;:262,&quot;width&quot;:696}"/>
</p:tagLst>
</file>

<file path=ppt/tags/tag15.xml><?xml version="1.0" encoding="utf-8"?>
<p:tagLst xmlns:p="http://schemas.openxmlformats.org/presentationml/2006/main">
  <p:tag name="KSO_WM_DIAGRAM_VIRTUALLY_FRAME" val="{&quot;height&quot;:151,&quot;left&quot;:171,&quot;top&quot;:262,&quot;width&quot;:696}"/>
</p:tagLst>
</file>

<file path=ppt/tags/tag16.xml><?xml version="1.0" encoding="utf-8"?>
<p:tagLst xmlns:p="http://schemas.openxmlformats.org/presentationml/2006/main">
  <p:tag name="KSO_WM_DIAGRAM_VIRTUALLY_FRAME" val="{&quot;height&quot;:151,&quot;left&quot;:171,&quot;top&quot;:262,&quot;width&quot;:696}"/>
</p:tagLst>
</file>

<file path=ppt/tags/tag17.xml><?xml version="1.0" encoding="utf-8"?>
<p:tagLst xmlns:p="http://schemas.openxmlformats.org/presentationml/2006/main">
  <p:tag name="KSO_WM_DIAGRAM_VIRTUALLY_FRAME" val="{&quot;height&quot;:314,&quot;left&quot;:88,&quot;top&quot;:236,&quot;width&quot;:859.5}"/>
</p:tagLst>
</file>

<file path=ppt/tags/tag18.xml><?xml version="1.0" encoding="utf-8"?>
<p:tagLst xmlns:p="http://schemas.openxmlformats.org/presentationml/2006/main">
  <p:tag name="KSO_WM_DIAGRAM_VIRTUALLY_FRAME" val="{&quot;height&quot;:314,&quot;left&quot;:88,&quot;top&quot;:236,&quot;width&quot;:859.5}"/>
</p:tagLst>
</file>

<file path=ppt/tags/tag19.xml><?xml version="1.0" encoding="utf-8"?>
<p:tagLst xmlns:p="http://schemas.openxmlformats.org/presentationml/2006/main">
  <p:tag name="KSO_WM_DIAGRAM_VIRTUALLY_FRAME" val="{&quot;height&quot;:314,&quot;left&quot;:88,&quot;top&quot;:236,&quot;width&quot;:859.5}"/>
</p:tagLst>
</file>

<file path=ppt/tags/tag20.xml><?xml version="1.0" encoding="utf-8"?>
<p:tagLst xmlns:p="http://schemas.openxmlformats.org/presentationml/2006/main">
  <p:tag name="KSO_WM_DIAGRAM_VIRTUALLY_FRAME" val="{&quot;height&quot;:314,&quot;left&quot;:88,&quot;top&quot;:236,&quot;width&quot;:859.5}"/>
</p:tagLst>
</file>

<file path=ppt/tags/tag21.xml><?xml version="1.0" encoding="utf-8"?>
<p:tagLst xmlns:p="http://schemas.openxmlformats.org/presentationml/2006/main">
  <p:tag name="KSO_WM_DIAGRAM_VIRTUALLY_FRAME" val="{&quot;height&quot;:314,&quot;left&quot;:88,&quot;top&quot;:236,&quot;width&quot;:859.5}"/>
</p:tagLst>
</file>

<file path=ppt/tags/tag22.xml><?xml version="1.0" encoding="utf-8"?>
<p:tagLst xmlns:p="http://schemas.openxmlformats.org/presentationml/2006/main">
  <p:tag name="KSO_WM_DIAGRAM_VIRTUALLY_FRAME" val="{&quot;height&quot;:314,&quot;left&quot;:88,&quot;top&quot;:236,&quot;width&quot;:859.5}"/>
</p:tagLst>
</file>

<file path=ppt/tags/tag23.xml><?xml version="1.0" encoding="utf-8"?>
<p:tagLst xmlns:p="http://schemas.openxmlformats.org/presentationml/2006/main">
  <p:tag name="KSO_WM_DIAGRAM_VIRTUALLY_FRAME" val="{&quot;height&quot;:314,&quot;left&quot;:88,&quot;top&quot;:236,&quot;width&quot;:859.5}"/>
</p:tagLst>
</file>

<file path=ppt/tags/tag24.xml><?xml version="1.0" encoding="utf-8"?>
<p:tagLst xmlns:p="http://schemas.openxmlformats.org/presentationml/2006/main">
  <p:tag name="KSO_WM_DIAGRAM_VIRTUALLY_FRAME" val="{&quot;height&quot;:314,&quot;left&quot;:88,&quot;top&quot;:236,&quot;width&quot;:859.5}"/>
</p:tagLst>
</file>

<file path=ppt/tags/tag25.xml><?xml version="1.0" encoding="utf-8"?>
<p:tagLst xmlns:p="http://schemas.openxmlformats.org/presentationml/2006/main">
  <p:tag name="KSO_WM_DIAGRAM_VIRTUALLY_FRAME" val="{&quot;height&quot;:314,&quot;left&quot;:88,&quot;top&quot;:236,&quot;width&quot;:859.5}"/>
</p:tagLst>
</file>

<file path=ppt/tags/tag26.xml><?xml version="1.0" encoding="utf-8"?>
<p:tagLst xmlns:p="http://schemas.openxmlformats.org/presentationml/2006/main">
  <p:tag name="KSO_WM_DIAGRAM_VIRTUALLY_FRAME" val="{&quot;height&quot;:314,&quot;left&quot;:88,&quot;top&quot;:236,&quot;width&quot;:859.5}"/>
</p:tagLst>
</file>

<file path=ppt/tags/tag27.xml><?xml version="1.0" encoding="utf-8"?>
<p:tagLst xmlns:p="http://schemas.openxmlformats.org/presentationml/2006/main">
  <p:tag name="KSO_WM_DIAGRAM_VIRTUALLY_FRAME" val="{&quot;height&quot;:314,&quot;left&quot;:88,&quot;top&quot;:236,&quot;width&quot;:859.5}"/>
</p:tagLst>
</file>

<file path=ppt/tags/tag28.xml><?xml version="1.0" encoding="utf-8"?>
<p:tagLst xmlns:p="http://schemas.openxmlformats.org/presentationml/2006/main">
  <p:tag name="KSO_WM_DIAGRAM_VIRTUALLY_FRAME" val="{&quot;height&quot;:314,&quot;left&quot;:88,&quot;top&quot;:236,&quot;width&quot;:859.5}"/>
</p:tagLst>
</file>

<file path=ppt/tags/tag29.xml><?xml version="1.0" encoding="utf-8"?>
<p:tagLst xmlns:p="http://schemas.openxmlformats.org/presentationml/2006/main">
  <p:tag name="KSO_WM_DIAGRAM_VIRTUALLY_FRAME" val="{&quot;height&quot;:314,&quot;left&quot;:88,&quot;top&quot;:236,&quot;width&quot;:859.5}"/>
</p:tagLst>
</file>

<file path=ppt/tags/tag30.xml><?xml version="1.0" encoding="utf-8"?>
<p:tagLst xmlns:p="http://schemas.openxmlformats.org/presentationml/2006/main">
  <p:tag name="KSO_WM_DIAGRAM_VIRTUALLY_FRAME" val="{&quot;height&quot;:314,&quot;left&quot;:88,&quot;top&quot;:236,&quot;width&quot;:859.5}"/>
</p:tagLst>
</file>

<file path=ppt/tags/tag31.xml><?xml version="1.0" encoding="utf-8"?>
<p:tagLst xmlns:p="http://schemas.openxmlformats.org/presentationml/2006/main">
  <p:tag name="KSO_WM_DIAGRAM_VIRTUALLY_FRAME" val="{&quot;height&quot;:314,&quot;left&quot;:88,&quot;top&quot;:236,&quot;width&quot;:859.5}"/>
</p:tagLst>
</file>

<file path=ppt/tags/tag32.xml><?xml version="1.0" encoding="utf-8"?>
<p:tagLst xmlns:p="http://schemas.openxmlformats.org/presentationml/2006/main">
  <p:tag name="KSO_WM_DIAGRAM_VIRTUALLY_FRAME" val="{&quot;height&quot;:314,&quot;left&quot;:88,&quot;top&quot;:236,&quot;width&quot;:859.5}"/>
</p:tagLst>
</file>

<file path=ppt/tags/tag33.xml><?xml version="1.0" encoding="utf-8"?>
<p:tagLst xmlns:p="http://schemas.openxmlformats.org/presentationml/2006/main">
  <p:tag name="KSO_WM_DIAGRAM_VIRTUALLY_FRAME" val="{&quot;height&quot;:314,&quot;left&quot;:88,&quot;top&quot;:236,&quot;width&quot;:859.5}"/>
</p:tagLst>
</file>

<file path=ppt/tags/tag34.xml><?xml version="1.0" encoding="utf-8"?>
<p:tagLst xmlns:p="http://schemas.openxmlformats.org/presentationml/2006/main">
  <p:tag name="KSO_WM_DIAGRAM_VIRTUALLY_FRAME" val="{&quot;height&quot;:314,&quot;left&quot;:88,&quot;top&quot;:236,&quot;width&quot;:859.5}"/>
</p:tagLst>
</file>

<file path=ppt/tags/tag35.xml><?xml version="1.0" encoding="utf-8"?>
<p:tagLst xmlns:p="http://schemas.openxmlformats.org/presentationml/2006/main">
  <p:tag name="KSO_WM_DIAGRAM_VIRTUALLY_FRAME" val="{&quot;height&quot;:314,&quot;left&quot;:88,&quot;top&quot;:236,&quot;width&quot;:859.5}"/>
</p:tagLst>
</file>

<file path=ppt/tags/tag36.xml><?xml version="1.0" encoding="utf-8"?>
<p:tagLst xmlns:p="http://schemas.openxmlformats.org/presentationml/2006/main">
  <p:tag name="KSO_WM_DIAGRAM_VIRTUALLY_FRAME" val="{&quot;height&quot;:314,&quot;left&quot;:88,&quot;top&quot;:236,&quot;width&quot;:859.5}"/>
</p:tagLst>
</file>

<file path=ppt/tags/tag37.xml><?xml version="1.0" encoding="utf-8"?>
<p:tagLst xmlns:p="http://schemas.openxmlformats.org/presentationml/2006/main">
  <p:tag name="KSO_WM_DIAGRAM_VIRTUALLY_FRAME" val="{&quot;height&quot;:314,&quot;left&quot;:88,&quot;top&quot;:236,&quot;width&quot;:859.5}"/>
</p:tagLst>
</file>

<file path=ppt/tags/tag38.xml><?xml version="1.0" encoding="utf-8"?>
<p:tagLst xmlns:p="http://schemas.openxmlformats.org/presentationml/2006/main">
  <p:tag name="KSO_WM_DIAGRAM_VIRTUALLY_FRAME" val="{&quot;height&quot;:314,&quot;left&quot;:88,&quot;top&quot;:236,&quot;width&quot;:859.5}"/>
</p:tagLst>
</file>

<file path=ppt/tags/tag39.xml><?xml version="1.0" encoding="utf-8"?>
<p:tagLst xmlns:p="http://schemas.openxmlformats.org/presentationml/2006/main">
  <p:tag name="KSO_WM_DIAGRAM_VIRTUALLY_FRAME" val="{&quot;height&quot;:314,&quot;left&quot;:88,&quot;top&quot;:236,&quot;width&quot;:859.5}"/>
</p:tagLst>
</file>

<file path=ppt/tags/tag40.xml><?xml version="1.0" encoding="utf-8"?>
<p:tagLst xmlns:p="http://schemas.openxmlformats.org/presentationml/2006/main">
  <p:tag name="KSO_WM_DIAGRAM_VIRTUALLY_FRAME" val="{&quot;height&quot;:314,&quot;left&quot;:88,&quot;top&quot;:236,&quot;width&quot;:859.5}"/>
</p:tagLst>
</file>

<file path=ppt/tags/tag41.xml><?xml version="1.0" encoding="utf-8"?>
<p:tagLst xmlns:p="http://schemas.openxmlformats.org/presentationml/2006/main">
  <p:tag name="KSO_WM_DIAGRAM_VIRTUALLY_FRAME" val="{&quot;height&quot;:314,&quot;left&quot;:88,&quot;top&quot;:236,&quot;width&quot;:859.5}"/>
</p:tagLst>
</file>

<file path=ppt/tags/tag42.xml><?xml version="1.0" encoding="utf-8"?>
<p:tagLst xmlns:p="http://schemas.openxmlformats.org/presentationml/2006/main">
  <p:tag name="KSO_WM_DIAGRAM_VIRTUALLY_FRAME" val="{&quot;height&quot;:314,&quot;left&quot;:88,&quot;top&quot;:236,&quot;width&quot;:859.5}"/>
</p:tagLst>
</file>

<file path=ppt/tags/tag43.xml><?xml version="1.0" encoding="utf-8"?>
<p:tagLst xmlns:p="http://schemas.openxmlformats.org/presentationml/2006/main">
  <p:tag name="KSO_WM_DIAGRAM_VIRTUALLY_FRAME" val="{&quot;height&quot;:314,&quot;left&quot;:88,&quot;top&quot;:236,&quot;width&quot;:859.5}"/>
</p:tagLst>
</file>

<file path=ppt/tags/tag44.xml><?xml version="1.0" encoding="utf-8"?>
<p:tagLst xmlns:p="http://schemas.openxmlformats.org/presentationml/2006/main">
  <p:tag name="KSO_WM_DIAGRAM_VIRTUALLY_FRAME" val="{&quot;height&quot;:314,&quot;left&quot;:88,&quot;top&quot;:236,&quot;width&quot;:859.5}"/>
</p:tagLst>
</file>

<file path=ppt/tags/tag45.xml><?xml version="1.0" encoding="utf-8"?>
<p:tagLst xmlns:p="http://schemas.openxmlformats.org/presentationml/2006/main">
  <p:tag name="KSO_WM_DIAGRAM_VIRTUALLY_FRAME" val="{&quot;height&quot;:314,&quot;left&quot;:88,&quot;top&quot;:236,&quot;width&quot;:859.5}"/>
</p:tagLst>
</file>

<file path=ppt/tags/tag46.xml><?xml version="1.0" encoding="utf-8"?>
<p:tagLst xmlns:p="http://schemas.openxmlformats.org/presentationml/2006/main">
  <p:tag name="KSO_WM_DIAGRAM_VIRTUALLY_FRAME" val="{&quot;height&quot;:314,&quot;left&quot;:88,&quot;top&quot;:236,&quot;width&quot;:859.5}"/>
</p:tagLst>
</file>

<file path=ppt/tags/tag47.xml><?xml version="1.0" encoding="utf-8"?>
<p:tagLst xmlns:p="http://schemas.openxmlformats.org/presentationml/2006/main">
  <p:tag name="KSO_WM_DIAGRAM_VIRTUALLY_FRAME" val="{&quot;height&quot;:314,&quot;left&quot;:88,&quot;top&quot;:236,&quot;width&quot;:859.5}"/>
</p:tagLst>
</file>

<file path=ppt/tags/tag48.xml><?xml version="1.0" encoding="utf-8"?>
<p:tagLst xmlns:p="http://schemas.openxmlformats.org/presentationml/2006/main">
  <p:tag name="KSO_WM_DIAGRAM_VIRTUALLY_FRAME" val="{&quot;height&quot;:314,&quot;left&quot;:88,&quot;top&quot;:236,&quot;width&quot;:859.5}"/>
</p:tagLst>
</file>

<file path=ppt/tags/tag49.xml><?xml version="1.0" encoding="utf-8"?>
<p:tagLst xmlns:p="http://schemas.openxmlformats.org/presentationml/2006/main">
  <p:tag name="KSO_WM_DIAGRAM_VIRTUALLY_FRAME" val="{&quot;height&quot;:383,&quot;left&quot;:57,&quot;top&quot;:157,&quot;width&quot;:846}"/>
</p:tagLst>
</file>

<file path=ppt/tags/tag50.xml><?xml version="1.0" encoding="utf-8"?>
<p:tagLst xmlns:p="http://schemas.openxmlformats.org/presentationml/2006/main">
  <p:tag name="KSO_WM_DIAGRAM_VIRTUALLY_FRAME" val="{&quot;height&quot;:383,&quot;left&quot;:57,&quot;top&quot;:157,&quot;width&quot;:846}"/>
</p:tagLst>
</file>

<file path=ppt/tags/tag51.xml><?xml version="1.0" encoding="utf-8"?>
<p:tagLst xmlns:p="http://schemas.openxmlformats.org/presentationml/2006/main">
  <p:tag name="KSO_WM_DIAGRAM_VIRTUALLY_FRAME" val="{&quot;height&quot;:383,&quot;left&quot;:57,&quot;top&quot;:157,&quot;width&quot;:846}"/>
</p:tagLst>
</file>

<file path=ppt/tags/tag52.xml><?xml version="1.0" encoding="utf-8"?>
<p:tagLst xmlns:p="http://schemas.openxmlformats.org/presentationml/2006/main">
  <p:tag name="KSO_WM_DIAGRAM_VIRTUALLY_FRAME" val="{&quot;height&quot;:383,&quot;left&quot;:57,&quot;top&quot;:157,&quot;width&quot;:846}"/>
</p:tagLst>
</file>

<file path=ppt/tags/tag53.xml><?xml version="1.0" encoding="utf-8"?>
<p:tagLst xmlns:p="http://schemas.openxmlformats.org/presentationml/2006/main">
  <p:tag name="KSO_WM_DIAGRAM_VIRTUALLY_FRAME" val="{&quot;height&quot;:383,&quot;left&quot;:57,&quot;top&quot;:157,&quot;width&quot;:846}"/>
</p:tagLst>
</file>

<file path=ppt/tags/tag54.xml><?xml version="1.0" encoding="utf-8"?>
<p:tagLst xmlns:p="http://schemas.openxmlformats.org/presentationml/2006/main">
  <p:tag name="KSO_WM_DIAGRAM_VIRTUALLY_FRAME" val="{&quot;height&quot;:383,&quot;left&quot;:57,&quot;top&quot;:157,&quot;width&quot;:846}"/>
</p:tagLst>
</file>

<file path=ppt/tags/tag55.xml><?xml version="1.0" encoding="utf-8"?>
<p:tagLst xmlns:p="http://schemas.openxmlformats.org/presentationml/2006/main">
  <p:tag name="KSO_WM_DIAGRAM_VIRTUALLY_FRAME" val="{&quot;height&quot;:383,&quot;left&quot;:57,&quot;top&quot;:157,&quot;width&quot;:846}"/>
</p:tagLst>
</file>

<file path=ppt/tags/tag56.xml><?xml version="1.0" encoding="utf-8"?>
<p:tagLst xmlns:p="http://schemas.openxmlformats.org/presentationml/2006/main">
  <p:tag name="KSO_WM_DIAGRAM_VIRTUALLY_FRAME" val="{&quot;height&quot;:383,&quot;left&quot;:57,&quot;top&quot;:157,&quot;width&quot;:846}"/>
</p:tagLst>
</file>

<file path=ppt/tags/tag57.xml><?xml version="1.0" encoding="utf-8"?>
<p:tagLst xmlns:p="http://schemas.openxmlformats.org/presentationml/2006/main">
  <p:tag name="KSO_WM_DIAGRAM_VIRTUALLY_FRAME" val="{&quot;height&quot;:383,&quot;left&quot;:57,&quot;top&quot;:157,&quot;width&quot;:846}"/>
</p:tagLst>
</file>

<file path=ppt/tags/tag58.xml><?xml version="1.0" encoding="utf-8"?>
<p:tagLst xmlns:p="http://schemas.openxmlformats.org/presentationml/2006/main">
  <p:tag name="KSO_WM_DIAGRAM_VIRTUALLY_FRAME" val="{&quot;height&quot;:383,&quot;left&quot;:57,&quot;top&quot;:157,&quot;width&quot;:846}"/>
</p:tagLst>
</file>

<file path=ppt/tags/tag59.xml><?xml version="1.0" encoding="utf-8"?>
<p:tagLst xmlns:p="http://schemas.openxmlformats.org/presentationml/2006/main">
  <p:tag name="KSO_WM_DIAGRAM_VIRTUALLY_FRAME" val="{&quot;height&quot;:383,&quot;left&quot;:57,&quot;top&quot;:157,&quot;width&quot;:846}"/>
</p:tagLst>
</file>

<file path=ppt/tags/tag60.xml><?xml version="1.0" encoding="utf-8"?>
<p:tagLst xmlns:p="http://schemas.openxmlformats.org/presentationml/2006/main">
  <p:tag name="KSO_WM_DIAGRAM_VIRTUALLY_FRAME" val="{&quot;height&quot;:383,&quot;left&quot;:57,&quot;top&quot;:157,&quot;width&quot;:846}"/>
</p:tagLst>
</file>

<file path=ppt/tags/tag61.xml><?xml version="1.0" encoding="utf-8"?>
<p:tagLst xmlns:p="http://schemas.openxmlformats.org/presentationml/2006/main">
  <p:tag name="KSO_WM_DIAGRAM_VIRTUALLY_FRAME" val="{&quot;height&quot;:383,&quot;left&quot;:57,&quot;top&quot;:157,&quot;width&quot;:846}"/>
</p:tagLst>
</file>

<file path=ppt/tags/tag62.xml><?xml version="1.0" encoding="utf-8"?>
<p:tagLst xmlns:p="http://schemas.openxmlformats.org/presentationml/2006/main">
  <p:tag name="KSO_WM_DIAGRAM_VIRTUALLY_FRAME" val="{&quot;height&quot;:383,&quot;left&quot;:57,&quot;top&quot;:157,&quot;width&quot;:846}"/>
</p:tagLst>
</file>

<file path=ppt/tags/tag63.xml><?xml version="1.0" encoding="utf-8"?>
<p:tagLst xmlns:p="http://schemas.openxmlformats.org/presentationml/2006/main">
  <p:tag name="KSO_WM_DIAGRAM_VIRTUALLY_FRAME" val="{&quot;height&quot;:383,&quot;left&quot;:57,&quot;top&quot;:157,&quot;width&quot;:846}"/>
</p:tagLst>
</file>

<file path=ppt/tags/tag64.xml><?xml version="1.0" encoding="utf-8"?>
<p:tagLst xmlns:p="http://schemas.openxmlformats.org/presentationml/2006/main">
  <p:tag name="KSO_WM_DIAGRAM_VIRTUALLY_FRAME" val="{&quot;height&quot;:383,&quot;left&quot;:57,&quot;top&quot;:157,&quot;width&quot;:846}"/>
</p:tagLst>
</file>

<file path=ppt/tags/tag65.xml><?xml version="1.0" encoding="utf-8"?>
<p:tagLst xmlns:p="http://schemas.openxmlformats.org/presentationml/2006/main">
  <p:tag name="KSO_WM_DIAGRAM_VIRTUALLY_FRAME" val="{&quot;height&quot;:383,&quot;left&quot;:57,&quot;top&quot;:157,&quot;width&quot;:846}"/>
</p:tagLst>
</file>

<file path=ppt/tags/tag66.xml><?xml version="1.0" encoding="utf-8"?>
<p:tagLst xmlns:p="http://schemas.openxmlformats.org/presentationml/2006/main">
  <p:tag name="KSO_WM_DIAGRAM_VIRTUALLY_FRAME" val="{&quot;height&quot;:383,&quot;left&quot;:57,&quot;top&quot;:157,&quot;width&quot;:846}"/>
</p:tagLst>
</file>

<file path=ppt/tags/tag67.xml><?xml version="1.0" encoding="utf-8"?>
<p:tagLst xmlns:p="http://schemas.openxmlformats.org/presentationml/2006/main">
  <p:tag name="KSO_WM_DIAGRAM_VIRTUALLY_FRAME" val="{&quot;height&quot;:383,&quot;left&quot;:57,&quot;top&quot;:157,&quot;width&quot;:846}"/>
</p:tagLst>
</file>

<file path=ppt/tags/tag68.xml><?xml version="1.0" encoding="utf-8"?>
<p:tagLst xmlns:p="http://schemas.openxmlformats.org/presentationml/2006/main">
  <p:tag name="KSO_WM_DIAGRAM_VIRTUALLY_FRAME" val="{&quot;height&quot;:383,&quot;left&quot;:57,&quot;top&quot;:157,&quot;width&quot;:846}"/>
</p:tagLst>
</file>

<file path=ppt/tags/tag69.xml><?xml version="1.0" encoding="utf-8"?>
<p:tagLst xmlns:p="http://schemas.openxmlformats.org/presentationml/2006/main">
  <p:tag name="KSO_WM_DIAGRAM_VIRTUALLY_FRAME" val="{&quot;height&quot;:383,&quot;left&quot;:57,&quot;top&quot;:157,&quot;width&quot;:846}"/>
</p:tagLst>
</file>

<file path=ppt/tags/tag70.xml><?xml version="1.0" encoding="utf-8"?>
<p:tagLst xmlns:p="http://schemas.openxmlformats.org/presentationml/2006/main">
  <p:tag name="KSO_WM_DIAGRAM_VIRTUALLY_FRAME" val="{&quot;height&quot;:383,&quot;left&quot;:57,&quot;top&quot;:157,&quot;width&quot;:846}"/>
</p:tagLst>
</file>

<file path=ppt/tags/tag71.xml><?xml version="1.0" encoding="utf-8"?>
<p:tagLst xmlns:p="http://schemas.openxmlformats.org/presentationml/2006/main">
  <p:tag name="KSO_WM_DIAGRAM_VIRTUALLY_FRAME" val="{&quot;height&quot;:383,&quot;left&quot;:57,&quot;top&quot;:157,&quot;width&quot;:846}"/>
</p:tagLst>
</file>

<file path=ppt/tags/tag72.xml><?xml version="1.0" encoding="utf-8"?>
<p:tagLst xmlns:p="http://schemas.openxmlformats.org/presentationml/2006/main">
  <p:tag name="KSO_WM_DIAGRAM_VIRTUALLY_FRAME" val="{&quot;height&quot;:383,&quot;left&quot;:57,&quot;top&quot;:157,&quot;width&quot;:846}"/>
</p:tagLst>
</file>

<file path=ppt/tags/tag73.xml><?xml version="1.0" encoding="utf-8"?>
<p:tagLst xmlns:p="http://schemas.openxmlformats.org/presentationml/2006/main">
  <p:tag name="KSO_WM_DIAGRAM_VIRTUALLY_FRAME" val="{&quot;height&quot;:383,&quot;left&quot;:57,&quot;top&quot;:157,&quot;width&quot;:846}"/>
</p:tagLst>
</file>

<file path=ppt/tags/tag74.xml><?xml version="1.0" encoding="utf-8"?>
<p:tagLst xmlns:p="http://schemas.openxmlformats.org/presentationml/2006/main">
  <p:tag name="KSO_WM_DIAGRAM_VIRTUALLY_FRAME" val="{&quot;height&quot;:383,&quot;left&quot;:57,&quot;top&quot;:157,&quot;width&quot;:846}"/>
</p:tagLst>
</file>

<file path=ppt/tags/tag75.xml><?xml version="1.0" encoding="utf-8"?>
<p:tagLst xmlns:p="http://schemas.openxmlformats.org/presentationml/2006/main">
  <p:tag name="KSO_WM_DIAGRAM_VIRTUALLY_FRAME" val="{&quot;height&quot;:383,&quot;left&quot;:57,&quot;top&quot;:157,&quot;width&quot;:846}"/>
</p:tagLst>
</file>

<file path=ppt/tags/tag76.xml><?xml version="1.0" encoding="utf-8"?>
<p:tagLst xmlns:p="http://schemas.openxmlformats.org/presentationml/2006/main">
  <p:tag name="KSO_WM_DIAGRAM_VIRTUALLY_FRAME" val="{&quot;height&quot;:383,&quot;left&quot;:57,&quot;top&quot;:157,&quot;width&quot;:846}"/>
</p:tagLst>
</file>

<file path=ppt/tags/tag77.xml><?xml version="1.0" encoding="utf-8"?>
<p:tagLst xmlns:p="http://schemas.openxmlformats.org/presentationml/2006/main">
  <p:tag name="KSO_WM_DIAGRAM_VIRTUALLY_FRAME" val="{&quot;height&quot;:383,&quot;left&quot;:57,&quot;top&quot;:157,&quot;width&quot;:846}"/>
</p:tagLst>
</file>

<file path=ppt/tags/tag78.xml><?xml version="1.0" encoding="utf-8"?>
<p:tagLst xmlns:p="http://schemas.openxmlformats.org/presentationml/2006/main">
  <p:tag name="KSO_WM_DIAGRAM_VIRTUALLY_FRAME" val="{&quot;height&quot;:383,&quot;left&quot;:57,&quot;top&quot;:157,&quot;width&quot;:846}"/>
</p:tagLst>
</file>

<file path=ppt/tags/tag79.xml><?xml version="1.0" encoding="utf-8"?>
<p:tagLst xmlns:p="http://schemas.openxmlformats.org/presentationml/2006/main">
  <p:tag name="KSO_WM_DIAGRAM_VIRTUALLY_FRAME" val="{&quot;height&quot;:383,&quot;left&quot;:57,&quot;top&quot;:157,&quot;width&quot;:846}"/>
</p:tagLst>
</file>

<file path=ppt/tags/tag80.xml><?xml version="1.0" encoding="utf-8"?>
<p:tagLst xmlns:p="http://schemas.openxmlformats.org/presentationml/2006/main">
  <p:tag name="KSO_WM_DIAGRAM_VIRTUALLY_FRAME" val="{&quot;height&quot;:383,&quot;left&quot;:57,&quot;top&quot;:157,&quot;width&quot;:846}"/>
</p:tagLst>
</file>

<file path=ppt/tags/tag81.xml><?xml version="1.0" encoding="utf-8"?>
<p:tagLst xmlns:p="http://schemas.openxmlformats.org/presentationml/2006/main">
  <p:tag name="KSO_WM_DIAGRAM_VIRTUALLY_FRAME" val="{&quot;height&quot;:383,&quot;left&quot;:57,&quot;top&quot;:157,&quot;width&quot;:846}"/>
</p:tagLst>
</file>

<file path=ppt/tags/tag82.xml><?xml version="1.0" encoding="utf-8"?>
<p:tagLst xmlns:p="http://schemas.openxmlformats.org/presentationml/2006/main">
  <p:tag name="KSO_WM_DIAGRAM_VIRTUALLY_FRAME" val="{&quot;height&quot;:383,&quot;left&quot;:57,&quot;top&quot;:157,&quot;width&quot;:846}"/>
</p:tagLst>
</file>

<file path=ppt/tags/tag83.xml><?xml version="1.0" encoding="utf-8"?>
<p:tagLst xmlns:p="http://schemas.openxmlformats.org/presentationml/2006/main">
  <p:tag name="KSO_WM_DIAGRAM_VIRTUALLY_FRAME" val="{&quot;height&quot;:383,&quot;left&quot;:57,&quot;top&quot;:157,&quot;width&quot;:846}"/>
</p:tagLst>
</file>

<file path=ppt/tags/tag84.xml><?xml version="1.0" encoding="utf-8"?>
<p:tagLst xmlns:p="http://schemas.openxmlformats.org/presentationml/2006/main">
  <p:tag name="KSO_WM_DIAGRAM_VIRTUALLY_FRAME" val="{&quot;height&quot;:383,&quot;left&quot;:57,&quot;top&quot;:157,&quot;width&quot;:846}"/>
</p:tagLst>
</file>

<file path=ppt/tags/tag85.xml><?xml version="1.0" encoding="utf-8"?>
<p:tagLst xmlns:p="http://schemas.openxmlformats.org/presentationml/2006/main">
  <p:tag name="KSO_WM_DIAGRAM_VIRTUALLY_FRAME" val="{&quot;height&quot;:383,&quot;left&quot;:57,&quot;top&quot;:157,&quot;width&quot;:846}"/>
</p:tagLst>
</file>

<file path=ppt/tags/tag86.xml><?xml version="1.0" encoding="utf-8"?>
<p:tagLst xmlns:p="http://schemas.openxmlformats.org/presentationml/2006/main">
  <p:tag name="KSO_WM_DIAGRAM_VIRTUALLY_FRAME" val="{&quot;height&quot;:383,&quot;left&quot;:57,&quot;top&quot;:157,&quot;width&quot;:846}"/>
</p:tagLst>
</file>

<file path=ppt/tags/tag87.xml><?xml version="1.0" encoding="utf-8"?>
<p:tagLst xmlns:p="http://schemas.openxmlformats.org/presentationml/2006/main">
  <p:tag name="KSO_WM_DIAGRAM_VIRTUALLY_FRAME" val="{&quot;height&quot;:383,&quot;left&quot;:57,&quot;top&quot;:157,&quot;width&quot;:846}"/>
</p:tagLst>
</file>

<file path=ppt/tags/tag88.xml><?xml version="1.0" encoding="utf-8"?>
<p:tagLst xmlns:p="http://schemas.openxmlformats.org/presentationml/2006/main">
  <p:tag name="KSO_WM_DIAGRAM_VIRTUALLY_FRAME" val="{&quot;height&quot;:383,&quot;left&quot;:57,&quot;top&quot;:157,&quot;width&quot;:846}"/>
</p:tagLst>
</file>

<file path=ppt/tags/tag89.xml><?xml version="1.0" encoding="utf-8"?>
<p:tagLst xmlns:p="http://schemas.openxmlformats.org/presentationml/2006/main">
  <p:tag name="KSO_WM_DIAGRAM_VIRTUALLY_FRAME" val="{&quot;height&quot;:383,&quot;left&quot;:57,&quot;top&quot;:157,&quot;width&quot;:846}"/>
</p:tagLst>
</file>

<file path=ppt/tags/tag90.xml><?xml version="1.0" encoding="utf-8"?>
<p:tagLst xmlns:p="http://schemas.openxmlformats.org/presentationml/2006/main">
  <p:tag name="KSO_WM_DIAGRAM_VIRTUALLY_FRAME" val="{&quot;height&quot;:383,&quot;left&quot;:57,&quot;top&quot;:157,&quot;width&quot;:846}"/>
</p:tagLst>
</file>

<file path=ppt/tags/tag91.xml><?xml version="1.0" encoding="utf-8"?>
<p:tagLst xmlns:p="http://schemas.openxmlformats.org/presentationml/2006/main">
  <p:tag name="KSO_WM_DIAGRAM_VIRTUALLY_FRAME" val="{&quot;height&quot;:383,&quot;left&quot;:57,&quot;top&quot;:157,&quot;width&quot;:846}"/>
</p:tagLst>
</file>

<file path=ppt/tags/tag92.xml><?xml version="1.0" encoding="utf-8"?>
<p:tagLst xmlns:p="http://schemas.openxmlformats.org/presentationml/2006/main">
  <p:tag name="KSO_WM_DIAGRAM_VIRTUALLY_FRAME" val="{&quot;height&quot;:383,&quot;left&quot;:57,&quot;top&quot;:157,&quot;width&quot;:846}"/>
</p:tagLst>
</file>

<file path=ppt/tags/tag93.xml><?xml version="1.0" encoding="utf-8"?>
<p:tagLst xmlns:p="http://schemas.openxmlformats.org/presentationml/2006/main">
  <p:tag name="KSO_WM_DIAGRAM_VIRTUALLY_FRAME" val="{&quot;height&quot;:383,&quot;left&quot;:57,&quot;top&quot;:157,&quot;width&quot;:846}"/>
</p:tagLst>
</file>

<file path=ppt/tags/tag94.xml><?xml version="1.0" encoding="utf-8"?>
<p:tagLst xmlns:p="http://schemas.openxmlformats.org/presentationml/2006/main">
  <p:tag name="KSO_WM_DIAGRAM_VIRTUALLY_FRAME" val="{&quot;height&quot;:383,&quot;left&quot;:57,&quot;top&quot;:157,&quot;width&quot;:846}"/>
</p:tagLst>
</file>

<file path=ppt/tags/tag95.xml><?xml version="1.0" encoding="utf-8"?>
<p:tagLst xmlns:p="http://schemas.openxmlformats.org/presentationml/2006/main">
  <p:tag name="KSO_WM_DIAGRAM_VIRTUALLY_FRAME" val="{&quot;height&quot;:383,&quot;left&quot;:57,&quot;top&quot;:157,&quot;width&quot;:846}"/>
</p:tagLst>
</file>

<file path=ppt/tags/tag96.xml><?xml version="1.0" encoding="utf-8"?>
<p:tagLst xmlns:p="http://schemas.openxmlformats.org/presentationml/2006/main">
  <p:tag name="KSO_WM_DIAGRAM_VIRTUALLY_FRAME" val="{&quot;height&quot;:383,&quot;left&quot;:57,&quot;top&quot;:157,&quot;width&quot;:846}"/>
</p:tagLst>
</file>

<file path=ppt/tags/tag97.xml><?xml version="1.0" encoding="utf-8"?>
<p:tagLst xmlns:p="http://schemas.openxmlformats.org/presentationml/2006/main">
  <p:tag name="KSO_WM_DIAGRAM_VIRTUALLY_FRAME" val="{&quot;height&quot;:383,&quot;left&quot;:57,&quot;top&quot;:157,&quot;width&quot;:846}"/>
</p:tagLst>
</file>

<file path=ppt/tags/tag98.xml><?xml version="1.0" encoding="utf-8"?>
<p:tagLst xmlns:p="http://schemas.openxmlformats.org/presentationml/2006/main">
  <p:tag name="KSO_WM_DIAGRAM_VIRTUALLY_FRAME" val="{&quot;height&quot;:383,&quot;left&quot;:57,&quot;top&quot;:157,&quot;width&quot;:846}"/>
</p:tagLst>
</file>

<file path=ppt/tags/tag99.xml><?xml version="1.0" encoding="utf-8"?>
<p:tagLst xmlns:p="http://schemas.openxmlformats.org/presentationml/2006/main">
  <p:tag name="KSO_WM_DIAGRAM_VIRTUALLY_FRAME" val="{&quot;height&quot;:383,&quot;left&quot;:57,&quot;top&quot;:157,&quot;width&quot;:846}"/>
</p:tagLst>
</file>

<file path=ppt/tags/tag100.xml><?xml version="1.0" encoding="utf-8"?>
<p:tagLst xmlns:p="http://schemas.openxmlformats.org/presentationml/2006/main">
  <p:tag name="KSO_WM_DIAGRAM_VIRTUALLY_FRAME" val="{&quot;height&quot;:383,&quot;left&quot;:57,&quot;top&quot;:157,&quot;width&quot;:846}"/>
</p:tagLst>
</file>

<file path=ppt/tags/tag101.xml><?xml version="1.0" encoding="utf-8"?>
<p:tagLst xmlns:p="http://schemas.openxmlformats.org/presentationml/2006/main">
  <p:tag name="KSO_WM_DIAGRAM_VIRTUALLY_FRAME" val="{&quot;height&quot;:383,&quot;left&quot;:57,&quot;top&quot;:157,&quot;width&quot;:846}"/>
</p:tagLst>
</file>

<file path=ppt/tags/tag102.xml><?xml version="1.0" encoding="utf-8"?>
<p:tagLst xmlns:p="http://schemas.openxmlformats.org/presentationml/2006/main">
  <p:tag name="KSO_WM_DIAGRAM_VIRTUALLY_FRAME" val="{&quot;height&quot;:383,&quot;left&quot;:57,&quot;top&quot;:157,&quot;width&quot;:846}"/>
</p:tagLst>
</file>

<file path=ppt/tags/tag103.xml><?xml version="1.0" encoding="utf-8"?>
<p:tagLst xmlns:p="http://schemas.openxmlformats.org/presentationml/2006/main">
  <p:tag name="KSO_WM_DIAGRAM_VIRTUALLY_FRAME" val="{&quot;height&quot;:383,&quot;left&quot;:57,&quot;top&quot;:157,&quot;width&quot;:846}"/>
</p:tagLst>
</file>

<file path=ppt/tags/tag104.xml><?xml version="1.0" encoding="utf-8"?>
<p:tagLst xmlns:p="http://schemas.openxmlformats.org/presentationml/2006/main">
  <p:tag name="KSO_WM_DIAGRAM_VIRTUALLY_FRAME" val="{&quot;height&quot;:383,&quot;left&quot;:57,&quot;top&quot;:157,&quot;width&quot;:846}"/>
</p:tagLst>
</file>

<file path=ppt/tags/tag105.xml><?xml version="1.0" encoding="utf-8"?>
<p:tagLst xmlns:p="http://schemas.openxmlformats.org/presentationml/2006/main">
  <p:tag name="KSO_WM_DIAGRAM_VIRTUALLY_FRAME" val="{&quot;height&quot;:383,&quot;left&quot;:57,&quot;top&quot;:157,&quot;width&quot;:846}"/>
</p:tagLst>
</file>

<file path=ppt/tags/tag106.xml><?xml version="1.0" encoding="utf-8"?>
<p:tagLst xmlns:p="http://schemas.openxmlformats.org/presentationml/2006/main">
  <p:tag name="KSO_WM_DIAGRAM_VIRTUALLY_FRAME" val="{&quot;height&quot;:383,&quot;left&quot;:57,&quot;top&quot;:157,&quot;width&quot;:846}"/>
</p:tagLst>
</file>

<file path=ppt/tags/tag107.xml><?xml version="1.0" encoding="utf-8"?>
<p:tagLst xmlns:p="http://schemas.openxmlformats.org/presentationml/2006/main">
  <p:tag name="KSO_WM_DIAGRAM_VIRTUALLY_FRAME" val="{&quot;height&quot;:383,&quot;left&quot;:57,&quot;top&quot;:157,&quot;width&quot;:846}"/>
</p:tagLst>
</file>

<file path=ppt/tags/tag108.xml><?xml version="1.0" encoding="utf-8"?>
<p:tagLst xmlns:p="http://schemas.openxmlformats.org/presentationml/2006/main">
  <p:tag name="KSO_WM_DIAGRAM_VIRTUALLY_FRAME" val="{&quot;height&quot;:383,&quot;left&quot;:57,&quot;top&quot;:157,&quot;width&quot;:846}"/>
</p:tagLst>
</file>

<file path=ppt/tags/tag109.xml><?xml version="1.0" encoding="utf-8"?>
<p:tagLst xmlns:p="http://schemas.openxmlformats.org/presentationml/2006/main">
  <p:tag name="KSO_WM_DIAGRAM_VIRTUALLY_FRAME" val="{&quot;height&quot;:383,&quot;left&quot;:57,&quot;top&quot;:157,&quot;width&quot;:846}"/>
</p:tagLst>
</file>

<file path=ppt/tags/tag110.xml><?xml version="1.0" encoding="utf-8"?>
<p:tagLst xmlns:p="http://schemas.openxmlformats.org/presentationml/2006/main">
  <p:tag name="KSO_WM_DIAGRAM_VIRTUALLY_FRAME" val="{&quot;height&quot;:383,&quot;left&quot;:57,&quot;top&quot;:157,&quot;width&quot;:846}"/>
</p:tagLst>
</file>

<file path=ppt/tags/tag111.xml><?xml version="1.0" encoding="utf-8"?>
<p:tagLst xmlns:p="http://schemas.openxmlformats.org/presentationml/2006/main">
  <p:tag name="KSO_WM_DIAGRAM_VIRTUALLY_FRAME" val="{&quot;height&quot;:383,&quot;left&quot;:57,&quot;top&quot;:157,&quot;width&quot;:846}"/>
</p:tagLst>
</file>

<file path=ppt/tags/tag112.xml><?xml version="1.0" encoding="utf-8"?>
<p:tagLst xmlns:p="http://schemas.openxmlformats.org/presentationml/2006/main">
  <p:tag name="KSO_WM_DIAGRAM_VIRTUALLY_FRAME" val="{&quot;height&quot;:383,&quot;left&quot;:57,&quot;top&quot;:157,&quot;width&quot;:846}"/>
</p:tagLst>
</file>

<file path=ppt/tags/tag113.xml><?xml version="1.0" encoding="utf-8"?>
<p:tagLst xmlns:p="http://schemas.openxmlformats.org/presentationml/2006/main">
  <p:tag name="KSO_WM_DIAGRAM_VIRTUALLY_FRAME" val="{&quot;height&quot;:383,&quot;left&quot;:57,&quot;top&quot;:157,&quot;width&quot;:846}"/>
</p:tagLst>
</file>

<file path=ppt/tags/tag114.xml><?xml version="1.0" encoding="utf-8"?>
<p:tagLst xmlns:p="http://schemas.openxmlformats.org/presentationml/2006/main">
  <p:tag name="KSO_WM_DIAGRAM_VIRTUALLY_FRAME" val="{&quot;height&quot;:383,&quot;left&quot;:57,&quot;top&quot;:157,&quot;width&quot;:846}"/>
</p:tagLst>
</file>

<file path=ppt/tags/tag115.xml><?xml version="1.0" encoding="utf-8"?>
<p:tagLst xmlns:p="http://schemas.openxmlformats.org/presentationml/2006/main">
  <p:tag name="KSO_WM_DIAGRAM_VIRTUALLY_FRAME" val="{&quot;height&quot;:383,&quot;left&quot;:57,&quot;top&quot;:157,&quot;width&quot;:846}"/>
</p:tagLst>
</file>

<file path=ppt/tags/tag116.xml><?xml version="1.0" encoding="utf-8"?>
<p:tagLst xmlns:p="http://schemas.openxmlformats.org/presentationml/2006/main">
  <p:tag name="KSO_WM_DIAGRAM_VIRTUALLY_FRAME" val="{&quot;height&quot;:383,&quot;left&quot;:57,&quot;top&quot;:157,&quot;width&quot;:846}"/>
</p:tagLst>
</file>

<file path=ppt/tags/tag117.xml><?xml version="1.0" encoding="utf-8"?>
<p:tagLst xmlns:p="http://schemas.openxmlformats.org/presentationml/2006/main">
  <p:tag name="KSO_WM_DIAGRAM_VIRTUALLY_FRAME" val="{&quot;height&quot;:383,&quot;left&quot;:57,&quot;top&quot;:157,&quot;width&quot;:846}"/>
</p:tagLst>
</file>

<file path=ppt/tags/tag118.xml><?xml version="1.0" encoding="utf-8"?>
<p:tagLst xmlns:p="http://schemas.openxmlformats.org/presentationml/2006/main">
  <p:tag name="KSO_WM_DIAGRAM_VIRTUALLY_FRAME" val="{&quot;height&quot;:383,&quot;left&quot;:57,&quot;top&quot;:157,&quot;width&quot;:846}"/>
</p:tagLst>
</file>

<file path=ppt/tags/tag119.xml><?xml version="1.0" encoding="utf-8"?>
<p:tagLst xmlns:p="http://schemas.openxmlformats.org/presentationml/2006/main">
  <p:tag name="KSO_WM_DIAGRAM_VIRTUALLY_FRAME" val="{&quot;height&quot;:383,&quot;left&quot;:57,&quot;top&quot;:157,&quot;width&quot;:846}"/>
</p:tagLst>
</file>

<file path=ppt/tags/tag120.xml><?xml version="1.0" encoding="utf-8"?>
<p:tagLst xmlns:p="http://schemas.openxmlformats.org/presentationml/2006/main">
  <p:tag name="KSO_WM_DIAGRAM_VIRTUALLY_FRAME" val="{&quot;height&quot;:383,&quot;left&quot;:57,&quot;top&quot;:157,&quot;width&quot;:846}"/>
</p:tagLst>
</file>

<file path=ppt/tags/tag121.xml><?xml version="1.0" encoding="utf-8"?>
<p:tagLst xmlns:p="http://schemas.openxmlformats.org/presentationml/2006/main">
  <p:tag name="KSO_WM_DIAGRAM_VIRTUALLY_FRAME" val="{&quot;height&quot;:383,&quot;left&quot;:57,&quot;top&quot;:157,&quot;width&quot;:846}"/>
</p:tagLst>
</file>

<file path=ppt/tags/tag122.xml><?xml version="1.0" encoding="utf-8"?>
<p:tagLst xmlns:p="http://schemas.openxmlformats.org/presentationml/2006/main">
  <p:tag name="KSO_WM_DIAGRAM_VIRTUALLY_FRAME" val="{&quot;height&quot;:383,&quot;left&quot;:57,&quot;top&quot;:157,&quot;width&quot;:846}"/>
</p:tagLst>
</file>

<file path=ppt/tags/tag123.xml><?xml version="1.0" encoding="utf-8"?>
<p:tagLst xmlns:p="http://schemas.openxmlformats.org/presentationml/2006/main">
  <p:tag name="KSO_WM_DIAGRAM_VIRTUALLY_FRAME" val="{&quot;height&quot;:383,&quot;left&quot;:57,&quot;top&quot;:157,&quot;width&quot;:846}"/>
</p:tagLst>
</file>

<file path=ppt/tags/tag124.xml><?xml version="1.0" encoding="utf-8"?>
<p:tagLst xmlns:p="http://schemas.openxmlformats.org/presentationml/2006/main">
  <p:tag name="KSO_WM_DIAGRAM_VIRTUALLY_FRAME" val="{&quot;height&quot;:383,&quot;left&quot;:57,&quot;top&quot;:157,&quot;width&quot;:846}"/>
</p:tagLst>
</file>

<file path=ppt/tags/tag125.xml><?xml version="1.0" encoding="utf-8"?>
<p:tagLst xmlns:p="http://schemas.openxmlformats.org/presentationml/2006/main">
  <p:tag name="KSO_WM_DIAGRAM_VIRTUALLY_FRAME" val="{&quot;height&quot;:383,&quot;left&quot;:57,&quot;top&quot;:157,&quot;width&quot;:846}"/>
</p:tagLst>
</file>

<file path=ppt/tags/tag126.xml><?xml version="1.0" encoding="utf-8"?>
<p:tagLst xmlns:p="http://schemas.openxmlformats.org/presentationml/2006/main">
  <p:tag name="KSO_WM_DIAGRAM_VIRTUALLY_FRAME" val="{&quot;height&quot;:383,&quot;left&quot;:57,&quot;top&quot;:157,&quot;width&quot;:846}"/>
</p:tagLst>
</file>

<file path=ppt/tags/tag127.xml><?xml version="1.0" encoding="utf-8"?>
<p:tagLst xmlns:p="http://schemas.openxmlformats.org/presentationml/2006/main">
  <p:tag name="KSO_WM_DIAGRAM_VIRTUALLY_FRAME" val="{&quot;height&quot;:383,&quot;left&quot;:57,&quot;top&quot;:157,&quot;width&quot;:846}"/>
</p:tagLst>
</file>

<file path=ppt/tags/tag128.xml><?xml version="1.0" encoding="utf-8"?>
<p:tagLst xmlns:p="http://schemas.openxmlformats.org/presentationml/2006/main">
  <p:tag name="KSO_WM_DIAGRAM_VIRTUALLY_FRAME" val="{&quot;height&quot;:383,&quot;left&quot;:57,&quot;top&quot;:157,&quot;width&quot;:846}"/>
</p:tagLst>
</file>

<file path=ppt/tags/tag129.xml><?xml version="1.0" encoding="utf-8"?>
<p:tagLst xmlns:p="http://schemas.openxmlformats.org/presentationml/2006/main">
  <p:tag name="KSO_WM_DIAGRAM_VIRTUALLY_FRAME" val="{&quot;height&quot;:383,&quot;left&quot;:57,&quot;top&quot;:157,&quot;width&quot;:846}"/>
</p:tagLst>
</file>

<file path=ppt/tags/tag130.xml><?xml version="1.0" encoding="utf-8"?>
<p:tagLst xmlns:p="http://schemas.openxmlformats.org/presentationml/2006/main">
  <p:tag name="KSO_WM_DIAGRAM_VIRTUALLY_FRAME" val="{&quot;height&quot;:383,&quot;left&quot;:57,&quot;top&quot;:157,&quot;width&quot;:846}"/>
</p:tagLst>
</file>

<file path=ppt/tags/tag131.xml><?xml version="1.0" encoding="utf-8"?>
<p:tagLst xmlns:p="http://schemas.openxmlformats.org/presentationml/2006/main">
  <p:tag name="KSO_WM_DIAGRAM_VIRTUALLY_FRAME" val="{&quot;height&quot;:383,&quot;left&quot;:57,&quot;top&quot;:157,&quot;width&quot;:846}"/>
</p:tagLst>
</file>

<file path=ppt/tags/tag132.xml><?xml version="1.0" encoding="utf-8"?>
<p:tagLst xmlns:p="http://schemas.openxmlformats.org/presentationml/2006/main">
  <p:tag name="KSO_WM_DIAGRAM_VIRTUALLY_FRAME" val="{&quot;height&quot;:383,&quot;left&quot;:57,&quot;top&quot;:157,&quot;width&quot;:846}"/>
</p:tagLst>
</file>

<file path=ppt/tags/tag133.xml><?xml version="1.0" encoding="utf-8"?>
<p:tagLst xmlns:p="http://schemas.openxmlformats.org/presentationml/2006/main">
  <p:tag name="KSO_WM_DIAGRAM_VIRTUALLY_FRAME" val="{&quot;height&quot;:383,&quot;left&quot;:57,&quot;top&quot;:157,&quot;width&quot;:846}"/>
</p:tagLst>
</file>

<file path=ppt/tags/tag134.xml><?xml version="1.0" encoding="utf-8"?>
<p:tagLst xmlns:p="http://schemas.openxmlformats.org/presentationml/2006/main">
  <p:tag name="KSO_WM_DIAGRAM_VIRTUALLY_FRAME" val="{&quot;height&quot;:383,&quot;left&quot;:57,&quot;top&quot;:157,&quot;width&quot;:846}"/>
</p:tagLst>
</file>

<file path=ppt/tags/tag135.xml><?xml version="1.0" encoding="utf-8"?>
<p:tagLst xmlns:p="http://schemas.openxmlformats.org/presentationml/2006/main">
  <p:tag name="KSO_WM_DIAGRAM_VIRTUALLY_FRAME" val="{&quot;height&quot;:383,&quot;left&quot;:57,&quot;top&quot;:157,&quot;width&quot;:846}"/>
</p:tagLst>
</file>

<file path=ppt/tags/tag136.xml><?xml version="1.0" encoding="utf-8"?>
<p:tagLst xmlns:p="http://schemas.openxmlformats.org/presentationml/2006/main">
  <p:tag name="KSO_WM_DIAGRAM_VIRTUALLY_FRAME" val="{&quot;height&quot;:383,&quot;left&quot;:57,&quot;top&quot;:157,&quot;width&quot;:846}"/>
</p:tagLst>
</file>

<file path=ppt/tags/tag137.xml><?xml version="1.0" encoding="utf-8"?>
<p:tagLst xmlns:p="http://schemas.openxmlformats.org/presentationml/2006/main">
  <p:tag name="KSO_WM_DIAGRAM_VIRTUALLY_FRAME" val="{&quot;height&quot;:383,&quot;left&quot;:57,&quot;top&quot;:157,&quot;width&quot;:846}"/>
</p:tagLst>
</file>

<file path=ppt/tags/tag138.xml><?xml version="1.0" encoding="utf-8"?>
<p:tagLst xmlns:p="http://schemas.openxmlformats.org/presentationml/2006/main">
  <p:tag name="KSO_WM_DIAGRAM_VIRTUALLY_FRAME" val="{&quot;height&quot;:383,&quot;left&quot;:57,&quot;top&quot;:157,&quot;width&quot;:846}"/>
</p:tagLst>
</file>

<file path=ppt/tags/tag139.xml><?xml version="1.0" encoding="utf-8"?>
<p:tagLst xmlns:p="http://schemas.openxmlformats.org/presentationml/2006/main">
  <p:tag name="KSO_WM_DIAGRAM_VIRTUALLY_FRAME" val="{&quot;height&quot;:383,&quot;left&quot;:57,&quot;top&quot;:157,&quot;width&quot;:846}"/>
</p:tagLst>
</file>

<file path=ppt/tags/tag140.xml><?xml version="1.0" encoding="utf-8"?>
<p:tagLst xmlns:p="http://schemas.openxmlformats.org/presentationml/2006/main">
  <p:tag name="KSO_WM_DIAGRAM_VIRTUALLY_FRAME" val="{&quot;height&quot;:383,&quot;left&quot;:57,&quot;top&quot;:157,&quot;width&quot;:846}"/>
</p:tagLst>
</file>

<file path=ppt/tags/tag141.xml><?xml version="1.0" encoding="utf-8"?>
<p:tagLst xmlns:p="http://schemas.openxmlformats.org/presentationml/2006/main">
  <p:tag name="KSO_WM_DIAGRAM_VIRTUALLY_FRAME" val="{&quot;height&quot;:383,&quot;left&quot;:57,&quot;top&quot;:157,&quot;width&quot;:846}"/>
</p:tagLst>
</file>

<file path=ppt/tags/tag142.xml><?xml version="1.0" encoding="utf-8"?>
<p:tagLst xmlns:p="http://schemas.openxmlformats.org/presentationml/2006/main">
  <p:tag name="KSO_WM_DIAGRAM_VIRTUALLY_FRAME" val="{&quot;height&quot;:383,&quot;left&quot;:57,&quot;top&quot;:157,&quot;width&quot;:846}"/>
</p:tagLst>
</file>

<file path=ppt/tags/tag143.xml><?xml version="1.0" encoding="utf-8"?>
<p:tagLst xmlns:p="http://schemas.openxmlformats.org/presentationml/2006/main">
  <p:tag name="KSO_WM_DIAGRAM_VIRTUALLY_FRAME" val="{&quot;height&quot;:383,&quot;left&quot;:57,&quot;top&quot;:157,&quot;width&quot;:846}"/>
</p:tagLst>
</file>

<file path=ppt/tags/tag144.xml><?xml version="1.0" encoding="utf-8"?>
<p:tagLst xmlns:p="http://schemas.openxmlformats.org/presentationml/2006/main">
  <p:tag name="KSO_WM_DIAGRAM_VIRTUALLY_FRAME" val="{&quot;height&quot;:383,&quot;left&quot;:57,&quot;top&quot;:157,&quot;width&quot;:846}"/>
</p:tagLst>
</file>

<file path=ppt/tags/tag145.xml><?xml version="1.0" encoding="utf-8"?>
<p:tagLst xmlns:p="http://schemas.openxmlformats.org/presentationml/2006/main">
  <p:tag name="KSO_WM_DIAGRAM_VIRTUALLY_FRAME" val="{&quot;height&quot;:383,&quot;left&quot;:57,&quot;top&quot;:157,&quot;width&quot;:846}"/>
</p:tagLst>
</file>

<file path=ppt/tags/tag146.xml><?xml version="1.0" encoding="utf-8"?>
<p:tagLst xmlns:p="http://schemas.openxmlformats.org/presentationml/2006/main">
  <p:tag name="KSO_WM_DIAGRAM_VIRTUALLY_FRAME" val="{&quot;height&quot;:383,&quot;left&quot;:57,&quot;top&quot;:157,&quot;width&quot;:846}"/>
</p:tagLst>
</file>

<file path=ppt/tags/tag147.xml><?xml version="1.0" encoding="utf-8"?>
<p:tagLst xmlns:p="http://schemas.openxmlformats.org/presentationml/2006/main">
  <p:tag name="KSO_WM_DIAGRAM_VIRTUALLY_FRAME" val="{&quot;height&quot;:383,&quot;left&quot;:57,&quot;top&quot;:157,&quot;width&quot;:846}"/>
</p:tagLst>
</file>

<file path=ppt/tags/tag148.xml><?xml version="1.0" encoding="utf-8"?>
<p:tagLst xmlns:p="http://schemas.openxmlformats.org/presentationml/2006/main">
  <p:tag name="KSO_WM_DIAGRAM_VIRTUALLY_FRAME" val="{&quot;height&quot;:383,&quot;left&quot;:57,&quot;top&quot;:157,&quot;width&quot;:846}"/>
</p:tagLst>
</file>

<file path=ppt/tags/tag149.xml><?xml version="1.0" encoding="utf-8"?>
<p:tagLst xmlns:p="http://schemas.openxmlformats.org/presentationml/2006/main">
  <p:tag name="KSO_WM_DIAGRAM_VIRTUALLY_FRAME" val="{&quot;height&quot;:383,&quot;left&quot;:57,&quot;top&quot;:157,&quot;width&quot;:846}"/>
</p:tagLst>
</file>

<file path=ppt/tags/tag150.xml><?xml version="1.0" encoding="utf-8"?>
<p:tagLst xmlns:p="http://schemas.openxmlformats.org/presentationml/2006/main">
  <p:tag name="KSO_WM_DIAGRAM_VIRTUALLY_FRAME" val="{&quot;height&quot;:381,&quot;left&quot;:483,&quot;top&quot;:80,&quot;width&quot;:464.5}"/>
</p:tagLst>
</file>

<file path=ppt/tags/tag151.xml><?xml version="1.0" encoding="utf-8"?>
<p:tagLst xmlns:p="http://schemas.openxmlformats.org/presentationml/2006/main">
  <p:tag name="KSO_WM_DIAGRAM_VIRTUALLY_FRAME" val="{&quot;height&quot;:381,&quot;left&quot;:483,&quot;top&quot;:80,&quot;width&quot;:464.5}"/>
</p:tagLst>
</file>

<file path=ppt/tags/tag152.xml><?xml version="1.0" encoding="utf-8"?>
<p:tagLst xmlns:p="http://schemas.openxmlformats.org/presentationml/2006/main">
  <p:tag name="KSO_WM_DIAGRAM_VIRTUALLY_FRAME" val="{&quot;height&quot;:381,&quot;left&quot;:483,&quot;top&quot;:80,&quot;width&quot;:464.5}"/>
</p:tagLst>
</file>

<file path=ppt/tags/tag153.xml><?xml version="1.0" encoding="utf-8"?>
<p:tagLst xmlns:p="http://schemas.openxmlformats.org/presentationml/2006/main">
  <p:tag name="KSO_WM_DIAGRAM_VIRTUALLY_FRAME" val="{&quot;height&quot;:381,&quot;left&quot;:483,&quot;top&quot;:80,&quot;width&quot;:464.5}"/>
</p:tagLst>
</file>

<file path=ppt/tags/tag154.xml><?xml version="1.0" encoding="utf-8"?>
<p:tagLst xmlns:p="http://schemas.openxmlformats.org/presentationml/2006/main">
  <p:tag name="KSO_WM_DIAGRAM_VIRTUALLY_FRAME" val="{&quot;height&quot;:381,&quot;left&quot;:483,&quot;top&quot;:80,&quot;width&quot;:464.5}"/>
</p:tagLst>
</file>

<file path=ppt/tags/tag155.xml><?xml version="1.0" encoding="utf-8"?>
<p:tagLst xmlns:p="http://schemas.openxmlformats.org/presentationml/2006/main">
  <p:tag name="KSO_WM_DIAGRAM_VIRTUALLY_FRAME" val="{&quot;height&quot;:381,&quot;left&quot;:483,&quot;top&quot;:80,&quot;width&quot;:464.5}"/>
</p:tagLst>
</file>

<file path=ppt/tags/tag156.xml><?xml version="1.0" encoding="utf-8"?>
<p:tagLst xmlns:p="http://schemas.openxmlformats.org/presentationml/2006/main">
  <p:tag name="KSO_WM_DIAGRAM_VIRTUALLY_FRAME" val="{&quot;height&quot;:381,&quot;left&quot;:483,&quot;top&quot;:80,&quot;width&quot;:464.5}"/>
</p:tagLst>
</file>

<file path=ppt/tags/tag157.xml><?xml version="1.0" encoding="utf-8"?>
<p:tagLst xmlns:p="http://schemas.openxmlformats.org/presentationml/2006/main">
  <p:tag name="KSO_WM_DIAGRAM_VIRTUALLY_FRAME" val="{&quot;height&quot;:381,&quot;left&quot;:483,&quot;top&quot;:80,&quot;width&quot;:464.5}"/>
</p:tagLst>
</file>

<file path=ppt/tags/tag158.xml><?xml version="1.0" encoding="utf-8"?>
<p:tagLst xmlns:p="http://schemas.openxmlformats.org/presentationml/2006/main">
  <p:tag name="KSO_WM_DIAGRAM_VIRTUALLY_FRAME" val="{&quot;height&quot;:381,&quot;left&quot;:483,&quot;top&quot;:80,&quot;width&quot;:464.5}"/>
</p:tagLst>
</file>

<file path=ppt/tags/tag159.xml><?xml version="1.0" encoding="utf-8"?>
<p:tagLst xmlns:p="http://schemas.openxmlformats.org/presentationml/2006/main">
  <p:tag name="KSO_WM_DIAGRAM_VIRTUALLY_FRAME" val="{&quot;height&quot;:381,&quot;left&quot;:483,&quot;top&quot;:80,&quot;width&quot;:464.5}"/>
</p:tagLst>
</file>

<file path=ppt/tags/tag160.xml><?xml version="1.0" encoding="utf-8"?>
<p:tagLst xmlns:p="http://schemas.openxmlformats.org/presentationml/2006/main">
  <p:tag name="KSO_WM_DIAGRAM_VIRTUALLY_FRAME" val="{&quot;height&quot;:381,&quot;left&quot;:483,&quot;top&quot;:80,&quot;width&quot;:464.5}"/>
</p:tagLst>
</file>

<file path=ppt/tags/tag161.xml><?xml version="1.0" encoding="utf-8"?>
<p:tagLst xmlns:p="http://schemas.openxmlformats.org/presentationml/2006/main">
  <p:tag name="KSO_WM_DIAGRAM_VIRTUALLY_FRAME" val="{&quot;height&quot;:381,&quot;left&quot;:483,&quot;top&quot;:80,&quot;width&quot;:464.5}"/>
</p:tagLst>
</file>

<file path=ppt/tags/tag162.xml><?xml version="1.0" encoding="utf-8"?>
<p:tagLst xmlns:p="http://schemas.openxmlformats.org/presentationml/2006/main">
  <p:tag name="KSO_WM_DIAGRAM_VIRTUALLY_FRAME" val="{&quot;height&quot;:381,&quot;left&quot;:483,&quot;top&quot;:80,&quot;width&quot;:464.5}"/>
</p:tagLst>
</file>

<file path=ppt/tags/tag163.xml><?xml version="1.0" encoding="utf-8"?>
<p:tagLst xmlns:p="http://schemas.openxmlformats.org/presentationml/2006/main">
  <p:tag name="KSO_WM_DIAGRAM_VIRTUALLY_FRAME" val="{&quot;height&quot;:381,&quot;left&quot;:483,&quot;top&quot;:80,&quot;width&quot;:464.5}"/>
</p:tagLst>
</file>

<file path=ppt/tags/tag164.xml><?xml version="1.0" encoding="utf-8"?>
<p:tagLst xmlns:p="http://schemas.openxmlformats.org/presentationml/2006/main">
  <p:tag name="KSO_WM_DIAGRAM_VIRTUALLY_FRAME" val="{&quot;height&quot;:381,&quot;left&quot;:483,&quot;top&quot;:80,&quot;width&quot;:464.5}"/>
</p:tagLst>
</file>

<file path=ppt/tags/tag165.xml><?xml version="1.0" encoding="utf-8"?>
<p:tagLst xmlns:p="http://schemas.openxmlformats.org/presentationml/2006/main">
  <p:tag name="KSO_WM_DIAGRAM_VIRTUALLY_FRAME" val="{&quot;height&quot;:383,&quot;left&quot;:57,&quot;top&quot;:157,&quot;width&quot;:846}"/>
</p:tagLst>
</file>

<file path=ppt/tags/tag166.xml><?xml version="1.0" encoding="utf-8"?>
<p:tagLst xmlns:p="http://schemas.openxmlformats.org/presentationml/2006/main">
  <p:tag name="KSO_WM_DIAGRAM_VIRTUALLY_FRAME" val="{&quot;height&quot;:383,&quot;left&quot;:57,&quot;top&quot;:157,&quot;width&quot;:846}"/>
</p:tagLst>
</file>

<file path=ppt/tags/tag167.xml><?xml version="1.0" encoding="utf-8"?>
<p:tagLst xmlns:p="http://schemas.openxmlformats.org/presentationml/2006/main">
  <p:tag name="KSO_WM_DIAGRAM_VIRTUALLY_FRAME" val="{&quot;height&quot;:383,&quot;left&quot;:57,&quot;top&quot;:157,&quot;width&quot;:846}"/>
</p:tagLst>
</file>

<file path=ppt/tags/tag168.xml><?xml version="1.0" encoding="utf-8"?>
<p:tagLst xmlns:p="http://schemas.openxmlformats.org/presentationml/2006/main">
  <p:tag name="KSO_WM_DIAGRAM_VIRTUALLY_FRAME" val="{&quot;height&quot;:383,&quot;left&quot;:57,&quot;top&quot;:157,&quot;width&quot;:846}"/>
</p:tagLst>
</file>

<file path=ppt/tags/tag169.xml><?xml version="1.0" encoding="utf-8"?>
<p:tagLst xmlns:p="http://schemas.openxmlformats.org/presentationml/2006/main">
  <p:tag name="KSO_WM_DIAGRAM_VIRTUALLY_FRAME" val="{&quot;height&quot;:383,&quot;left&quot;:57,&quot;top&quot;:157,&quot;width&quot;:846}"/>
</p:tagLst>
</file>

<file path=ppt/tags/tag170.xml><?xml version="1.0" encoding="utf-8"?>
<p:tagLst xmlns:p="http://schemas.openxmlformats.org/presentationml/2006/main">
  <p:tag name="KSO_WM_DIAGRAM_VIRTUALLY_FRAME" val="{&quot;height&quot;:383,&quot;left&quot;:57,&quot;top&quot;:157,&quot;width&quot;:846}"/>
</p:tagLst>
</file>

<file path=ppt/tags/tag171.xml><?xml version="1.0" encoding="utf-8"?>
<p:tagLst xmlns:p="http://schemas.openxmlformats.org/presentationml/2006/main">
  <p:tag name="KSO_WM_DIAGRAM_VIRTUALLY_FRAME" val="{&quot;height&quot;:383,&quot;left&quot;:57,&quot;top&quot;:157,&quot;width&quot;:846}"/>
</p:tagLst>
</file>

<file path=ppt/tags/tag172.xml><?xml version="1.0" encoding="utf-8"?>
<p:tagLst xmlns:p="http://schemas.openxmlformats.org/presentationml/2006/main">
  <p:tag name="KSO_WM_DIAGRAM_VIRTUALLY_FRAME" val="{&quot;height&quot;:383,&quot;left&quot;:57,&quot;top&quot;:157,&quot;width&quot;:846}"/>
</p:tagLst>
</file>

<file path=ppt/tags/tag173.xml><?xml version="1.0" encoding="utf-8"?>
<p:tagLst xmlns:p="http://schemas.openxmlformats.org/presentationml/2006/main">
  <p:tag name="KSO_WM_DIAGRAM_VIRTUALLY_FRAME" val="{&quot;height&quot;:383,&quot;left&quot;:57,&quot;top&quot;:157,&quot;width&quot;:846}"/>
</p:tagLst>
</file>

<file path=ppt/tags/tag174.xml><?xml version="1.0" encoding="utf-8"?>
<p:tagLst xmlns:p="http://schemas.openxmlformats.org/presentationml/2006/main">
  <p:tag name="KSO_WM_DIAGRAM_VIRTUALLY_FRAME" val="{&quot;height&quot;:383,&quot;left&quot;:57,&quot;top&quot;:157,&quot;width&quot;:846}"/>
</p:tagLst>
</file>

<file path=ppt/tags/tag175.xml><?xml version="1.0" encoding="utf-8"?>
<p:tagLst xmlns:p="http://schemas.openxmlformats.org/presentationml/2006/main">
  <p:tag name="KSO_WM_DIAGRAM_VIRTUALLY_FRAME" val="{&quot;height&quot;:383,&quot;left&quot;:57,&quot;top&quot;:157,&quot;width&quot;:846}"/>
</p:tagLst>
</file>

<file path=ppt/tags/tag176.xml><?xml version="1.0" encoding="utf-8"?>
<p:tagLst xmlns:p="http://schemas.openxmlformats.org/presentationml/2006/main">
  <p:tag name="KSO_WM_DIAGRAM_VIRTUALLY_FRAME" val="{&quot;height&quot;:383,&quot;left&quot;:57,&quot;top&quot;:157,&quot;width&quot;:846}"/>
</p:tagLst>
</file>

<file path=ppt/tags/tag177.xml><?xml version="1.0" encoding="utf-8"?>
<p:tagLst xmlns:p="http://schemas.openxmlformats.org/presentationml/2006/main">
  <p:tag name="KSO_WM_DIAGRAM_VIRTUALLY_FRAME" val="{&quot;height&quot;:383,&quot;left&quot;:57,&quot;top&quot;:157,&quot;width&quot;:846}"/>
</p:tagLst>
</file>

<file path=ppt/tags/tag178.xml><?xml version="1.0" encoding="utf-8"?>
<p:tagLst xmlns:p="http://schemas.openxmlformats.org/presentationml/2006/main">
  <p:tag name="KSO_WM_DIAGRAM_VIRTUALLY_FRAME" val="{&quot;height&quot;:383,&quot;left&quot;:57,&quot;top&quot;:157,&quot;width&quot;:846}"/>
</p:tagLst>
</file>

<file path=ppt/tags/tag179.xml><?xml version="1.0" encoding="utf-8"?>
<p:tagLst xmlns:p="http://schemas.openxmlformats.org/presentationml/2006/main">
  <p:tag name="KSO_WM_DIAGRAM_VIRTUALLY_FRAME" val="{&quot;height&quot;:383,&quot;left&quot;:57,&quot;top&quot;:157,&quot;width&quot;:846}"/>
</p:tagLst>
</file>

<file path=ppt/tags/tag180.xml><?xml version="1.0" encoding="utf-8"?>
<p:tagLst xmlns:p="http://schemas.openxmlformats.org/presentationml/2006/main">
  <p:tag name="KSO_WM_DIAGRAM_VIRTUALLY_FRAME" val="{&quot;height&quot;:383,&quot;left&quot;:57,&quot;top&quot;:157,&quot;width&quot;:846}"/>
</p:tagLst>
</file>

<file path=ppt/tags/tag181.xml><?xml version="1.0" encoding="utf-8"?>
<p:tagLst xmlns:p="http://schemas.openxmlformats.org/presentationml/2006/main">
  <p:tag name="KSO_WM_DIAGRAM_VIRTUALLY_FRAME" val="{&quot;height&quot;:383,&quot;left&quot;:57,&quot;top&quot;:157,&quot;width&quot;:846}"/>
</p:tagLst>
</file>

<file path=ppt/tags/tag182.xml><?xml version="1.0" encoding="utf-8"?>
<p:tagLst xmlns:p="http://schemas.openxmlformats.org/presentationml/2006/main">
  <p:tag name="KSO_WM_DIAGRAM_VIRTUALLY_FRAME" val="{&quot;height&quot;:383,&quot;left&quot;:57,&quot;top&quot;:157,&quot;width&quot;:846}"/>
</p:tagLst>
</file>

<file path=ppt/tags/tag183.xml><?xml version="1.0" encoding="utf-8"?>
<p:tagLst xmlns:p="http://schemas.openxmlformats.org/presentationml/2006/main">
  <p:tag name="KSO_WM_DIAGRAM_VIRTUALLY_FRAME" val="{&quot;height&quot;:383,&quot;left&quot;:57,&quot;top&quot;:157,&quot;width&quot;:846}"/>
</p:tagLst>
</file>

<file path=ppt/tags/tag184.xml><?xml version="1.0" encoding="utf-8"?>
<p:tagLst xmlns:p="http://schemas.openxmlformats.org/presentationml/2006/main">
  <p:tag name="KSO_WM_DIAGRAM_VIRTUALLY_FRAME" val="{&quot;height&quot;:383,&quot;left&quot;:57,&quot;top&quot;:157,&quot;width&quot;:846}"/>
</p:tagLst>
</file>

<file path=ppt/tags/tag185.xml><?xml version="1.0" encoding="utf-8"?>
<p:tagLst xmlns:p="http://schemas.openxmlformats.org/presentationml/2006/main">
  <p:tag name="KSO_WM_DIAGRAM_VIRTUALLY_FRAME" val="{&quot;height&quot;:383,&quot;left&quot;:57,&quot;top&quot;:157,&quot;width&quot;:846}"/>
</p:tagLst>
</file>

<file path=ppt/tags/tag186.xml><?xml version="1.0" encoding="utf-8"?>
<p:tagLst xmlns:p="http://schemas.openxmlformats.org/presentationml/2006/main">
  <p:tag name="KSO_WM_DIAGRAM_VIRTUALLY_FRAME" val="{&quot;height&quot;:383,&quot;left&quot;:57,&quot;top&quot;:157,&quot;width&quot;:846}"/>
</p:tagLst>
</file>

<file path=ppt/tags/tag187.xml><?xml version="1.0" encoding="utf-8"?>
<p:tagLst xmlns:p="http://schemas.openxmlformats.org/presentationml/2006/main">
  <p:tag name="KSO_WM_DIAGRAM_VIRTUALLY_FRAME" val="{&quot;height&quot;:383,&quot;left&quot;:57,&quot;top&quot;:157,&quot;width&quot;:846}"/>
</p:tagLst>
</file>

<file path=ppt/tags/tag188.xml><?xml version="1.0" encoding="utf-8"?>
<p:tagLst xmlns:p="http://schemas.openxmlformats.org/presentationml/2006/main">
  <p:tag name="KSO_WM_DIAGRAM_VIRTUALLY_FRAME" val="{&quot;height&quot;:383,&quot;left&quot;:57,&quot;top&quot;:157,&quot;width&quot;:846}"/>
</p:tagLst>
</file>

<file path=ppt/tags/tag189.xml><?xml version="1.0" encoding="utf-8"?>
<p:tagLst xmlns:p="http://schemas.openxmlformats.org/presentationml/2006/main">
  <p:tag name="KSO_WM_DIAGRAM_VIRTUALLY_FRAME" val="{&quot;height&quot;:383,&quot;left&quot;:57,&quot;top&quot;:157,&quot;width&quot;:846}"/>
</p:tagLst>
</file>

<file path=ppt/tags/tag190.xml><?xml version="1.0" encoding="utf-8"?>
<p:tagLst xmlns:p="http://schemas.openxmlformats.org/presentationml/2006/main">
  <p:tag name="KSO_WM_DIAGRAM_VIRTUALLY_FRAME" val="{&quot;height&quot;:383,&quot;left&quot;:57,&quot;top&quot;:157,&quot;width&quot;:846}"/>
</p:tagLst>
</file>

<file path=ppt/tags/tag191.xml><?xml version="1.0" encoding="utf-8"?>
<p:tagLst xmlns:p="http://schemas.openxmlformats.org/presentationml/2006/main">
  <p:tag name="KSO_WM_DIAGRAM_VIRTUALLY_FRAME" val="{&quot;height&quot;:383,&quot;left&quot;:57,&quot;top&quot;:157,&quot;width&quot;:846}"/>
</p:tagLst>
</file>

<file path=ppt/tags/tag192.xml><?xml version="1.0" encoding="utf-8"?>
<p:tagLst xmlns:p="http://schemas.openxmlformats.org/presentationml/2006/main">
  <p:tag name="KSO_WM_DIAGRAM_VIRTUALLY_FRAME" val="{&quot;height&quot;:317.9000000000001,&quot;left&quot;:29.4,&quot;top&quot;:232.1,&quot;width&quot;:919.8}"/>
</p:tagLst>
</file>

<file path=ppt/tags/tag193.xml><?xml version="1.0" encoding="utf-8"?>
<p:tagLst xmlns:p="http://schemas.openxmlformats.org/presentationml/2006/main">
  <p:tag name="KSO_WM_DIAGRAM_VIRTUALLY_FRAME" val="{&quot;height&quot;:317.9000000000001,&quot;left&quot;:29.4,&quot;top&quot;:232.1,&quot;width&quot;:919.8}"/>
</p:tagLst>
</file>

<file path=ppt/tags/tag194.xml><?xml version="1.0" encoding="utf-8"?>
<p:tagLst xmlns:p="http://schemas.openxmlformats.org/presentationml/2006/main">
  <p:tag name="KSO_WM_DIAGRAM_VIRTUALLY_FRAME" val="{&quot;height&quot;:317.9000000000001,&quot;left&quot;:29.4,&quot;top&quot;:232.1,&quot;width&quot;:919.8}"/>
</p:tagLst>
</file>

<file path=ppt/tags/tag195.xml><?xml version="1.0" encoding="utf-8"?>
<p:tagLst xmlns:p="http://schemas.openxmlformats.org/presentationml/2006/main">
  <p:tag name="KSO_WM_DIAGRAM_VIRTUALLY_FRAME" val="{&quot;height&quot;:317.9000000000001,&quot;left&quot;:29.4,&quot;top&quot;:232.1,&quot;width&quot;:919.8}"/>
</p:tagLst>
</file>

<file path=ppt/tags/tag196.xml><?xml version="1.0" encoding="utf-8"?>
<p:tagLst xmlns:p="http://schemas.openxmlformats.org/presentationml/2006/main">
  <p:tag name="KSO_WM_DIAGRAM_VIRTUALLY_FRAME" val="{&quot;height&quot;:317.9000000000001,&quot;left&quot;:29.4,&quot;top&quot;:232.1,&quot;width&quot;:919.8}"/>
</p:tagLst>
</file>

<file path=ppt/tags/tag197.xml><?xml version="1.0" encoding="utf-8"?>
<p:tagLst xmlns:p="http://schemas.openxmlformats.org/presentationml/2006/main">
  <p:tag name="KSO_WM_DIAGRAM_VIRTUALLY_FRAME" val="{&quot;height&quot;:317.9000000000001,&quot;left&quot;:29.4,&quot;top&quot;:232.1,&quot;width&quot;:919.8}"/>
</p:tagLst>
</file>

<file path=ppt/tags/tag198.xml><?xml version="1.0" encoding="utf-8"?>
<p:tagLst xmlns:p="http://schemas.openxmlformats.org/presentationml/2006/main">
  <p:tag name="KSO_WM_DIAGRAM_VIRTUALLY_FRAME" val="{&quot;height&quot;:317.9000000000001,&quot;left&quot;:29.4,&quot;top&quot;:232.1,&quot;width&quot;:919.8}"/>
</p:tagLst>
</file>

<file path=ppt/tags/tag199.xml><?xml version="1.0" encoding="utf-8"?>
<p:tagLst xmlns:p="http://schemas.openxmlformats.org/presentationml/2006/main">
  <p:tag name="KSO_WM_DIAGRAM_VIRTUALLY_FRAME" val="{&quot;height&quot;:317.9000000000001,&quot;left&quot;:29.4,&quot;top&quot;:232.1,&quot;width&quot;:919.8}"/>
</p:tagLst>
</file>

<file path=ppt/tags/tag200.xml><?xml version="1.0" encoding="utf-8"?>
<p:tagLst xmlns:p="http://schemas.openxmlformats.org/presentationml/2006/main">
  <p:tag name="KSO_WM_DIAGRAM_VIRTUALLY_FRAME" val="{&quot;height&quot;:317.9000000000001,&quot;left&quot;:29.4,&quot;top&quot;:232.1,&quot;width&quot;:919.8}"/>
</p:tagLst>
</file>

<file path=ppt/tags/tag201.xml><?xml version="1.0" encoding="utf-8"?>
<p:tagLst xmlns:p="http://schemas.openxmlformats.org/presentationml/2006/main">
  <p:tag name="KSO_WM_DIAGRAM_VIRTUALLY_FRAME" val="{&quot;height&quot;:317.9000000000001,&quot;left&quot;:29.4,&quot;top&quot;:232.1,&quot;width&quot;:919.8}"/>
</p:tagLst>
</file>

<file path=ppt/tags/tag202.xml><?xml version="1.0" encoding="utf-8"?>
<p:tagLst xmlns:p="http://schemas.openxmlformats.org/presentationml/2006/main">
  <p:tag name="KSO_WM_DIAGRAM_VIRTUALLY_FRAME" val="{&quot;height&quot;:317.9000000000001,&quot;left&quot;:29.4,&quot;top&quot;:232.1,&quot;width&quot;:919.8}"/>
</p:tagLst>
</file>

<file path=ppt/tags/tag203.xml><?xml version="1.0" encoding="utf-8"?>
<p:tagLst xmlns:p="http://schemas.openxmlformats.org/presentationml/2006/main">
  <p:tag name="KSO_WM_DIAGRAM_VIRTUALLY_FRAME" val="{&quot;height&quot;:317.9000000000001,&quot;left&quot;:29.4,&quot;top&quot;:232.1,&quot;width&quot;:919.8}"/>
</p:tagLst>
</file>

<file path=ppt/tags/tag204.xml><?xml version="1.0" encoding="utf-8"?>
<p:tagLst xmlns:p="http://schemas.openxmlformats.org/presentationml/2006/main">
  <p:tag name="KSO_WM_DIAGRAM_VIRTUALLY_FRAME" val="{&quot;height&quot;:317.9000000000001,&quot;left&quot;:29.4,&quot;top&quot;:232.1,&quot;width&quot;:919.8}"/>
</p:tagLst>
</file>

<file path=ppt/tags/tag205.xml><?xml version="1.0" encoding="utf-8"?>
<p:tagLst xmlns:p="http://schemas.openxmlformats.org/presentationml/2006/main">
  <p:tag name="KSO_WM_DIAGRAM_VIRTUALLY_FRAME" val="{&quot;height&quot;:317.9000000000001,&quot;left&quot;:29.4,&quot;top&quot;:232.1,&quot;width&quot;:919.8}"/>
</p:tagLst>
</file>

<file path=ppt/tags/tag206.xml><?xml version="1.0" encoding="utf-8"?>
<p:tagLst xmlns:p="http://schemas.openxmlformats.org/presentationml/2006/main">
  <p:tag name="KSO_WM_DIAGRAM_VIRTUALLY_FRAME" val="{&quot;height&quot;:317.9000000000001,&quot;left&quot;:29.4,&quot;top&quot;:232.1,&quot;width&quot;:919.8}"/>
</p:tagLst>
</file>

<file path=ppt/tags/tag207.xml><?xml version="1.0" encoding="utf-8"?>
<p:tagLst xmlns:p="http://schemas.openxmlformats.org/presentationml/2006/main">
  <p:tag name="KSO_WM_DIAGRAM_VIRTUALLY_FRAME" val="{&quot;height&quot;:317.9000000000001,&quot;left&quot;:29.4,&quot;top&quot;:232.1,&quot;width&quot;:919.8}"/>
</p:tagLst>
</file>

<file path=ppt/tags/tag208.xml><?xml version="1.0" encoding="utf-8"?>
<p:tagLst xmlns:p="http://schemas.openxmlformats.org/presentationml/2006/main">
  <p:tag name="KSO_WM_DIAGRAM_VIRTUALLY_FRAME" val="{&quot;height&quot;:317.9000000000001,&quot;left&quot;:29.4,&quot;top&quot;:232.1,&quot;width&quot;:919.8}"/>
</p:tagLst>
</file>

<file path=ppt/tags/tag209.xml><?xml version="1.0" encoding="utf-8"?>
<p:tagLst xmlns:p="http://schemas.openxmlformats.org/presentationml/2006/main">
  <p:tag name="KSO_WM_DIAGRAM_VIRTUALLY_FRAME" val="{&quot;height&quot;:317.9000000000001,&quot;left&quot;:29.4,&quot;top&quot;:232.1,&quot;width&quot;:919.8}"/>
</p:tagLst>
</file>

<file path=ppt/tags/tag210.xml><?xml version="1.0" encoding="utf-8"?>
<p:tagLst xmlns:p="http://schemas.openxmlformats.org/presentationml/2006/main">
  <p:tag name="KSO_WM_DIAGRAM_VIRTUALLY_FRAME" val="{&quot;height&quot;:317.9000000000001,&quot;left&quot;:29.4,&quot;top&quot;:232.1,&quot;width&quot;:919.8}"/>
</p:tagLst>
</file>

<file path=ppt/tags/tag211.xml><?xml version="1.0" encoding="utf-8"?>
<p:tagLst xmlns:p="http://schemas.openxmlformats.org/presentationml/2006/main">
  <p:tag name="KSO_WM_DIAGRAM_VIRTUALLY_FRAME" val="{&quot;height&quot;:317.9000000000001,&quot;left&quot;:29.4,&quot;top&quot;:232.1,&quot;width&quot;:919.8}"/>
</p:tagLst>
</file>

<file path=ppt/tags/tag212.xml><?xml version="1.0" encoding="utf-8"?>
<p:tagLst xmlns:p="http://schemas.openxmlformats.org/presentationml/2006/main">
  <p:tag name="KSO_WM_DIAGRAM_VIRTUALLY_FRAME" val="{&quot;height&quot;:317.9000000000001,&quot;left&quot;:29.4,&quot;top&quot;:232.1,&quot;width&quot;:919.8}"/>
</p:tagLst>
</file>

<file path=ppt/tags/tag213.xml><?xml version="1.0" encoding="utf-8"?>
<p:tagLst xmlns:p="http://schemas.openxmlformats.org/presentationml/2006/main">
  <p:tag name="KSO_WM_DIAGRAM_VIRTUALLY_FRAME" val="{&quot;height&quot;:317.9000000000001,&quot;left&quot;:29.4,&quot;top&quot;:232.1,&quot;width&quot;:919.8}"/>
</p:tagLst>
</file>

<file path=ppt/tags/tag214.xml><?xml version="1.0" encoding="utf-8"?>
<p:tagLst xmlns:p="http://schemas.openxmlformats.org/presentationml/2006/main">
  <p:tag name="KSO_WM_DIAGRAM_VIRTUALLY_FRAME" val="{&quot;height&quot;:317.9000000000001,&quot;left&quot;:29.4,&quot;top&quot;:232.1,&quot;width&quot;:919.8}"/>
</p:tagLst>
</file>

<file path=ppt/tags/tag215.xml><?xml version="1.0" encoding="utf-8"?>
<p:tagLst xmlns:p="http://schemas.openxmlformats.org/presentationml/2006/main">
  <p:tag name="KSO_WM_DIAGRAM_VIRTUALLY_FRAME" val="{&quot;height&quot;:317.9000000000001,&quot;left&quot;:29.4,&quot;top&quot;:232.1,&quot;width&quot;:919.8}"/>
</p:tagLst>
</file>

<file path=ppt/tags/tag216.xml><?xml version="1.0" encoding="utf-8"?>
<p:tagLst xmlns:p="http://schemas.openxmlformats.org/presentationml/2006/main">
  <p:tag name="KSO_WM_DIAGRAM_VIRTUALLY_FRAME" val="{&quot;height&quot;:317.9000000000001,&quot;left&quot;:29.4,&quot;top&quot;:232.1,&quot;width&quot;:919.8}"/>
</p:tagLst>
</file>

<file path=ppt/tags/tag217.xml><?xml version="1.0" encoding="utf-8"?>
<p:tagLst xmlns:p="http://schemas.openxmlformats.org/presentationml/2006/main">
  <p:tag name="KSO_WM_DIAGRAM_VIRTUALLY_FRAME" val="{&quot;height&quot;:317.9000000000001,&quot;left&quot;:29.4,&quot;top&quot;:232.1,&quot;width&quot;:919.8}"/>
</p:tagLst>
</file>

<file path=ppt/tags/tag218.xml><?xml version="1.0" encoding="utf-8"?>
<p:tagLst xmlns:p="http://schemas.openxmlformats.org/presentationml/2006/main">
  <p:tag name="KSO_WM_DIAGRAM_VIRTUALLY_FRAME" val="{&quot;height&quot;:317.9000000000001,&quot;left&quot;:29.4,&quot;top&quot;:232.1,&quot;width&quot;:919.8}"/>
</p:tagLst>
</file>

<file path=ppt/tags/tag219.xml><?xml version="1.0" encoding="utf-8"?>
<p:tagLst xmlns:p="http://schemas.openxmlformats.org/presentationml/2006/main">
  <p:tag name="KSO_WM_DIAGRAM_VIRTUALLY_FRAME" val="{&quot;height&quot;:317.9000000000001,&quot;left&quot;:29.4,&quot;top&quot;:232.1,&quot;width&quot;:919.8}"/>
</p:tagLst>
</file>

<file path=ppt/tags/tag220.xml><?xml version="1.0" encoding="utf-8"?>
<p:tagLst xmlns:p="http://schemas.openxmlformats.org/presentationml/2006/main">
  <p:tag name="KSO_WM_DIAGRAM_VIRTUALLY_FRAME" val="{&quot;height&quot;:317.9000000000001,&quot;left&quot;:29.4,&quot;top&quot;:232.1,&quot;width&quot;:919.8}"/>
</p:tagLst>
</file>

<file path=ppt/tags/tag221.xml><?xml version="1.0" encoding="utf-8"?>
<p:tagLst xmlns:p="http://schemas.openxmlformats.org/presentationml/2006/main">
  <p:tag name="KSO_WM_DIAGRAM_VIRTUALLY_FRAME" val="{&quot;height&quot;:317.9000000000001,&quot;left&quot;:29.4,&quot;top&quot;:232.1,&quot;width&quot;:919.8}"/>
</p:tagLst>
</file>

<file path=ppt/tags/tag222.xml><?xml version="1.0" encoding="utf-8"?>
<p:tagLst xmlns:p="http://schemas.openxmlformats.org/presentationml/2006/main">
  <p:tag name="KSO_WM_DIAGRAM_VIRTUALLY_FRAME" val="{&quot;height&quot;:317.9000000000001,&quot;left&quot;:29.4,&quot;top&quot;:232.1,&quot;width&quot;:919.8}"/>
</p:tagLst>
</file>

<file path=ppt/tags/tag223.xml><?xml version="1.0" encoding="utf-8"?>
<p:tagLst xmlns:p="http://schemas.openxmlformats.org/presentationml/2006/main">
  <p:tag name="KSO_WM_DIAGRAM_VIRTUALLY_FRAME" val="{&quot;height&quot;:317.9000000000001,&quot;left&quot;:29.4,&quot;top&quot;:232.1,&quot;width&quot;:919.8}"/>
</p:tagLst>
</file>

<file path=ppt/tags/tag224.xml><?xml version="1.0" encoding="utf-8"?>
<p:tagLst xmlns:p="http://schemas.openxmlformats.org/presentationml/2006/main">
  <p:tag name="KSO_WM_DIAGRAM_VIRTUALLY_FRAME" val="{&quot;height&quot;:314,&quot;left&quot;:88,&quot;top&quot;:236,&quot;width&quot;:859.5}"/>
</p:tagLst>
</file>

<file path=ppt/tags/tag225.xml><?xml version="1.0" encoding="utf-8"?>
<p:tagLst xmlns:p="http://schemas.openxmlformats.org/presentationml/2006/main">
  <p:tag name="KSO_WM_DIAGRAM_VIRTUALLY_FRAME" val="{&quot;height&quot;:314,&quot;left&quot;:88,&quot;top&quot;:236,&quot;width&quot;:859.5}"/>
</p:tagLst>
</file>

<file path=ppt/tags/tag226.xml><?xml version="1.0" encoding="utf-8"?>
<p:tagLst xmlns:p="http://schemas.openxmlformats.org/presentationml/2006/main">
  <p:tag name="KSO_WM_DIAGRAM_VIRTUALLY_FRAME" val="{&quot;height&quot;:314,&quot;left&quot;:88,&quot;top&quot;:236,&quot;width&quot;:859.5}"/>
</p:tagLst>
</file>

<file path=ppt/tags/tag227.xml><?xml version="1.0" encoding="utf-8"?>
<p:tagLst xmlns:p="http://schemas.openxmlformats.org/presentationml/2006/main">
  <p:tag name="KSO_WM_DIAGRAM_VIRTUALLY_FRAME" val="{&quot;height&quot;:314,&quot;left&quot;:88,&quot;top&quot;:236,&quot;width&quot;:859.5}"/>
</p:tagLst>
</file>

<file path=ppt/tags/tag228.xml><?xml version="1.0" encoding="utf-8"?>
<p:tagLst xmlns:p="http://schemas.openxmlformats.org/presentationml/2006/main">
  <p:tag name="KSO_WM_DIAGRAM_VIRTUALLY_FRAME" val="{&quot;height&quot;:314,&quot;left&quot;:88,&quot;top&quot;:236,&quot;width&quot;:859.5}"/>
</p:tagLst>
</file>

<file path=ppt/tags/tag229.xml><?xml version="1.0" encoding="utf-8"?>
<p:tagLst xmlns:p="http://schemas.openxmlformats.org/presentationml/2006/main">
  <p:tag name="KSO_WM_DIAGRAM_VIRTUALLY_FRAME" val="{&quot;height&quot;:314,&quot;left&quot;:88,&quot;top&quot;:236,&quot;width&quot;:859.5}"/>
</p:tagLst>
</file>

<file path=ppt/tags/tag230.xml><?xml version="1.0" encoding="utf-8"?>
<p:tagLst xmlns:p="http://schemas.openxmlformats.org/presentationml/2006/main">
  <p:tag name="KSO_WM_DIAGRAM_VIRTUALLY_FRAME" val="{&quot;height&quot;:314,&quot;left&quot;:88,&quot;top&quot;:236,&quot;width&quot;:859.5}"/>
</p:tagLst>
</file>

<file path=ppt/tags/tag231.xml><?xml version="1.0" encoding="utf-8"?>
<p:tagLst xmlns:p="http://schemas.openxmlformats.org/presentationml/2006/main">
  <p:tag name="KSO_WM_DIAGRAM_VIRTUALLY_FRAME" val="{&quot;height&quot;:314,&quot;left&quot;:88,&quot;top&quot;:236,&quot;width&quot;:859.5}"/>
</p:tagLst>
</file>

<file path=ppt/tags/tag232.xml><?xml version="1.0" encoding="utf-8"?>
<p:tagLst xmlns:p="http://schemas.openxmlformats.org/presentationml/2006/main">
  <p:tag name="KSO_WM_DIAGRAM_VIRTUALLY_FRAME" val="{&quot;height&quot;:314,&quot;left&quot;:88,&quot;top&quot;:236,&quot;width&quot;:859.5}"/>
</p:tagLst>
</file>

<file path=ppt/tags/tag233.xml><?xml version="1.0" encoding="utf-8"?>
<p:tagLst xmlns:p="http://schemas.openxmlformats.org/presentationml/2006/main">
  <p:tag name="KSO_WM_DIAGRAM_VIRTUALLY_FRAME" val="{&quot;height&quot;:314,&quot;left&quot;:88,&quot;top&quot;:236,&quot;width&quot;:859.5}"/>
</p:tagLst>
</file>

<file path=ppt/tags/tag234.xml><?xml version="1.0" encoding="utf-8"?>
<p:tagLst xmlns:p="http://schemas.openxmlformats.org/presentationml/2006/main">
  <p:tag name="KSO_WM_DIAGRAM_VIRTUALLY_FRAME" val="{&quot;height&quot;:314,&quot;left&quot;:88,&quot;top&quot;:236,&quot;width&quot;:859.5}"/>
</p:tagLst>
</file>

<file path=ppt/tags/tag235.xml><?xml version="1.0" encoding="utf-8"?>
<p:tagLst xmlns:p="http://schemas.openxmlformats.org/presentationml/2006/main">
  <p:tag name="KSO_WM_DIAGRAM_VIRTUALLY_FRAME" val="{&quot;height&quot;:314,&quot;left&quot;:88,&quot;top&quot;:236,&quot;width&quot;:859.5}"/>
</p:tagLst>
</file>

<file path=ppt/tags/tag236.xml><?xml version="1.0" encoding="utf-8"?>
<p:tagLst xmlns:p="http://schemas.openxmlformats.org/presentationml/2006/main">
  <p:tag name="KSO_WM_DIAGRAM_VIRTUALLY_FRAME" val="{&quot;height&quot;:314,&quot;left&quot;:88,&quot;top&quot;:236,&quot;width&quot;:859.5}"/>
</p:tagLst>
</file>

<file path=ppt/tags/tag237.xml><?xml version="1.0" encoding="utf-8"?>
<p:tagLst xmlns:p="http://schemas.openxmlformats.org/presentationml/2006/main">
  <p:tag name="KSO_WM_DIAGRAM_VIRTUALLY_FRAME" val="{&quot;height&quot;:314,&quot;left&quot;:88,&quot;top&quot;:236,&quot;width&quot;:859.5}"/>
</p:tagLst>
</file>

<file path=ppt/tags/tag238.xml><?xml version="1.0" encoding="utf-8"?>
<p:tagLst xmlns:p="http://schemas.openxmlformats.org/presentationml/2006/main">
  <p:tag name="KSO_WM_DIAGRAM_VIRTUALLY_FRAME" val="{&quot;height&quot;:314,&quot;left&quot;:88,&quot;top&quot;:236,&quot;width&quot;:859.5}"/>
</p:tagLst>
</file>

<file path=ppt/tags/tag239.xml><?xml version="1.0" encoding="utf-8"?>
<p:tagLst xmlns:p="http://schemas.openxmlformats.org/presentationml/2006/main">
  <p:tag name="KSO_WM_DIAGRAM_VIRTUALLY_FRAME" val="{&quot;height&quot;:314,&quot;left&quot;:88,&quot;top&quot;:236,&quot;width&quot;:859.5}"/>
</p:tagLst>
</file>

<file path=ppt/tags/tag240.xml><?xml version="1.0" encoding="utf-8"?>
<p:tagLst xmlns:p="http://schemas.openxmlformats.org/presentationml/2006/main">
  <p:tag name="KSO_WM_DIAGRAM_VIRTUALLY_FRAME" val="{&quot;height&quot;:314,&quot;left&quot;:88,&quot;top&quot;:236,&quot;width&quot;:859.5}"/>
</p:tagLst>
</file>

<file path=ppt/tags/tag241.xml><?xml version="1.0" encoding="utf-8"?>
<p:tagLst xmlns:p="http://schemas.openxmlformats.org/presentationml/2006/main">
  <p:tag name="KSO_WM_DIAGRAM_VIRTUALLY_FRAME" val="{&quot;height&quot;:314,&quot;left&quot;:88,&quot;top&quot;:236,&quot;width&quot;:859.5}"/>
</p:tagLst>
</file>

<file path=ppt/tags/tag242.xml><?xml version="1.0" encoding="utf-8"?>
<p:tagLst xmlns:p="http://schemas.openxmlformats.org/presentationml/2006/main">
  <p:tag name="KSO_WM_DIAGRAM_VIRTUALLY_FRAME" val="{&quot;height&quot;:314,&quot;left&quot;:88,&quot;top&quot;:236,&quot;width&quot;:859.5}"/>
</p:tagLst>
</file>

<file path=ppt/tags/tag243.xml><?xml version="1.0" encoding="utf-8"?>
<p:tagLst xmlns:p="http://schemas.openxmlformats.org/presentationml/2006/main">
  <p:tag name="KSO_WM_DIAGRAM_VIRTUALLY_FRAME" val="{&quot;height&quot;:314,&quot;left&quot;:88,&quot;top&quot;:236,&quot;width&quot;:859.5}"/>
</p:tagLst>
</file>

<file path=ppt/tags/tag244.xml><?xml version="1.0" encoding="utf-8"?>
<p:tagLst xmlns:p="http://schemas.openxmlformats.org/presentationml/2006/main">
  <p:tag name="KSO_WM_DIAGRAM_VIRTUALLY_FRAME" val="{&quot;height&quot;:314,&quot;left&quot;:88,&quot;top&quot;:236,&quot;width&quot;:859.5}"/>
</p:tagLst>
</file>

<file path=ppt/tags/tag245.xml><?xml version="1.0" encoding="utf-8"?>
<p:tagLst xmlns:p="http://schemas.openxmlformats.org/presentationml/2006/main">
  <p:tag name="KSO_WM_DIAGRAM_VIRTUALLY_FRAME" val="{&quot;height&quot;:314,&quot;left&quot;:88,&quot;top&quot;:236,&quot;width&quot;:859.5}"/>
</p:tagLst>
</file>

<file path=ppt/tags/tag246.xml><?xml version="1.0" encoding="utf-8"?>
<p:tagLst xmlns:p="http://schemas.openxmlformats.org/presentationml/2006/main">
  <p:tag name="KSO_WM_DIAGRAM_VIRTUALLY_FRAME" val="{&quot;height&quot;:314,&quot;left&quot;:88,&quot;top&quot;:236,&quot;width&quot;:859.5}"/>
</p:tagLst>
</file>

<file path=ppt/tags/tag247.xml><?xml version="1.0" encoding="utf-8"?>
<p:tagLst xmlns:p="http://schemas.openxmlformats.org/presentationml/2006/main">
  <p:tag name="KSO_WM_DIAGRAM_VIRTUALLY_FRAME" val="{&quot;height&quot;:314,&quot;left&quot;:88,&quot;top&quot;:236,&quot;width&quot;:859.5}"/>
</p:tagLst>
</file>

<file path=ppt/tags/tag248.xml><?xml version="1.0" encoding="utf-8"?>
<p:tagLst xmlns:p="http://schemas.openxmlformats.org/presentationml/2006/main">
  <p:tag name="KSO_WM_DIAGRAM_VIRTUALLY_FRAME" val="{&quot;height&quot;:314,&quot;left&quot;:88,&quot;top&quot;:236,&quot;width&quot;:859.5}"/>
</p:tagLst>
</file>

<file path=ppt/tags/tag249.xml><?xml version="1.0" encoding="utf-8"?>
<p:tagLst xmlns:p="http://schemas.openxmlformats.org/presentationml/2006/main">
  <p:tag name="KSO_WM_DIAGRAM_VIRTUALLY_FRAME" val="{&quot;height&quot;:314,&quot;left&quot;:88,&quot;top&quot;:236,&quot;width&quot;:859.5}"/>
</p:tagLst>
</file>

<file path=ppt/tags/tag250.xml><?xml version="1.0" encoding="utf-8"?>
<p:tagLst xmlns:p="http://schemas.openxmlformats.org/presentationml/2006/main">
  <p:tag name="KSO_WM_DIAGRAM_VIRTUALLY_FRAME" val="{&quot;height&quot;:314,&quot;left&quot;:88,&quot;top&quot;:236,&quot;width&quot;:859.5}"/>
</p:tagLst>
</file>

<file path=ppt/tags/tag251.xml><?xml version="1.0" encoding="utf-8"?>
<p:tagLst xmlns:p="http://schemas.openxmlformats.org/presentationml/2006/main">
  <p:tag name="KSO_WM_DIAGRAM_VIRTUALLY_FRAME" val="{&quot;height&quot;:314,&quot;left&quot;:88,&quot;top&quot;:236,&quot;width&quot;:859.5}"/>
</p:tagLst>
</file>

<file path=ppt/tags/tag252.xml><?xml version="1.0" encoding="utf-8"?>
<p:tagLst xmlns:p="http://schemas.openxmlformats.org/presentationml/2006/main">
  <p:tag name="KSO_WM_DIAGRAM_VIRTUALLY_FRAME" val="{&quot;height&quot;:314,&quot;left&quot;:88,&quot;top&quot;:236,&quot;width&quot;:859.5}"/>
</p:tagLst>
</file>

<file path=ppt/tags/tag253.xml><?xml version="1.0" encoding="utf-8"?>
<p:tagLst xmlns:p="http://schemas.openxmlformats.org/presentationml/2006/main">
  <p:tag name="KSO_WM_DIAGRAM_VIRTUALLY_FRAME" val="{&quot;height&quot;:314,&quot;left&quot;:88,&quot;top&quot;:236,&quot;width&quot;:859.5}"/>
</p:tagLst>
</file>

<file path=ppt/tags/tag254.xml><?xml version="1.0" encoding="utf-8"?>
<p:tagLst xmlns:p="http://schemas.openxmlformats.org/presentationml/2006/main">
  <p:tag name="KSO_WM_DIAGRAM_VIRTUALLY_FRAME" val="{&quot;height&quot;:314,&quot;left&quot;:88,&quot;top&quot;:236,&quot;width&quot;:859.5}"/>
</p:tagLst>
</file>

<file path=ppt/tags/tag255.xml><?xml version="1.0" encoding="utf-8"?>
<p:tagLst xmlns:p="http://schemas.openxmlformats.org/presentationml/2006/main">
  <p:tag name="KSO_WM_DIAGRAM_VIRTUALLY_FRAME" val="{&quot;height&quot;:314,&quot;left&quot;:88,&quot;top&quot;:236,&quot;width&quot;:859.5}"/>
</p:tagLst>
</file>

<file path=ppt/tags/tag256.xml><?xml version="1.0" encoding="utf-8"?>
<p:tagLst xmlns:p="http://schemas.openxmlformats.org/presentationml/2006/main">
  <p:tag name="KSO_WM_DIAGRAM_VIRTUALLY_FRAME" val="{&quot;height&quot;:381,&quot;left&quot;:483,&quot;top&quot;:80,&quot;width&quot;:464.5}"/>
</p:tagLst>
</file>

<file path=ppt/tags/tag257.xml><?xml version="1.0" encoding="utf-8"?>
<p:tagLst xmlns:p="http://schemas.openxmlformats.org/presentationml/2006/main">
  <p:tag name="KSO_WM_DIAGRAM_VIRTUALLY_FRAME" val="{&quot;height&quot;:381,&quot;left&quot;:483,&quot;top&quot;:80,&quot;width&quot;:464.5}"/>
</p:tagLst>
</file>

<file path=ppt/tags/tag258.xml><?xml version="1.0" encoding="utf-8"?>
<p:tagLst xmlns:p="http://schemas.openxmlformats.org/presentationml/2006/main">
  <p:tag name="KSO_WM_DIAGRAM_VIRTUALLY_FRAME" val="{&quot;height&quot;:381,&quot;left&quot;:483,&quot;top&quot;:80,&quot;width&quot;:464.5}"/>
</p:tagLst>
</file>

<file path=ppt/tags/tag259.xml><?xml version="1.0" encoding="utf-8"?>
<p:tagLst xmlns:p="http://schemas.openxmlformats.org/presentationml/2006/main">
  <p:tag name="KSO_WM_DIAGRAM_VIRTUALLY_FRAME" val="{&quot;height&quot;:381,&quot;left&quot;:483,&quot;top&quot;:80,&quot;width&quot;:464.5}"/>
</p:tagLst>
</file>

<file path=ppt/tags/tag260.xml><?xml version="1.0" encoding="utf-8"?>
<p:tagLst xmlns:p="http://schemas.openxmlformats.org/presentationml/2006/main">
  <p:tag name="KSO_WM_DIAGRAM_VIRTUALLY_FRAME" val="{&quot;height&quot;:381,&quot;left&quot;:483,&quot;top&quot;:80,&quot;width&quot;:464.5}"/>
</p:tagLst>
</file>

<file path=ppt/tags/tag261.xml><?xml version="1.0" encoding="utf-8"?>
<p:tagLst xmlns:p="http://schemas.openxmlformats.org/presentationml/2006/main">
  <p:tag name="KSO_WM_DIAGRAM_VIRTUALLY_FRAME" val="{&quot;height&quot;:381,&quot;left&quot;:483,&quot;top&quot;:80,&quot;width&quot;:464.5}"/>
</p:tagLst>
</file>

<file path=ppt/tags/tag262.xml><?xml version="1.0" encoding="utf-8"?>
<p:tagLst xmlns:p="http://schemas.openxmlformats.org/presentationml/2006/main">
  <p:tag name="KSO_WM_DIAGRAM_VIRTUALLY_FRAME" val="{&quot;height&quot;:381,&quot;left&quot;:483,&quot;top&quot;:80,&quot;width&quot;:464.5}"/>
</p:tagLst>
</file>

<file path=ppt/tags/tag263.xml><?xml version="1.0" encoding="utf-8"?>
<p:tagLst xmlns:p="http://schemas.openxmlformats.org/presentationml/2006/main">
  <p:tag name="KSO_WM_DIAGRAM_VIRTUALLY_FRAME" val="{&quot;height&quot;:381,&quot;left&quot;:483,&quot;top&quot;:80,&quot;width&quot;:464.5}"/>
</p:tagLst>
</file>

<file path=ppt/tags/tag264.xml><?xml version="1.0" encoding="utf-8"?>
<p:tagLst xmlns:p="http://schemas.openxmlformats.org/presentationml/2006/main">
  <p:tag name="KSO_WM_DIAGRAM_VIRTUALLY_FRAME" val="{&quot;height&quot;:381,&quot;left&quot;:483,&quot;top&quot;:80,&quot;width&quot;:464.5}"/>
</p:tagLst>
</file>

<file path=ppt/tags/tag265.xml><?xml version="1.0" encoding="utf-8"?>
<p:tagLst xmlns:p="http://schemas.openxmlformats.org/presentationml/2006/main">
  <p:tag name="KSO_WM_DIAGRAM_VIRTUALLY_FRAME" val="{&quot;height&quot;:381,&quot;left&quot;:483,&quot;top&quot;:80,&quot;width&quot;:464.5}"/>
</p:tagLst>
</file>

<file path=ppt/tags/tag266.xml><?xml version="1.0" encoding="utf-8"?>
<p:tagLst xmlns:p="http://schemas.openxmlformats.org/presentationml/2006/main">
  <p:tag name="KSO_WM_DIAGRAM_VIRTUALLY_FRAME" val="{&quot;height&quot;:381,&quot;left&quot;:483,&quot;top&quot;:80,&quot;width&quot;:464.5}"/>
</p:tagLst>
</file>

<file path=ppt/tags/tag267.xml><?xml version="1.0" encoding="utf-8"?>
<p:tagLst xmlns:p="http://schemas.openxmlformats.org/presentationml/2006/main">
  <p:tag name="KSO_WM_DIAGRAM_VIRTUALLY_FRAME" val="{&quot;height&quot;:381,&quot;left&quot;:483,&quot;top&quot;:80,&quot;width&quot;:464.5}"/>
</p:tagLst>
</file>

<file path=ppt/tags/tag268.xml><?xml version="1.0" encoding="utf-8"?>
<p:tagLst xmlns:p="http://schemas.openxmlformats.org/presentationml/2006/main">
  <p:tag name="KSO_WM_DIAGRAM_VIRTUALLY_FRAME" val="{&quot;height&quot;:381,&quot;left&quot;:483,&quot;top&quot;:80,&quot;width&quot;:464.5}"/>
</p:tagLst>
</file>

<file path=ppt/tags/tag269.xml><?xml version="1.0" encoding="utf-8"?>
<p:tagLst xmlns:p="http://schemas.openxmlformats.org/presentationml/2006/main">
  <p:tag name="KSO_WM_DIAGRAM_VIRTUALLY_FRAME" val="{&quot;height&quot;:381,&quot;left&quot;:483,&quot;top&quot;:80,&quot;width&quot;:464.5}"/>
</p:tagLst>
</file>

<file path=ppt/tags/tag270.xml><?xml version="1.0" encoding="utf-8"?>
<p:tagLst xmlns:p="http://schemas.openxmlformats.org/presentationml/2006/main">
  <p:tag name="KSO_WM_DIAGRAM_VIRTUALLY_FRAME" val="{&quot;height&quot;:381,&quot;left&quot;:483,&quot;top&quot;:80,&quot;width&quot;:464.5}"/>
</p:tagLst>
</file>

<file path=ppt/tags/tag271.xml><?xml version="1.0" encoding="utf-8"?>
<p:tagLst xmlns:p="http://schemas.openxmlformats.org/presentationml/2006/main">
  <p:tag name="KSO_WM_DIAGRAM_VIRTUALLY_FRAME" val="{&quot;height&quot;:383,&quot;left&quot;:57,&quot;top&quot;:157,&quot;width&quot;:846}"/>
</p:tagLst>
</file>

<file path=ppt/tags/tag272.xml><?xml version="1.0" encoding="utf-8"?>
<p:tagLst xmlns:p="http://schemas.openxmlformats.org/presentationml/2006/main">
  <p:tag name="KSO_WM_DIAGRAM_VIRTUALLY_FRAME" val="{&quot;height&quot;:383,&quot;left&quot;:57,&quot;top&quot;:157,&quot;width&quot;:846}"/>
</p:tagLst>
</file>

<file path=ppt/tags/tag273.xml><?xml version="1.0" encoding="utf-8"?>
<p:tagLst xmlns:p="http://schemas.openxmlformats.org/presentationml/2006/main">
  <p:tag name="KSO_WM_DIAGRAM_VIRTUALLY_FRAME" val="{&quot;height&quot;:383,&quot;left&quot;:57,&quot;top&quot;:157,&quot;width&quot;:846}"/>
</p:tagLst>
</file>

<file path=ppt/tags/tag274.xml><?xml version="1.0" encoding="utf-8"?>
<p:tagLst xmlns:p="http://schemas.openxmlformats.org/presentationml/2006/main">
  <p:tag name="KSO_WM_DIAGRAM_VIRTUALLY_FRAME" val="{&quot;height&quot;:383,&quot;left&quot;:57,&quot;top&quot;:157,&quot;width&quot;:846}"/>
</p:tagLst>
</file>

<file path=ppt/tags/tag275.xml><?xml version="1.0" encoding="utf-8"?>
<p:tagLst xmlns:p="http://schemas.openxmlformats.org/presentationml/2006/main">
  <p:tag name="KSO_WM_DIAGRAM_VIRTUALLY_FRAME" val="{&quot;height&quot;:383,&quot;left&quot;:57,&quot;top&quot;:157,&quot;width&quot;:846}"/>
</p:tagLst>
</file>

<file path=ppt/tags/tag276.xml><?xml version="1.0" encoding="utf-8"?>
<p:tagLst xmlns:p="http://schemas.openxmlformats.org/presentationml/2006/main">
  <p:tag name="KSO_WM_DIAGRAM_VIRTUALLY_FRAME" val="{&quot;height&quot;:383,&quot;left&quot;:57,&quot;top&quot;:157,&quot;width&quot;:846}"/>
</p:tagLst>
</file>

<file path=ppt/tags/tag277.xml><?xml version="1.0" encoding="utf-8"?>
<p:tagLst xmlns:p="http://schemas.openxmlformats.org/presentationml/2006/main">
  <p:tag name="KSO_WM_DIAGRAM_VIRTUALLY_FRAME" val="{&quot;height&quot;:383,&quot;left&quot;:57,&quot;top&quot;:157,&quot;width&quot;:846}"/>
</p:tagLst>
</file>

<file path=ppt/tags/tag278.xml><?xml version="1.0" encoding="utf-8"?>
<p:tagLst xmlns:p="http://schemas.openxmlformats.org/presentationml/2006/main">
  <p:tag name="KSO_WM_DIAGRAM_VIRTUALLY_FRAME" val="{&quot;height&quot;:383,&quot;left&quot;:57,&quot;top&quot;:157,&quot;width&quot;:846}"/>
</p:tagLst>
</file>

<file path=ppt/tags/tag279.xml><?xml version="1.0" encoding="utf-8"?>
<p:tagLst xmlns:p="http://schemas.openxmlformats.org/presentationml/2006/main">
  <p:tag name="KSO_WM_DIAGRAM_VIRTUALLY_FRAME" val="{&quot;height&quot;:383,&quot;left&quot;:57,&quot;top&quot;:157,&quot;width&quot;:846}"/>
</p:tagLst>
</file>

<file path=ppt/tags/tag280.xml><?xml version="1.0" encoding="utf-8"?>
<p:tagLst xmlns:p="http://schemas.openxmlformats.org/presentationml/2006/main">
  <p:tag name="KSO_WM_DIAGRAM_VIRTUALLY_FRAME" val="{&quot;height&quot;:383,&quot;left&quot;:57,&quot;top&quot;:157,&quot;width&quot;:846}"/>
</p:tagLst>
</file>

<file path=ppt/tags/tag281.xml><?xml version="1.0" encoding="utf-8"?>
<p:tagLst xmlns:p="http://schemas.openxmlformats.org/presentationml/2006/main">
  <p:tag name="KSO_WM_DIAGRAM_VIRTUALLY_FRAME" val="{&quot;height&quot;:383,&quot;left&quot;:57,&quot;top&quot;:157,&quot;width&quot;:846}"/>
</p:tagLst>
</file>

<file path=ppt/tags/tag282.xml><?xml version="1.0" encoding="utf-8"?>
<p:tagLst xmlns:p="http://schemas.openxmlformats.org/presentationml/2006/main">
  <p:tag name="KSO_WM_DIAGRAM_VIRTUALLY_FRAME" val="{&quot;height&quot;:383,&quot;left&quot;:57,&quot;top&quot;:157,&quot;width&quot;:846}"/>
</p:tagLst>
</file>

<file path=ppt/tags/tag283.xml><?xml version="1.0" encoding="utf-8"?>
<p:tagLst xmlns:p="http://schemas.openxmlformats.org/presentationml/2006/main">
  <p:tag name="KSO_WM_DIAGRAM_VIRTUALLY_FRAME" val="{&quot;height&quot;:383,&quot;left&quot;:57,&quot;top&quot;:157,&quot;width&quot;:846}"/>
</p:tagLst>
</file>

<file path=ppt/tags/tag284.xml><?xml version="1.0" encoding="utf-8"?>
<p:tagLst xmlns:p="http://schemas.openxmlformats.org/presentationml/2006/main">
  <p:tag name="KSO_WM_DIAGRAM_VIRTUALLY_FRAME" val="{&quot;height&quot;:383,&quot;left&quot;:57,&quot;top&quot;:157,&quot;width&quot;:846}"/>
</p:tagLst>
</file>

<file path=ppt/tags/tag285.xml><?xml version="1.0" encoding="utf-8"?>
<p:tagLst xmlns:p="http://schemas.openxmlformats.org/presentationml/2006/main">
  <p:tag name="KSO_WM_DIAGRAM_VIRTUALLY_FRAME" val="{&quot;height&quot;:383,&quot;left&quot;:57,&quot;top&quot;:157,&quot;width&quot;:846}"/>
</p:tagLst>
</file>

<file path=ppt/tags/tag286.xml><?xml version="1.0" encoding="utf-8"?>
<p:tagLst xmlns:p="http://schemas.openxmlformats.org/presentationml/2006/main">
  <p:tag name="KSO_WM_DIAGRAM_VIRTUALLY_FRAME" val="{&quot;height&quot;:383,&quot;left&quot;:57,&quot;top&quot;:157,&quot;width&quot;:846}"/>
</p:tagLst>
</file>

<file path=ppt/tags/tag287.xml><?xml version="1.0" encoding="utf-8"?>
<p:tagLst xmlns:p="http://schemas.openxmlformats.org/presentationml/2006/main">
  <p:tag name="KSO_WM_DIAGRAM_VIRTUALLY_FRAME" val="{&quot;height&quot;:383,&quot;left&quot;:57,&quot;top&quot;:157,&quot;width&quot;:846}"/>
</p:tagLst>
</file>

<file path=ppt/tags/tag288.xml><?xml version="1.0" encoding="utf-8"?>
<p:tagLst xmlns:p="http://schemas.openxmlformats.org/presentationml/2006/main">
  <p:tag name="KSO_WM_DIAGRAM_VIRTUALLY_FRAME" val="{&quot;height&quot;:383,&quot;left&quot;:57,&quot;top&quot;:157,&quot;width&quot;:846}"/>
</p:tagLst>
</file>

<file path=ppt/tags/tag289.xml><?xml version="1.0" encoding="utf-8"?>
<p:tagLst xmlns:p="http://schemas.openxmlformats.org/presentationml/2006/main">
  <p:tag name="KSO_WM_DIAGRAM_VIRTUALLY_FRAME" val="{&quot;height&quot;:383,&quot;left&quot;:57,&quot;top&quot;:157,&quot;width&quot;:846}"/>
</p:tagLst>
</file>

<file path=ppt/tags/tag290.xml><?xml version="1.0" encoding="utf-8"?>
<p:tagLst xmlns:p="http://schemas.openxmlformats.org/presentationml/2006/main">
  <p:tag name="KSO_WM_DIAGRAM_VIRTUALLY_FRAME" val="{&quot;height&quot;:383,&quot;left&quot;:57,&quot;top&quot;:157,&quot;width&quot;:846}"/>
</p:tagLst>
</file>

<file path=ppt/tags/tag291.xml><?xml version="1.0" encoding="utf-8"?>
<p:tagLst xmlns:p="http://schemas.openxmlformats.org/presentationml/2006/main">
  <p:tag name="KSO_WM_DIAGRAM_VIRTUALLY_FRAME" val="{&quot;height&quot;:383,&quot;left&quot;:57,&quot;top&quot;:157,&quot;width&quot;:846}"/>
</p:tagLst>
</file>

<file path=ppt/tags/tag292.xml><?xml version="1.0" encoding="utf-8"?>
<p:tagLst xmlns:p="http://schemas.openxmlformats.org/presentationml/2006/main">
  <p:tag name="KSO_WM_DIAGRAM_VIRTUALLY_FRAME" val="{&quot;height&quot;:383,&quot;left&quot;:57,&quot;top&quot;:157,&quot;width&quot;:846}"/>
</p:tagLst>
</file>

<file path=ppt/tags/tag293.xml><?xml version="1.0" encoding="utf-8"?>
<p:tagLst xmlns:p="http://schemas.openxmlformats.org/presentationml/2006/main">
  <p:tag name="KSO_WM_DIAGRAM_VIRTUALLY_FRAME" val="{&quot;height&quot;:383,&quot;left&quot;:57,&quot;top&quot;:157,&quot;width&quot;:846}"/>
</p:tagLst>
</file>

<file path=ppt/tags/tag294.xml><?xml version="1.0" encoding="utf-8"?>
<p:tagLst xmlns:p="http://schemas.openxmlformats.org/presentationml/2006/main">
  <p:tag name="KSO_WM_DIAGRAM_VIRTUALLY_FRAME" val="{&quot;height&quot;:383,&quot;left&quot;:57,&quot;top&quot;:157,&quot;width&quot;:846}"/>
</p:tagLst>
</file>

<file path=ppt/tags/tag295.xml><?xml version="1.0" encoding="utf-8"?>
<p:tagLst xmlns:p="http://schemas.openxmlformats.org/presentationml/2006/main">
  <p:tag name="KSO_WM_DIAGRAM_VIRTUALLY_FRAME" val="{&quot;height&quot;:383,&quot;left&quot;:57,&quot;top&quot;:157,&quot;width&quot;:846}"/>
</p:tagLst>
</file>

<file path=ppt/tags/tag296.xml><?xml version="1.0" encoding="utf-8"?>
<p:tagLst xmlns:p="http://schemas.openxmlformats.org/presentationml/2006/main">
  <p:tag name="KSO_WM_DIAGRAM_VIRTUALLY_FRAME" val="{&quot;height&quot;:383,&quot;left&quot;:57,&quot;top&quot;:157,&quot;width&quot;:846}"/>
</p:tagLst>
</file>

<file path=ppt/tags/tag297.xml><?xml version="1.0" encoding="utf-8"?>
<p:tagLst xmlns:p="http://schemas.openxmlformats.org/presentationml/2006/main">
  <p:tag name="KSO_WM_DIAGRAM_VIRTUALLY_FRAME" val="{&quot;height&quot;:383,&quot;left&quot;:57,&quot;top&quot;:157,&quot;width&quot;:846}"/>
</p:tagLst>
</file>

<file path=ppt/tags/tag298.xml><?xml version="1.0" encoding="utf-8"?>
<p:tagLst xmlns:p="http://schemas.openxmlformats.org/presentationml/2006/main">
  <p:tag name="KSO_WM_DIAGRAM_VIRTUALLY_FRAME" val="{&quot;height&quot;:381,&quot;left&quot;:483,&quot;top&quot;:80,&quot;width&quot;:464.5}"/>
</p:tagLst>
</file>

<file path=ppt/tags/tag299.xml><?xml version="1.0" encoding="utf-8"?>
<p:tagLst xmlns:p="http://schemas.openxmlformats.org/presentationml/2006/main">
  <p:tag name="KSO_WM_DIAGRAM_VIRTUALLY_FRAME" val="{&quot;height&quot;:381,&quot;left&quot;:483,&quot;top&quot;:80,&quot;width&quot;:464.5}"/>
</p:tagLst>
</file>

<file path=ppt/tags/tag300.xml><?xml version="1.0" encoding="utf-8"?>
<p:tagLst xmlns:p="http://schemas.openxmlformats.org/presentationml/2006/main">
  <p:tag name="KSO_WM_DIAGRAM_VIRTUALLY_FRAME" val="{&quot;height&quot;:381,&quot;left&quot;:483,&quot;top&quot;:80,&quot;width&quot;:464.5}"/>
</p:tagLst>
</file>

<file path=ppt/tags/tag301.xml><?xml version="1.0" encoding="utf-8"?>
<p:tagLst xmlns:p="http://schemas.openxmlformats.org/presentationml/2006/main">
  <p:tag name="KSO_WM_DIAGRAM_VIRTUALLY_FRAME" val="{&quot;height&quot;:381,&quot;left&quot;:483,&quot;top&quot;:80,&quot;width&quot;:464.5}"/>
</p:tagLst>
</file>

<file path=ppt/tags/tag302.xml><?xml version="1.0" encoding="utf-8"?>
<p:tagLst xmlns:p="http://schemas.openxmlformats.org/presentationml/2006/main">
  <p:tag name="KSO_WM_DIAGRAM_VIRTUALLY_FRAME" val="{&quot;height&quot;:381,&quot;left&quot;:483,&quot;top&quot;:80,&quot;width&quot;:464.5}"/>
</p:tagLst>
</file>

<file path=ppt/tags/tag303.xml><?xml version="1.0" encoding="utf-8"?>
<p:tagLst xmlns:p="http://schemas.openxmlformats.org/presentationml/2006/main">
  <p:tag name="KSO_WM_DIAGRAM_VIRTUALLY_FRAME" val="{&quot;height&quot;:381,&quot;left&quot;:483,&quot;top&quot;:80,&quot;width&quot;:464.5}"/>
</p:tagLst>
</file>

<file path=ppt/tags/tag304.xml><?xml version="1.0" encoding="utf-8"?>
<p:tagLst xmlns:p="http://schemas.openxmlformats.org/presentationml/2006/main">
  <p:tag name="KSO_WM_DIAGRAM_VIRTUALLY_FRAME" val="{&quot;height&quot;:381,&quot;left&quot;:483,&quot;top&quot;:80,&quot;width&quot;:464.5}"/>
</p:tagLst>
</file>

<file path=ppt/tags/tag305.xml><?xml version="1.0" encoding="utf-8"?>
<p:tagLst xmlns:p="http://schemas.openxmlformats.org/presentationml/2006/main">
  <p:tag name="KSO_WM_DIAGRAM_VIRTUALLY_FRAME" val="{&quot;height&quot;:381,&quot;left&quot;:483,&quot;top&quot;:80,&quot;width&quot;:464.5}"/>
</p:tagLst>
</file>

<file path=ppt/tags/tag306.xml><?xml version="1.0" encoding="utf-8"?>
<p:tagLst xmlns:p="http://schemas.openxmlformats.org/presentationml/2006/main">
  <p:tag name="KSO_WM_DIAGRAM_VIRTUALLY_FRAME" val="{&quot;height&quot;:381,&quot;left&quot;:483,&quot;top&quot;:80,&quot;width&quot;:464.5}"/>
</p:tagLst>
</file>

<file path=ppt/tags/tag307.xml><?xml version="1.0" encoding="utf-8"?>
<p:tagLst xmlns:p="http://schemas.openxmlformats.org/presentationml/2006/main">
  <p:tag name="KSO_WM_DIAGRAM_VIRTUALLY_FRAME" val="{&quot;height&quot;:381,&quot;left&quot;:483,&quot;top&quot;:80,&quot;width&quot;:464.5}"/>
</p:tagLst>
</file>

<file path=ppt/tags/tag308.xml><?xml version="1.0" encoding="utf-8"?>
<p:tagLst xmlns:p="http://schemas.openxmlformats.org/presentationml/2006/main">
  <p:tag name="KSO_WM_DIAGRAM_VIRTUALLY_FRAME" val="{&quot;height&quot;:381,&quot;left&quot;:483,&quot;top&quot;:80,&quot;width&quot;:464.5}"/>
</p:tagLst>
</file>

<file path=ppt/tags/tag309.xml><?xml version="1.0" encoding="utf-8"?>
<p:tagLst xmlns:p="http://schemas.openxmlformats.org/presentationml/2006/main">
  <p:tag name="KSO_WM_DIAGRAM_VIRTUALLY_FRAME" val="{&quot;height&quot;:381,&quot;left&quot;:483,&quot;top&quot;:80,&quot;width&quot;:464.5}"/>
</p:tagLst>
</file>

<file path=ppt/tags/tag310.xml><?xml version="1.0" encoding="utf-8"?>
<p:tagLst xmlns:p="http://schemas.openxmlformats.org/presentationml/2006/main">
  <p:tag name="KSO_WM_DIAGRAM_VIRTUALLY_FRAME" val="{&quot;height&quot;:381,&quot;left&quot;:483,&quot;top&quot;:80,&quot;width&quot;:464.5}"/>
</p:tagLst>
</file>

<file path=ppt/tags/tag311.xml><?xml version="1.0" encoding="utf-8"?>
<p:tagLst xmlns:p="http://schemas.openxmlformats.org/presentationml/2006/main">
  <p:tag name="KSO_WM_DIAGRAM_VIRTUALLY_FRAME" val="{&quot;height&quot;:381,&quot;left&quot;:483,&quot;top&quot;:80,&quot;width&quot;:464.5}"/>
</p:tagLst>
</file>

<file path=ppt/tags/tag312.xml><?xml version="1.0" encoding="utf-8"?>
<p:tagLst xmlns:p="http://schemas.openxmlformats.org/presentationml/2006/main">
  <p:tag name="KSO_WM_DIAGRAM_VIRTUALLY_FRAME" val="{&quot;height&quot;:381,&quot;left&quot;:483,&quot;top&quot;:80,&quot;width&quot;:464.5}"/>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8215</Words>
  <Application>WPS Presentation</Application>
  <PresentationFormat>On-screen Show (16:9)</PresentationFormat>
  <Paragraphs>509</Paragraphs>
  <Slides>26</Slides>
  <Notes>21</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26</vt:i4>
      </vt:variant>
    </vt:vector>
  </HeadingPairs>
  <TitlesOfParts>
    <vt:vector size="43" baseType="lpstr">
      <vt:lpstr>Arial</vt:lpstr>
      <vt:lpstr>SimSun</vt:lpstr>
      <vt:lpstr>Wingdings</vt:lpstr>
      <vt:lpstr>Poppins_Bold</vt:lpstr>
      <vt:lpstr>Segoe Print</vt:lpstr>
      <vt:lpstr>Poppins_Bold</vt:lpstr>
      <vt:lpstr>Poppins_Bold</vt:lpstr>
      <vt:lpstr>Outfit</vt:lpstr>
      <vt:lpstr>Outfit</vt:lpstr>
      <vt:lpstr>Outfit</vt:lpstr>
      <vt:lpstr>Times New Roman</vt:lpstr>
      <vt:lpstr>MonospacedNumber</vt:lpstr>
      <vt:lpstr>Calibri</vt:lpstr>
      <vt:lpstr>Microsoft YaHei</vt:lpstr>
      <vt:lpstr>Arial Unicode MS</vt:lpstr>
      <vt:lpstr>MingLiU-ExtB</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loai ahmed</cp:lastModifiedBy>
  <cp:revision>75</cp:revision>
  <dcterms:created xsi:type="dcterms:W3CDTF">2026-01-27T01:34:00Z</dcterms:created>
  <dcterms:modified xsi:type="dcterms:W3CDTF">2026-08-28T14:25:59Z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E5886689C3E54067B3590FCAFA88979A_12</vt:lpwstr>
  </property>
  <property fmtid="{D5CDD505-2E9C-101B-9397-08002B2CF9AE}" pid="3" name="KSOProductBuildVer">
    <vt:lpwstr>1033-12.1.0.28032</vt:lpwstr>
  </property>
</Properties>
</file>